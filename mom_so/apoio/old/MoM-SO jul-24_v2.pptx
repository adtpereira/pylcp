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70" r:id="rId3"/>
    <p:sldId id="267" r:id="rId4"/>
    <p:sldId id="269" r:id="rId5"/>
    <p:sldId id="272" r:id="rId6"/>
    <p:sldId id="271" r:id="rId7"/>
    <p:sldId id="275" r:id="rId8"/>
    <p:sldId id="274" r:id="rId9"/>
    <p:sldId id="276" r:id="rId10"/>
    <p:sldId id="277" r:id="rId11"/>
    <p:sldId id="278" r:id="rId12"/>
    <p:sldId id="279" r:id="rId13"/>
    <p:sldId id="280" r:id="rId14"/>
    <p:sldId id="281" r:id="rId15"/>
    <p:sldId id="282" r:id="rId16"/>
    <p:sldId id="283" r:id="rId17"/>
    <p:sldId id="284" r:id="rId18"/>
    <p:sldId id="268" r:id="rId19"/>
    <p:sldId id="264" r:id="rId20"/>
    <p:sldId id="257" r:id="rId21"/>
    <p:sldId id="259" r:id="rId22"/>
    <p:sldId id="258" r:id="rId23"/>
    <p:sldId id="260" r:id="rId24"/>
    <p:sldId id="261" r:id="rId25"/>
    <p:sldId id="262" r:id="rId2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2D01EE2-B183-4BD3-A9B8-5CD9CA8D2CB1}">
          <p14:sldIdLst>
            <p14:sldId id="266"/>
          </p14:sldIdLst>
        </p14:section>
        <p14:section name="Agenda" id="{DFCB0F0B-2044-4348-9D00-958731F7C615}">
          <p14:sldIdLst>
            <p14:sldId id="270"/>
          </p14:sldIdLst>
        </p14:section>
        <p14:section name="Introduction" id="{5332BC59-62B1-44DA-AB05-74C3ECEAE192}">
          <p14:sldIdLst>
            <p14:sldId id="267"/>
            <p14:sldId id="269"/>
            <p14:sldId id="272"/>
            <p14:sldId id="271"/>
          </p14:sldIdLst>
        </p14:section>
        <p14:section name="Problem Statement" id="{FF25361F-8655-49CA-8C39-06FA853622D8}">
          <p14:sldIdLst>
            <p14:sldId id="275"/>
          </p14:sldIdLst>
        </p14:section>
        <p14:section name="Surface Admittance Operator" id="{7C935E5E-278D-4BA4-9819-147A2C0FCC14}">
          <p14:sldIdLst>
            <p14:sldId id="274"/>
            <p14:sldId id="276"/>
            <p14:sldId id="277"/>
            <p14:sldId id="278"/>
            <p14:sldId id="279"/>
            <p14:sldId id="280"/>
          </p14:sldIdLst>
        </p14:section>
        <p14:section name="Electric Field Integral Equation" id="{CA7477B0-61CE-4CCF-B14D-31E730CF95BA}">
          <p14:sldIdLst>
            <p14:sldId id="281"/>
            <p14:sldId id="282"/>
            <p14:sldId id="283"/>
          </p14:sldIdLst>
        </p14:section>
        <p14:section name="Analytic Evaluation of Discrete Green’s Function" id="{CE781CE1-6153-40D6-9C59-D937F33507CC}">
          <p14:sldIdLst>
            <p14:sldId id="284"/>
          </p14:sldIdLst>
        </p14:section>
        <p14:section name="References" id="{E867DC5C-1285-46E0-A405-55014AA085AA}">
          <p14:sldIdLst>
            <p14:sldId id="268"/>
          </p14:sldIdLst>
        </p14:section>
        <p14:section name="Figures" id="{868732F7-113F-451C-9D0C-ACE614EEA0D3}">
          <p14:sldIdLst>
            <p14:sldId id="264"/>
            <p14:sldId id="257"/>
            <p14:sldId id="259"/>
            <p14:sldId id="258"/>
            <p14:sldId id="260"/>
            <p14:sldId id="261"/>
            <p14:sldId id="262"/>
          </p14:sldIdLst>
        </p14:section>
      </p14:sectionLst>
    </p:ext>
    <p:ext uri="{EFAFB233-063F-42B5-8137-9DF3F51BA10A}">
      <p15:sldGuideLst xmlns:p15="http://schemas.microsoft.com/office/powerpoint/2012/main">
        <p15:guide id="1" orient="horz" pos="4088" userDrawn="1">
          <p15:clr>
            <a:srgbClr val="A4A3A4"/>
          </p15:clr>
        </p15:guide>
        <p15:guide id="2" pos="7129" userDrawn="1">
          <p15:clr>
            <a:srgbClr val="A4A3A4"/>
          </p15:clr>
        </p15:guide>
        <p15:guide id="3" pos="302" userDrawn="1">
          <p15:clr>
            <a:srgbClr val="A4A3A4"/>
          </p15:clr>
        </p15:guide>
        <p15:guide id="4" orient="horz" pos="867" userDrawn="1">
          <p15:clr>
            <a:srgbClr val="A4A3A4"/>
          </p15:clr>
        </p15:guide>
        <p15:guide id="5" orient="horz" pos="2160" userDrawn="1">
          <p15:clr>
            <a:srgbClr val="A4A3A4"/>
          </p15:clr>
        </p15:guide>
        <p15:guide id="6"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58601-4B9F-4C76-957A-FC09F92B5A98}" v="739" dt="2024-07-18T22:39:32.057"/>
    <p1510:client id="{2F71A835-CF56-4015-B9CA-EBB43390B234}" v="673" dt="2024-07-18T13:45:50.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25" autoAdjust="0"/>
    <p:restoredTop sz="94660"/>
  </p:normalViewPr>
  <p:slideViewPr>
    <p:cSldViewPr>
      <p:cViewPr varScale="1">
        <p:scale>
          <a:sx n="103" d="100"/>
          <a:sy n="103" d="100"/>
        </p:scale>
        <p:origin x="1188" y="102"/>
      </p:cViewPr>
      <p:guideLst>
        <p:guide orient="horz" pos="4088"/>
        <p:guide pos="7129"/>
        <p:guide pos="302"/>
        <p:guide orient="horz" pos="867"/>
        <p:guide orient="horz" pos="2160"/>
        <p:guide pos="384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lton junio" userId="66b3fade76ecdf97" providerId="LiveId" clId="{8F999EC3-B0A5-4B42-B8F8-F3CA06713860}"/>
    <pc:docChg chg="undo redo custSel addSld delSld modSld">
      <pc:chgData name="adilton junio" userId="66b3fade76ecdf97" providerId="LiveId" clId="{8F999EC3-B0A5-4B42-B8F8-F3CA06713860}" dt="2024-07-10T22:32:10.405" v="1273" actId="552"/>
      <pc:docMkLst>
        <pc:docMk/>
      </pc:docMkLst>
      <pc:sldChg chg="modSp mod">
        <pc:chgData name="adilton junio" userId="66b3fade76ecdf97" providerId="LiveId" clId="{8F999EC3-B0A5-4B42-B8F8-F3CA06713860}" dt="2024-07-10T22:28:54.939" v="1264" actId="1038"/>
        <pc:sldMkLst>
          <pc:docMk/>
          <pc:sldMk cId="2576449578" sldId="257"/>
        </pc:sldMkLst>
        <pc:spChg chg="mod">
          <ac:chgData name="adilton junio" userId="66b3fade76ecdf97" providerId="LiveId" clId="{8F999EC3-B0A5-4B42-B8F8-F3CA06713860}" dt="2024-07-10T22:28:54.939" v="1264" actId="1038"/>
          <ac:spMkLst>
            <pc:docMk/>
            <pc:sldMk cId="2576449578" sldId="257"/>
            <ac:spMk id="137" creationId="{A3BDCC96-FBFE-9A16-93F2-D3E161626217}"/>
          </ac:spMkLst>
        </pc:spChg>
        <pc:spChg chg="mod">
          <ac:chgData name="adilton junio" userId="66b3fade76ecdf97" providerId="LiveId" clId="{8F999EC3-B0A5-4B42-B8F8-F3CA06713860}" dt="2024-07-10T22:28:54.939" v="1264" actId="1038"/>
          <ac:spMkLst>
            <pc:docMk/>
            <pc:sldMk cId="2576449578" sldId="257"/>
            <ac:spMk id="139" creationId="{B157CFD6-7B1E-1658-D202-9E29A2FF6E78}"/>
          </ac:spMkLst>
        </pc:spChg>
        <pc:spChg chg="mod">
          <ac:chgData name="adilton junio" userId="66b3fade76ecdf97" providerId="LiveId" clId="{8F999EC3-B0A5-4B42-B8F8-F3CA06713860}" dt="2024-07-10T22:28:54.939" v="1264" actId="1038"/>
          <ac:spMkLst>
            <pc:docMk/>
            <pc:sldMk cId="2576449578" sldId="257"/>
            <ac:spMk id="143" creationId="{D5CC91E1-7CB4-2B54-25A4-992F48B49800}"/>
          </ac:spMkLst>
        </pc:spChg>
        <pc:spChg chg="mod">
          <ac:chgData name="adilton junio" userId="66b3fade76ecdf97" providerId="LiveId" clId="{8F999EC3-B0A5-4B42-B8F8-F3CA06713860}" dt="2024-07-10T22:28:54.939" v="1264" actId="1038"/>
          <ac:spMkLst>
            <pc:docMk/>
            <pc:sldMk cId="2576449578" sldId="257"/>
            <ac:spMk id="144" creationId="{E76BA359-1AC3-4ADA-963F-D89DB1536C34}"/>
          </ac:spMkLst>
        </pc:spChg>
        <pc:spChg chg="mod">
          <ac:chgData name="adilton junio" userId="66b3fade76ecdf97" providerId="LiveId" clId="{8F999EC3-B0A5-4B42-B8F8-F3CA06713860}" dt="2024-07-10T22:28:54.939" v="1264" actId="1038"/>
          <ac:spMkLst>
            <pc:docMk/>
            <pc:sldMk cId="2576449578" sldId="257"/>
            <ac:spMk id="145" creationId="{72E0672A-FDDF-BED8-ED2D-25B545FDDE58}"/>
          </ac:spMkLst>
        </pc:spChg>
        <pc:spChg chg="mod">
          <ac:chgData name="adilton junio" userId="66b3fade76ecdf97" providerId="LiveId" clId="{8F999EC3-B0A5-4B42-B8F8-F3CA06713860}" dt="2024-07-10T22:28:54.939" v="1264" actId="1038"/>
          <ac:spMkLst>
            <pc:docMk/>
            <pc:sldMk cId="2576449578" sldId="257"/>
            <ac:spMk id="147" creationId="{AE6388B5-D179-1A28-2E51-87745D17CEAA}"/>
          </ac:spMkLst>
        </pc:spChg>
        <pc:spChg chg="mod">
          <ac:chgData name="adilton junio" userId="66b3fade76ecdf97" providerId="LiveId" clId="{8F999EC3-B0A5-4B42-B8F8-F3CA06713860}" dt="2024-07-10T22:28:54.939" v="1264" actId="1038"/>
          <ac:spMkLst>
            <pc:docMk/>
            <pc:sldMk cId="2576449578" sldId="257"/>
            <ac:spMk id="148" creationId="{35391369-9161-1CA2-3441-E46D838D474D}"/>
          </ac:spMkLst>
        </pc:spChg>
        <pc:spChg chg="mod">
          <ac:chgData name="adilton junio" userId="66b3fade76ecdf97" providerId="LiveId" clId="{8F999EC3-B0A5-4B42-B8F8-F3CA06713860}" dt="2024-07-10T22:28:54.939" v="1264" actId="1038"/>
          <ac:spMkLst>
            <pc:docMk/>
            <pc:sldMk cId="2576449578" sldId="257"/>
            <ac:spMk id="150" creationId="{0550D8E6-8AFF-BD87-F245-D6EA4298D775}"/>
          </ac:spMkLst>
        </pc:spChg>
        <pc:spChg chg="mod">
          <ac:chgData name="adilton junio" userId="66b3fade76ecdf97" providerId="LiveId" clId="{8F999EC3-B0A5-4B42-B8F8-F3CA06713860}" dt="2024-07-10T22:28:54.939" v="1264" actId="1038"/>
          <ac:spMkLst>
            <pc:docMk/>
            <pc:sldMk cId="2576449578" sldId="257"/>
            <ac:spMk id="151" creationId="{E9021F1D-CA31-7D6A-4406-CDDEDF224CD8}"/>
          </ac:spMkLst>
        </pc:spChg>
        <pc:spChg chg="mod">
          <ac:chgData name="adilton junio" userId="66b3fade76ecdf97" providerId="LiveId" clId="{8F999EC3-B0A5-4B42-B8F8-F3CA06713860}" dt="2024-07-10T22:28:54.939" v="1264" actId="1038"/>
          <ac:spMkLst>
            <pc:docMk/>
            <pc:sldMk cId="2576449578" sldId="257"/>
            <ac:spMk id="154" creationId="{228935A9-A1BD-9580-C131-2399C269E132}"/>
          </ac:spMkLst>
        </pc:spChg>
        <pc:grpChg chg="mod">
          <ac:chgData name="adilton junio" userId="66b3fade76ecdf97" providerId="LiveId" clId="{8F999EC3-B0A5-4B42-B8F8-F3CA06713860}" dt="2024-07-10T22:28:54.939" v="1264" actId="1038"/>
          <ac:grpSpMkLst>
            <pc:docMk/>
            <pc:sldMk cId="2576449578" sldId="257"/>
            <ac:grpSpMk id="167" creationId="{8A2CDBCD-4BAD-47E1-E4CC-C12C2F010740}"/>
          </ac:grpSpMkLst>
        </pc:grpChg>
        <pc:grpChg chg="mod">
          <ac:chgData name="adilton junio" userId="66b3fade76ecdf97" providerId="LiveId" clId="{8F999EC3-B0A5-4B42-B8F8-F3CA06713860}" dt="2024-07-10T22:28:54.939" v="1264" actId="1038"/>
          <ac:grpSpMkLst>
            <pc:docMk/>
            <pc:sldMk cId="2576449578" sldId="257"/>
            <ac:grpSpMk id="170" creationId="{BB73D790-27B5-1445-9E89-2BBF406FCB04}"/>
          </ac:grpSpMkLst>
        </pc:grpChg>
        <pc:grpChg chg="mod">
          <ac:chgData name="adilton junio" userId="66b3fade76ecdf97" providerId="LiveId" clId="{8F999EC3-B0A5-4B42-B8F8-F3CA06713860}" dt="2024-07-10T22:28:54.939" v="1264" actId="1038"/>
          <ac:grpSpMkLst>
            <pc:docMk/>
            <pc:sldMk cId="2576449578" sldId="257"/>
            <ac:grpSpMk id="172" creationId="{1982672A-104B-7FC0-4D03-231A458FB04C}"/>
          </ac:grpSpMkLst>
        </pc:grpChg>
        <pc:cxnChg chg="mod">
          <ac:chgData name="adilton junio" userId="66b3fade76ecdf97" providerId="LiveId" clId="{8F999EC3-B0A5-4B42-B8F8-F3CA06713860}" dt="2024-07-10T22:28:54.939" v="1264" actId="1038"/>
          <ac:cxnSpMkLst>
            <pc:docMk/>
            <pc:sldMk cId="2576449578" sldId="257"/>
            <ac:cxnSpMk id="138" creationId="{15F96408-C88C-9F1A-DE69-23F04D233CD3}"/>
          </ac:cxnSpMkLst>
        </pc:cxnChg>
        <pc:cxnChg chg="mod">
          <ac:chgData name="adilton junio" userId="66b3fade76ecdf97" providerId="LiveId" clId="{8F999EC3-B0A5-4B42-B8F8-F3CA06713860}" dt="2024-07-10T22:28:54.939" v="1264" actId="1038"/>
          <ac:cxnSpMkLst>
            <pc:docMk/>
            <pc:sldMk cId="2576449578" sldId="257"/>
            <ac:cxnSpMk id="142" creationId="{308A1BBC-82BB-C4CF-E29D-E1FB615D3E79}"/>
          </ac:cxnSpMkLst>
        </pc:cxnChg>
        <pc:cxnChg chg="mod">
          <ac:chgData name="adilton junio" userId="66b3fade76ecdf97" providerId="LiveId" clId="{8F999EC3-B0A5-4B42-B8F8-F3CA06713860}" dt="2024-07-10T22:28:54.939" v="1264" actId="1038"/>
          <ac:cxnSpMkLst>
            <pc:docMk/>
            <pc:sldMk cId="2576449578" sldId="257"/>
            <ac:cxnSpMk id="146" creationId="{B537A1AE-4494-DDDF-7E23-CA216CD8B7E6}"/>
          </ac:cxnSpMkLst>
        </pc:cxnChg>
        <pc:cxnChg chg="mod">
          <ac:chgData name="adilton junio" userId="66b3fade76ecdf97" providerId="LiveId" clId="{8F999EC3-B0A5-4B42-B8F8-F3CA06713860}" dt="2024-07-10T22:28:54.939" v="1264" actId="1038"/>
          <ac:cxnSpMkLst>
            <pc:docMk/>
            <pc:sldMk cId="2576449578" sldId="257"/>
            <ac:cxnSpMk id="149" creationId="{A62ED30F-0C13-1447-3565-2025591D3666}"/>
          </ac:cxnSpMkLst>
        </pc:cxnChg>
        <pc:cxnChg chg="mod">
          <ac:chgData name="adilton junio" userId="66b3fade76ecdf97" providerId="LiveId" clId="{8F999EC3-B0A5-4B42-B8F8-F3CA06713860}" dt="2024-07-10T22:28:54.939" v="1264" actId="1038"/>
          <ac:cxnSpMkLst>
            <pc:docMk/>
            <pc:sldMk cId="2576449578" sldId="257"/>
            <ac:cxnSpMk id="156" creationId="{04565E15-2E9E-B47D-BBFE-D082939028E0}"/>
          </ac:cxnSpMkLst>
        </pc:cxnChg>
      </pc:sldChg>
      <pc:sldChg chg="addSp delSp modSp mod">
        <pc:chgData name="adilton junio" userId="66b3fade76ecdf97" providerId="LiveId" clId="{8F999EC3-B0A5-4B42-B8F8-F3CA06713860}" dt="2024-07-08T15:02:24.506" v="315" actId="1076"/>
        <pc:sldMkLst>
          <pc:docMk/>
          <pc:sldMk cId="2285816010" sldId="258"/>
        </pc:sldMkLst>
        <pc:spChg chg="mod">
          <ac:chgData name="adilton junio" userId="66b3fade76ecdf97" providerId="LiveId" clId="{8F999EC3-B0A5-4B42-B8F8-F3CA06713860}" dt="2024-07-08T14:58:09.097" v="288"/>
          <ac:spMkLst>
            <pc:docMk/>
            <pc:sldMk cId="2285816010" sldId="258"/>
            <ac:spMk id="7" creationId="{EE43B5AA-5F1E-5326-454D-0EC618338B36}"/>
          </ac:spMkLst>
        </pc:spChg>
        <pc:spChg chg="mod">
          <ac:chgData name="adilton junio" userId="66b3fade76ecdf97" providerId="LiveId" clId="{8F999EC3-B0A5-4B42-B8F8-F3CA06713860}" dt="2024-07-08T14:58:09.097" v="288"/>
          <ac:spMkLst>
            <pc:docMk/>
            <pc:sldMk cId="2285816010" sldId="258"/>
            <ac:spMk id="21" creationId="{A989B1C2-D26C-C0EE-BB41-8E4C15BBF30B}"/>
          </ac:spMkLst>
        </pc:spChg>
        <pc:spChg chg="mod">
          <ac:chgData name="adilton junio" userId="66b3fade76ecdf97" providerId="LiveId" clId="{8F999EC3-B0A5-4B42-B8F8-F3CA06713860}" dt="2024-07-08T14:58:09.097" v="288"/>
          <ac:spMkLst>
            <pc:docMk/>
            <pc:sldMk cId="2285816010" sldId="258"/>
            <ac:spMk id="23" creationId="{C2ABFB55-5398-5802-4EDA-2FCAEB28F17C}"/>
          </ac:spMkLst>
        </pc:spChg>
        <pc:spChg chg="mod">
          <ac:chgData name="adilton junio" userId="66b3fade76ecdf97" providerId="LiveId" clId="{8F999EC3-B0A5-4B42-B8F8-F3CA06713860}" dt="2024-07-08T14:58:09.097" v="288"/>
          <ac:spMkLst>
            <pc:docMk/>
            <pc:sldMk cId="2285816010" sldId="258"/>
            <ac:spMk id="25" creationId="{070D4DDE-2F62-2A8E-D425-5E4CF50458B5}"/>
          </ac:spMkLst>
        </pc:spChg>
        <pc:spChg chg="mod">
          <ac:chgData name="adilton junio" userId="66b3fade76ecdf97" providerId="LiveId" clId="{8F999EC3-B0A5-4B42-B8F8-F3CA06713860}" dt="2024-07-08T14:58:09.097" v="288"/>
          <ac:spMkLst>
            <pc:docMk/>
            <pc:sldMk cId="2285816010" sldId="258"/>
            <ac:spMk id="29" creationId="{71FEB44E-6503-1E11-AB31-D3896CFA7C3A}"/>
          </ac:spMkLst>
        </pc:spChg>
        <pc:spChg chg="mod">
          <ac:chgData name="adilton junio" userId="66b3fade76ecdf97" providerId="LiveId" clId="{8F999EC3-B0A5-4B42-B8F8-F3CA06713860}" dt="2024-07-08T14:58:09.097" v="288"/>
          <ac:spMkLst>
            <pc:docMk/>
            <pc:sldMk cId="2285816010" sldId="258"/>
            <ac:spMk id="32" creationId="{C5EC7619-3445-6D1E-048C-AF5FCE1CB666}"/>
          </ac:spMkLst>
        </pc:spChg>
        <pc:spChg chg="mod">
          <ac:chgData name="adilton junio" userId="66b3fade76ecdf97" providerId="LiveId" clId="{8F999EC3-B0A5-4B42-B8F8-F3CA06713860}" dt="2024-07-08T14:58:09.097" v="288"/>
          <ac:spMkLst>
            <pc:docMk/>
            <pc:sldMk cId="2285816010" sldId="258"/>
            <ac:spMk id="34" creationId="{24289963-6A65-6E31-00A1-FC31A2E272DE}"/>
          </ac:spMkLst>
        </pc:spChg>
        <pc:spChg chg="mod">
          <ac:chgData name="adilton junio" userId="66b3fade76ecdf97" providerId="LiveId" clId="{8F999EC3-B0A5-4B42-B8F8-F3CA06713860}" dt="2024-07-08T14:58:09.097" v="288"/>
          <ac:spMkLst>
            <pc:docMk/>
            <pc:sldMk cId="2285816010" sldId="258"/>
            <ac:spMk id="37" creationId="{352B5409-C616-8D00-D8CA-3A55084079DA}"/>
          </ac:spMkLst>
        </pc:spChg>
        <pc:spChg chg="mod">
          <ac:chgData name="adilton junio" userId="66b3fade76ecdf97" providerId="LiveId" clId="{8F999EC3-B0A5-4B42-B8F8-F3CA06713860}" dt="2024-07-08T14:58:09.097" v="288"/>
          <ac:spMkLst>
            <pc:docMk/>
            <pc:sldMk cId="2285816010" sldId="258"/>
            <ac:spMk id="38" creationId="{6EB11787-7975-C539-02DF-460D05952084}"/>
          </ac:spMkLst>
        </pc:spChg>
        <pc:spChg chg="mod">
          <ac:chgData name="adilton junio" userId="66b3fade76ecdf97" providerId="LiveId" clId="{8F999EC3-B0A5-4B42-B8F8-F3CA06713860}" dt="2024-07-08T14:58:09.097" v="288"/>
          <ac:spMkLst>
            <pc:docMk/>
            <pc:sldMk cId="2285816010" sldId="258"/>
            <ac:spMk id="48" creationId="{9ED832E9-DFB1-AED0-0795-B56D8679C1C7}"/>
          </ac:spMkLst>
        </pc:spChg>
        <pc:spChg chg="mod">
          <ac:chgData name="adilton junio" userId="66b3fade76ecdf97" providerId="LiveId" clId="{8F999EC3-B0A5-4B42-B8F8-F3CA06713860}" dt="2024-07-08T14:58:09.097" v="288"/>
          <ac:spMkLst>
            <pc:docMk/>
            <pc:sldMk cId="2285816010" sldId="258"/>
            <ac:spMk id="52" creationId="{4A2C105D-E76C-098D-7120-277360777D0F}"/>
          </ac:spMkLst>
        </pc:spChg>
        <pc:spChg chg="mod">
          <ac:chgData name="adilton junio" userId="66b3fade76ecdf97" providerId="LiveId" clId="{8F999EC3-B0A5-4B42-B8F8-F3CA06713860}" dt="2024-07-08T14:58:09.097" v="288"/>
          <ac:spMkLst>
            <pc:docMk/>
            <pc:sldMk cId="2285816010" sldId="258"/>
            <ac:spMk id="53" creationId="{588734B2-8C08-4C45-49B9-429EFCB4DD68}"/>
          </ac:spMkLst>
        </pc:spChg>
        <pc:spChg chg="mod">
          <ac:chgData name="adilton junio" userId="66b3fade76ecdf97" providerId="LiveId" clId="{8F999EC3-B0A5-4B42-B8F8-F3CA06713860}" dt="2024-07-08T14:58:09.097" v="288"/>
          <ac:spMkLst>
            <pc:docMk/>
            <pc:sldMk cId="2285816010" sldId="258"/>
            <ac:spMk id="54" creationId="{9FF1E37C-60ED-401A-2DE7-A131CF5E69FA}"/>
          </ac:spMkLst>
        </pc:spChg>
        <pc:spChg chg="mod">
          <ac:chgData name="adilton junio" userId="66b3fade76ecdf97" providerId="LiveId" clId="{8F999EC3-B0A5-4B42-B8F8-F3CA06713860}" dt="2024-07-08T14:58:09.097" v="288"/>
          <ac:spMkLst>
            <pc:docMk/>
            <pc:sldMk cId="2285816010" sldId="258"/>
            <ac:spMk id="55" creationId="{0571C48B-A818-87EB-B606-A4EC5AE5F6C4}"/>
          </ac:spMkLst>
        </pc:spChg>
        <pc:spChg chg="mod">
          <ac:chgData name="adilton junio" userId="66b3fade76ecdf97" providerId="LiveId" clId="{8F999EC3-B0A5-4B42-B8F8-F3CA06713860}" dt="2024-07-08T14:58:09.097" v="288"/>
          <ac:spMkLst>
            <pc:docMk/>
            <pc:sldMk cId="2285816010" sldId="258"/>
            <ac:spMk id="57" creationId="{0A861E38-FB65-3DAE-9CE7-F569AC279AFD}"/>
          </ac:spMkLst>
        </pc:spChg>
        <pc:spChg chg="mod">
          <ac:chgData name="adilton junio" userId="66b3fade76ecdf97" providerId="LiveId" clId="{8F999EC3-B0A5-4B42-B8F8-F3CA06713860}" dt="2024-07-08T14:58:09.097" v="288"/>
          <ac:spMkLst>
            <pc:docMk/>
            <pc:sldMk cId="2285816010" sldId="258"/>
            <ac:spMk id="63" creationId="{802625A4-C331-3187-6121-7AA2165EA3BC}"/>
          </ac:spMkLst>
        </pc:spChg>
        <pc:grpChg chg="add del mod">
          <ac:chgData name="adilton junio" userId="66b3fade76ecdf97" providerId="LiveId" clId="{8F999EC3-B0A5-4B42-B8F8-F3CA06713860}" dt="2024-07-08T15:02:19.801" v="313" actId="478"/>
          <ac:grpSpMkLst>
            <pc:docMk/>
            <pc:sldMk cId="2285816010" sldId="258"/>
            <ac:grpSpMk id="2" creationId="{D2DFED1E-B3E0-0595-B181-A0859B9C0408}"/>
          </ac:grpSpMkLst>
        </pc:grpChg>
        <pc:grpChg chg="mod">
          <ac:chgData name="adilton junio" userId="66b3fade76ecdf97" providerId="LiveId" clId="{8F999EC3-B0A5-4B42-B8F8-F3CA06713860}" dt="2024-07-08T14:58:09.097" v="288"/>
          <ac:grpSpMkLst>
            <pc:docMk/>
            <pc:sldMk cId="2285816010" sldId="258"/>
            <ac:grpSpMk id="3" creationId="{228A2916-C27B-4D68-401F-0F0DD0785B44}"/>
          </ac:grpSpMkLst>
        </pc:grpChg>
        <pc:grpChg chg="mod">
          <ac:chgData name="adilton junio" userId="66b3fade76ecdf97" providerId="LiveId" clId="{8F999EC3-B0A5-4B42-B8F8-F3CA06713860}" dt="2024-07-08T14:58:09.097" v="288"/>
          <ac:grpSpMkLst>
            <pc:docMk/>
            <pc:sldMk cId="2285816010" sldId="258"/>
            <ac:grpSpMk id="14" creationId="{F87ADE0D-4790-8E1D-E2BC-3FA65F16630E}"/>
          </ac:grpSpMkLst>
        </pc:grpChg>
        <pc:grpChg chg="mod">
          <ac:chgData name="adilton junio" userId="66b3fade76ecdf97" providerId="LiveId" clId="{8F999EC3-B0A5-4B42-B8F8-F3CA06713860}" dt="2024-07-08T14:58:09.097" v="288"/>
          <ac:grpSpMkLst>
            <pc:docMk/>
            <pc:sldMk cId="2285816010" sldId="258"/>
            <ac:grpSpMk id="15" creationId="{E87E2C27-B4BB-6DE9-D0BA-BF8C1126C163}"/>
          </ac:grpSpMkLst>
        </pc:grpChg>
        <pc:grpChg chg="mod">
          <ac:chgData name="adilton junio" userId="66b3fade76ecdf97" providerId="LiveId" clId="{8F999EC3-B0A5-4B42-B8F8-F3CA06713860}" dt="2024-07-08T14:58:09.097" v="288"/>
          <ac:grpSpMkLst>
            <pc:docMk/>
            <pc:sldMk cId="2285816010" sldId="258"/>
            <ac:grpSpMk id="19" creationId="{A8C48AF2-3104-BFB9-50A3-A21CF4DED229}"/>
          </ac:grpSpMkLst>
        </pc:grpChg>
        <pc:grpChg chg="mod">
          <ac:chgData name="adilton junio" userId="66b3fade76ecdf97" providerId="LiveId" clId="{8F999EC3-B0A5-4B42-B8F8-F3CA06713860}" dt="2024-07-08T14:58:09.097" v="288"/>
          <ac:grpSpMkLst>
            <pc:docMk/>
            <pc:sldMk cId="2285816010" sldId="258"/>
            <ac:grpSpMk id="20" creationId="{5B8FD9E0-D992-4C68-9402-ECC6BD05D8E0}"/>
          </ac:grpSpMkLst>
        </pc:grpChg>
        <pc:grpChg chg="add del mod">
          <ac:chgData name="adilton junio" userId="66b3fade76ecdf97" providerId="LiveId" clId="{8F999EC3-B0A5-4B42-B8F8-F3CA06713860}" dt="2024-07-08T15:02:21.380" v="314" actId="478"/>
          <ac:grpSpMkLst>
            <pc:docMk/>
            <pc:sldMk cId="2285816010" sldId="258"/>
            <ac:grpSpMk id="39" creationId="{6C8FF37A-B050-5162-399B-3DBCFD1969EC}"/>
          </ac:grpSpMkLst>
        </pc:grpChg>
        <pc:grpChg chg="mod">
          <ac:chgData name="adilton junio" userId="66b3fade76ecdf97" providerId="LiveId" clId="{8F999EC3-B0A5-4B42-B8F8-F3CA06713860}" dt="2024-07-08T14:58:09.097" v="288"/>
          <ac:grpSpMkLst>
            <pc:docMk/>
            <pc:sldMk cId="2285816010" sldId="258"/>
            <ac:grpSpMk id="40" creationId="{B279EA94-4367-B7BE-CB5B-2240A906A61F}"/>
          </ac:grpSpMkLst>
        </pc:grpChg>
        <pc:grpChg chg="mod">
          <ac:chgData name="adilton junio" userId="66b3fade76ecdf97" providerId="LiveId" clId="{8F999EC3-B0A5-4B42-B8F8-F3CA06713860}" dt="2024-07-08T14:58:09.097" v="288"/>
          <ac:grpSpMkLst>
            <pc:docMk/>
            <pc:sldMk cId="2285816010" sldId="258"/>
            <ac:grpSpMk id="41" creationId="{467D2286-E75B-0316-84CF-ED06D8A614C4}"/>
          </ac:grpSpMkLst>
        </pc:grpChg>
        <pc:grpChg chg="mod">
          <ac:chgData name="adilton junio" userId="66b3fade76ecdf97" providerId="LiveId" clId="{8F999EC3-B0A5-4B42-B8F8-F3CA06713860}" dt="2024-07-08T14:58:09.097" v="288"/>
          <ac:grpSpMkLst>
            <pc:docMk/>
            <pc:sldMk cId="2285816010" sldId="258"/>
            <ac:grpSpMk id="43" creationId="{1F6ECC77-2B5C-8150-1747-B05F73D7F0A6}"/>
          </ac:grpSpMkLst>
        </pc:grpChg>
        <pc:grpChg chg="mod">
          <ac:chgData name="adilton junio" userId="66b3fade76ecdf97" providerId="LiveId" clId="{8F999EC3-B0A5-4B42-B8F8-F3CA06713860}" dt="2024-07-08T14:58:09.097" v="288"/>
          <ac:grpSpMkLst>
            <pc:docMk/>
            <pc:sldMk cId="2285816010" sldId="258"/>
            <ac:grpSpMk id="50" creationId="{C2ABD85C-B359-16B5-BB65-02F90226108A}"/>
          </ac:grpSpMkLst>
        </pc:grpChg>
        <pc:grpChg chg="mod">
          <ac:chgData name="adilton junio" userId="66b3fade76ecdf97" providerId="LiveId" clId="{8F999EC3-B0A5-4B42-B8F8-F3CA06713860}" dt="2024-07-08T14:58:09.097" v="288"/>
          <ac:grpSpMkLst>
            <pc:docMk/>
            <pc:sldMk cId="2285816010" sldId="258"/>
            <ac:grpSpMk id="51" creationId="{8D524539-077C-32AE-E195-5E887BB9AFB4}"/>
          </ac:grpSpMkLst>
        </pc:grpChg>
        <pc:grpChg chg="mod">
          <ac:chgData name="adilton junio" userId="66b3fade76ecdf97" providerId="LiveId" clId="{8F999EC3-B0A5-4B42-B8F8-F3CA06713860}" dt="2024-07-08T15:02:24.506" v="315" actId="1076"/>
          <ac:grpSpMkLst>
            <pc:docMk/>
            <pc:sldMk cId="2285816010" sldId="258"/>
            <ac:grpSpMk id="56" creationId="{69849317-4289-4816-37C0-C235B2D0A525}"/>
          </ac:grpSpMkLst>
        </pc:grpChg>
        <pc:cxnChg chg="mod">
          <ac:chgData name="adilton junio" userId="66b3fade76ecdf97" providerId="LiveId" clId="{8F999EC3-B0A5-4B42-B8F8-F3CA06713860}" dt="2024-07-08T14:58:09.097" v="288"/>
          <ac:cxnSpMkLst>
            <pc:docMk/>
            <pc:sldMk cId="2285816010" sldId="258"/>
            <ac:cxnSpMk id="22" creationId="{6001965C-854E-A778-24A3-9E3F82DE09DF}"/>
          </ac:cxnSpMkLst>
        </pc:cxnChg>
        <pc:cxnChg chg="mod">
          <ac:chgData name="adilton junio" userId="66b3fade76ecdf97" providerId="LiveId" clId="{8F999EC3-B0A5-4B42-B8F8-F3CA06713860}" dt="2024-07-08T14:58:09.097" v="288"/>
          <ac:cxnSpMkLst>
            <pc:docMk/>
            <pc:sldMk cId="2285816010" sldId="258"/>
            <ac:cxnSpMk id="30" creationId="{86A6B60F-3160-8234-F75B-8354EB3AB818}"/>
          </ac:cxnSpMkLst>
        </pc:cxnChg>
        <pc:cxnChg chg="mod">
          <ac:chgData name="adilton junio" userId="66b3fade76ecdf97" providerId="LiveId" clId="{8F999EC3-B0A5-4B42-B8F8-F3CA06713860}" dt="2024-07-08T14:58:09.097" v="288"/>
          <ac:cxnSpMkLst>
            <pc:docMk/>
            <pc:sldMk cId="2285816010" sldId="258"/>
            <ac:cxnSpMk id="33" creationId="{4ED62A86-EF87-A8C0-C0F4-C8B412A79880}"/>
          </ac:cxnSpMkLst>
        </pc:cxnChg>
        <pc:cxnChg chg="mod">
          <ac:chgData name="adilton junio" userId="66b3fade76ecdf97" providerId="LiveId" clId="{8F999EC3-B0A5-4B42-B8F8-F3CA06713860}" dt="2024-07-08T14:58:09.097" v="288"/>
          <ac:cxnSpMkLst>
            <pc:docMk/>
            <pc:sldMk cId="2285816010" sldId="258"/>
            <ac:cxnSpMk id="35" creationId="{919F3AA2-9280-8B59-95FC-D2F6D27B57EC}"/>
          </ac:cxnSpMkLst>
        </pc:cxnChg>
        <pc:cxnChg chg="mod">
          <ac:chgData name="adilton junio" userId="66b3fade76ecdf97" providerId="LiveId" clId="{8F999EC3-B0A5-4B42-B8F8-F3CA06713860}" dt="2024-07-08T14:58:09.097" v="288"/>
          <ac:cxnSpMkLst>
            <pc:docMk/>
            <pc:sldMk cId="2285816010" sldId="258"/>
            <ac:cxnSpMk id="42" creationId="{3C242972-2C8A-B933-45F2-9374CC795667}"/>
          </ac:cxnSpMkLst>
        </pc:cxnChg>
        <pc:cxnChg chg="mod">
          <ac:chgData name="adilton junio" userId="66b3fade76ecdf97" providerId="LiveId" clId="{8F999EC3-B0A5-4B42-B8F8-F3CA06713860}" dt="2024-07-08T14:58:09.097" v="288"/>
          <ac:cxnSpMkLst>
            <pc:docMk/>
            <pc:sldMk cId="2285816010" sldId="258"/>
            <ac:cxnSpMk id="44" creationId="{0989023D-A321-FF52-7F80-5DBDF57ABD9B}"/>
          </ac:cxnSpMkLst>
        </pc:cxnChg>
      </pc:sldChg>
      <pc:sldChg chg="addSp delSp modSp mod">
        <pc:chgData name="adilton junio" userId="66b3fade76ecdf97" providerId="LiveId" clId="{8F999EC3-B0A5-4B42-B8F8-F3CA06713860}" dt="2024-07-10T22:32:10.405" v="1273" actId="552"/>
        <pc:sldMkLst>
          <pc:docMk/>
          <pc:sldMk cId="2979574403" sldId="259"/>
        </pc:sldMkLst>
        <pc:spChg chg="mod">
          <ac:chgData name="adilton junio" userId="66b3fade76ecdf97" providerId="LiveId" clId="{8F999EC3-B0A5-4B42-B8F8-F3CA06713860}" dt="2024-07-10T20:38:59.381" v="1219" actId="1035"/>
          <ac:spMkLst>
            <pc:docMk/>
            <pc:sldMk cId="2979574403" sldId="259"/>
            <ac:spMk id="2" creationId="{5190BEF2-9F43-A48F-4ECB-F20D4FF0E227}"/>
          </ac:spMkLst>
        </pc:spChg>
        <pc:spChg chg="add mod">
          <ac:chgData name="adilton junio" userId="66b3fade76ecdf97" providerId="LiveId" clId="{8F999EC3-B0A5-4B42-B8F8-F3CA06713860}" dt="2024-07-10T17:30:29.863" v="343" actId="164"/>
          <ac:spMkLst>
            <pc:docMk/>
            <pc:sldMk cId="2979574403" sldId="259"/>
            <ac:spMk id="4" creationId="{A1E5A8DF-8F0A-52E4-A0D6-644C390773C9}"/>
          </ac:spMkLst>
        </pc:spChg>
        <pc:spChg chg="mod">
          <ac:chgData name="adilton junio" userId="66b3fade76ecdf97" providerId="LiveId" clId="{8F999EC3-B0A5-4B42-B8F8-F3CA06713860}" dt="2024-07-10T22:32:10.405" v="1273" actId="552"/>
          <ac:spMkLst>
            <pc:docMk/>
            <pc:sldMk cId="2979574403" sldId="259"/>
            <ac:spMk id="7" creationId="{14CC4BDD-6C75-2284-8648-D592C4CDAEEC}"/>
          </ac:spMkLst>
        </pc:spChg>
        <pc:spChg chg="mod">
          <ac:chgData name="adilton junio" userId="66b3fade76ecdf97" providerId="LiveId" clId="{8F999EC3-B0A5-4B42-B8F8-F3CA06713860}" dt="2024-07-10T17:31:04.749" v="346"/>
          <ac:spMkLst>
            <pc:docMk/>
            <pc:sldMk cId="2979574403" sldId="259"/>
            <ac:spMk id="9" creationId="{A679875D-5D27-2A59-5793-6914629D6391}"/>
          </ac:spMkLst>
        </pc:spChg>
        <pc:spChg chg="add mod">
          <ac:chgData name="adilton junio" userId="66b3fade76ecdf97" providerId="LiveId" clId="{8F999EC3-B0A5-4B42-B8F8-F3CA06713860}" dt="2024-07-10T22:32:10.405" v="1273" actId="552"/>
          <ac:spMkLst>
            <pc:docMk/>
            <pc:sldMk cId="2979574403" sldId="259"/>
            <ac:spMk id="10" creationId="{3D3B8585-D048-75B3-144F-236CE4DCDCA8}"/>
          </ac:spMkLst>
        </pc:spChg>
        <pc:spChg chg="add mod">
          <ac:chgData name="adilton junio" userId="66b3fade76ecdf97" providerId="LiveId" clId="{8F999EC3-B0A5-4B42-B8F8-F3CA06713860}" dt="2024-07-10T22:28:50.372" v="1261" actId="1038"/>
          <ac:spMkLst>
            <pc:docMk/>
            <pc:sldMk cId="2979574403" sldId="259"/>
            <ac:spMk id="11" creationId="{988529C0-01AB-5F85-E81B-03EB4793417C}"/>
          </ac:spMkLst>
        </pc:spChg>
        <pc:spChg chg="mod">
          <ac:chgData name="adilton junio" userId="66b3fade76ecdf97" providerId="LiveId" clId="{8F999EC3-B0A5-4B42-B8F8-F3CA06713860}" dt="2024-07-10T20:38:59.381" v="1219" actId="1035"/>
          <ac:spMkLst>
            <pc:docMk/>
            <pc:sldMk cId="2979574403" sldId="259"/>
            <ac:spMk id="12" creationId="{1594B770-A144-D6AC-7C25-7D2EE4157880}"/>
          </ac:spMkLst>
        </pc:spChg>
        <pc:spChg chg="add mod">
          <ac:chgData name="adilton junio" userId="66b3fade76ecdf97" providerId="LiveId" clId="{8F999EC3-B0A5-4B42-B8F8-F3CA06713860}" dt="2024-07-10T22:28:50.372" v="1261" actId="1038"/>
          <ac:spMkLst>
            <pc:docMk/>
            <pc:sldMk cId="2979574403" sldId="259"/>
            <ac:spMk id="13" creationId="{BB979BA9-FEB0-5989-29EE-7570B8E9C8A2}"/>
          </ac:spMkLst>
        </pc:spChg>
        <pc:spChg chg="mod">
          <ac:chgData name="adilton junio" userId="66b3fade76ecdf97" providerId="LiveId" clId="{8F999EC3-B0A5-4B42-B8F8-F3CA06713860}" dt="2024-07-10T20:38:59.381" v="1219" actId="1035"/>
          <ac:spMkLst>
            <pc:docMk/>
            <pc:sldMk cId="2979574403" sldId="259"/>
            <ac:spMk id="15" creationId="{7BB162BB-71C3-D658-8F8F-32EEFFFA0E13}"/>
          </ac:spMkLst>
        </pc:spChg>
        <pc:spChg chg="mod">
          <ac:chgData name="adilton junio" userId="66b3fade76ecdf97" providerId="LiveId" clId="{8F999EC3-B0A5-4B42-B8F8-F3CA06713860}" dt="2024-07-10T20:38:34.612" v="1065"/>
          <ac:spMkLst>
            <pc:docMk/>
            <pc:sldMk cId="2979574403" sldId="259"/>
            <ac:spMk id="17" creationId="{9A01F1AC-3377-7F99-9348-BB3208660176}"/>
          </ac:spMkLst>
        </pc:spChg>
        <pc:spChg chg="mod">
          <ac:chgData name="adilton junio" userId="66b3fade76ecdf97" providerId="LiveId" clId="{8F999EC3-B0A5-4B42-B8F8-F3CA06713860}" dt="2024-07-10T20:38:34.612" v="1065"/>
          <ac:spMkLst>
            <pc:docMk/>
            <pc:sldMk cId="2979574403" sldId="259"/>
            <ac:spMk id="18" creationId="{B56A10AC-8B84-40E7-382E-0B35B11BA5DD}"/>
          </ac:spMkLst>
        </pc:spChg>
        <pc:spChg chg="mod">
          <ac:chgData name="adilton junio" userId="66b3fade76ecdf97" providerId="LiveId" clId="{8F999EC3-B0A5-4B42-B8F8-F3CA06713860}" dt="2024-07-10T20:38:34.612" v="1065"/>
          <ac:spMkLst>
            <pc:docMk/>
            <pc:sldMk cId="2979574403" sldId="259"/>
            <ac:spMk id="21" creationId="{B99588F9-5C23-1759-1F94-51129235B131}"/>
          </ac:spMkLst>
        </pc:spChg>
        <pc:spChg chg="mod">
          <ac:chgData name="adilton junio" userId="66b3fade76ecdf97" providerId="LiveId" clId="{8F999EC3-B0A5-4B42-B8F8-F3CA06713860}" dt="2024-07-10T22:31:38.761" v="1270" actId="207"/>
          <ac:spMkLst>
            <pc:docMk/>
            <pc:sldMk cId="2979574403" sldId="259"/>
            <ac:spMk id="22" creationId="{7879C28B-5AB4-B7B8-7951-0E47457D3031}"/>
          </ac:spMkLst>
        </pc:spChg>
        <pc:spChg chg="mod">
          <ac:chgData name="adilton junio" userId="66b3fade76ecdf97" providerId="LiveId" clId="{8F999EC3-B0A5-4B42-B8F8-F3CA06713860}" dt="2024-07-10T17:45:38.722" v="495" actId="403"/>
          <ac:spMkLst>
            <pc:docMk/>
            <pc:sldMk cId="2979574403" sldId="259"/>
            <ac:spMk id="26" creationId="{BFD6B590-B523-9A0C-7A82-8B1469D11C18}"/>
          </ac:spMkLst>
        </pc:spChg>
        <pc:spChg chg="mod">
          <ac:chgData name="adilton junio" userId="66b3fade76ecdf97" providerId="LiveId" clId="{8F999EC3-B0A5-4B42-B8F8-F3CA06713860}" dt="2024-07-10T17:45:38.722" v="495" actId="403"/>
          <ac:spMkLst>
            <pc:docMk/>
            <pc:sldMk cId="2979574403" sldId="259"/>
            <ac:spMk id="27" creationId="{15F53F5C-0D1C-2A33-6416-D1C7857487A1}"/>
          </ac:spMkLst>
        </pc:spChg>
        <pc:spChg chg="add mod">
          <ac:chgData name="adilton junio" userId="66b3fade76ecdf97" providerId="LiveId" clId="{8F999EC3-B0A5-4B42-B8F8-F3CA06713860}" dt="2024-07-10T22:28:50.372" v="1261" actId="1038"/>
          <ac:spMkLst>
            <pc:docMk/>
            <pc:sldMk cId="2979574403" sldId="259"/>
            <ac:spMk id="28" creationId="{C209304D-7F86-B587-81D8-5A40729CA646}"/>
          </ac:spMkLst>
        </pc:spChg>
        <pc:spChg chg="add mod">
          <ac:chgData name="adilton junio" userId="66b3fade76ecdf97" providerId="LiveId" clId="{8F999EC3-B0A5-4B42-B8F8-F3CA06713860}" dt="2024-07-10T22:32:10.405" v="1273" actId="552"/>
          <ac:spMkLst>
            <pc:docMk/>
            <pc:sldMk cId="2979574403" sldId="259"/>
            <ac:spMk id="29" creationId="{097B41D4-08B0-3E6A-BE28-F52E3771FAFC}"/>
          </ac:spMkLst>
        </pc:spChg>
        <pc:spChg chg="mod">
          <ac:chgData name="adilton junio" userId="66b3fade76ecdf97" providerId="LiveId" clId="{8F999EC3-B0A5-4B42-B8F8-F3CA06713860}" dt="2024-07-10T22:28:50.372" v="1261" actId="1038"/>
          <ac:spMkLst>
            <pc:docMk/>
            <pc:sldMk cId="2979574403" sldId="259"/>
            <ac:spMk id="30" creationId="{CDD99590-823C-B810-F958-3630CE025979}"/>
          </ac:spMkLst>
        </pc:spChg>
        <pc:spChg chg="mod">
          <ac:chgData name="adilton junio" userId="66b3fade76ecdf97" providerId="LiveId" clId="{8F999EC3-B0A5-4B42-B8F8-F3CA06713860}" dt="2024-07-10T22:28:50.372" v="1261" actId="1038"/>
          <ac:spMkLst>
            <pc:docMk/>
            <pc:sldMk cId="2979574403" sldId="259"/>
            <ac:spMk id="31" creationId="{E3935C5C-0366-B342-D6C2-E26ED0954C31}"/>
          </ac:spMkLst>
        </pc:spChg>
        <pc:spChg chg="mod">
          <ac:chgData name="adilton junio" userId="66b3fade76ecdf97" providerId="LiveId" clId="{8F999EC3-B0A5-4B42-B8F8-F3CA06713860}" dt="2024-07-10T22:28:50.372" v="1261" actId="1038"/>
          <ac:spMkLst>
            <pc:docMk/>
            <pc:sldMk cId="2979574403" sldId="259"/>
            <ac:spMk id="33" creationId="{9A55EBFD-4AF1-A1EC-9D2D-BA4434BACEF7}"/>
          </ac:spMkLst>
        </pc:spChg>
        <pc:spChg chg="add mod">
          <ac:chgData name="adilton junio" userId="66b3fade76ecdf97" providerId="LiveId" clId="{8F999EC3-B0A5-4B42-B8F8-F3CA06713860}" dt="2024-07-10T22:28:50.372" v="1261" actId="1038"/>
          <ac:spMkLst>
            <pc:docMk/>
            <pc:sldMk cId="2979574403" sldId="259"/>
            <ac:spMk id="35" creationId="{A7385D67-99F8-E410-B92A-D1AD08815314}"/>
          </ac:spMkLst>
        </pc:spChg>
        <pc:spChg chg="mod ord">
          <ac:chgData name="adilton junio" userId="66b3fade76ecdf97" providerId="LiveId" clId="{8F999EC3-B0A5-4B42-B8F8-F3CA06713860}" dt="2024-07-10T22:28:50.372" v="1261" actId="1038"/>
          <ac:spMkLst>
            <pc:docMk/>
            <pc:sldMk cId="2979574403" sldId="259"/>
            <ac:spMk id="37" creationId="{3ADE8B1B-30F8-0E8B-5B01-E0861254B642}"/>
          </ac:spMkLst>
        </pc:spChg>
        <pc:spChg chg="mod">
          <ac:chgData name="adilton junio" userId="66b3fade76ecdf97" providerId="LiveId" clId="{8F999EC3-B0A5-4B42-B8F8-F3CA06713860}" dt="2024-07-10T22:28:50.372" v="1261" actId="1038"/>
          <ac:spMkLst>
            <pc:docMk/>
            <pc:sldMk cId="2979574403" sldId="259"/>
            <ac:spMk id="38" creationId="{BE2E1706-344C-279C-9A1A-98F50C95C3FE}"/>
          </ac:spMkLst>
        </pc:spChg>
        <pc:spChg chg="mod">
          <ac:chgData name="adilton junio" userId="66b3fade76ecdf97" providerId="LiveId" clId="{8F999EC3-B0A5-4B42-B8F8-F3CA06713860}" dt="2024-07-10T20:38:59.381" v="1219" actId="1035"/>
          <ac:spMkLst>
            <pc:docMk/>
            <pc:sldMk cId="2979574403" sldId="259"/>
            <ac:spMk id="39" creationId="{DDC0B1C0-326B-5A6A-6367-C5197EAFD90A}"/>
          </ac:spMkLst>
        </pc:spChg>
        <pc:spChg chg="mod">
          <ac:chgData name="adilton junio" userId="66b3fade76ecdf97" providerId="LiveId" clId="{8F999EC3-B0A5-4B42-B8F8-F3CA06713860}" dt="2024-07-10T20:38:34.612" v="1065"/>
          <ac:spMkLst>
            <pc:docMk/>
            <pc:sldMk cId="2979574403" sldId="259"/>
            <ac:spMk id="40" creationId="{485A8FD1-5935-B4D2-326C-558EFBF2AD51}"/>
          </ac:spMkLst>
        </pc:spChg>
        <pc:spChg chg="mod">
          <ac:chgData name="adilton junio" userId="66b3fade76ecdf97" providerId="LiveId" clId="{8F999EC3-B0A5-4B42-B8F8-F3CA06713860}" dt="2024-07-10T20:38:34.612" v="1065"/>
          <ac:spMkLst>
            <pc:docMk/>
            <pc:sldMk cId="2979574403" sldId="259"/>
            <ac:spMk id="41" creationId="{AC4F3398-6866-33E3-7E11-629033EBC8C4}"/>
          </ac:spMkLst>
        </pc:spChg>
        <pc:spChg chg="add mod">
          <ac:chgData name="adilton junio" userId="66b3fade76ecdf97" providerId="LiveId" clId="{8F999EC3-B0A5-4B42-B8F8-F3CA06713860}" dt="2024-07-10T22:32:10.405" v="1273" actId="552"/>
          <ac:spMkLst>
            <pc:docMk/>
            <pc:sldMk cId="2979574403" sldId="259"/>
            <ac:spMk id="43" creationId="{9C9D5CB5-F4D4-DFCC-F214-161405EEFD7E}"/>
          </ac:spMkLst>
        </pc:spChg>
        <pc:spChg chg="mod">
          <ac:chgData name="adilton junio" userId="66b3fade76ecdf97" providerId="LiveId" clId="{8F999EC3-B0A5-4B42-B8F8-F3CA06713860}" dt="2024-07-10T22:28:50.372" v="1261" actId="1038"/>
          <ac:spMkLst>
            <pc:docMk/>
            <pc:sldMk cId="2979574403" sldId="259"/>
            <ac:spMk id="49" creationId="{25273311-F996-ABEC-B724-ACD4416B9BD8}"/>
          </ac:spMkLst>
        </pc:spChg>
        <pc:spChg chg="mod">
          <ac:chgData name="adilton junio" userId="66b3fade76ecdf97" providerId="LiveId" clId="{8F999EC3-B0A5-4B42-B8F8-F3CA06713860}" dt="2024-07-10T22:28:50.372" v="1261" actId="1038"/>
          <ac:spMkLst>
            <pc:docMk/>
            <pc:sldMk cId="2979574403" sldId="259"/>
            <ac:spMk id="51" creationId="{5F3DA4D8-0493-C4D1-54AC-18B0331399D6}"/>
          </ac:spMkLst>
        </pc:spChg>
        <pc:spChg chg="mod">
          <ac:chgData name="adilton junio" userId="66b3fade76ecdf97" providerId="LiveId" clId="{8F999EC3-B0A5-4B42-B8F8-F3CA06713860}" dt="2024-07-10T20:38:59.381" v="1219" actId="1035"/>
          <ac:spMkLst>
            <pc:docMk/>
            <pc:sldMk cId="2979574403" sldId="259"/>
            <ac:spMk id="52" creationId="{CB6A626C-42BE-26BE-2F44-A7F8680C24BF}"/>
          </ac:spMkLst>
        </pc:spChg>
        <pc:spChg chg="mod">
          <ac:chgData name="adilton junio" userId="66b3fade76ecdf97" providerId="LiveId" clId="{8F999EC3-B0A5-4B42-B8F8-F3CA06713860}" dt="2024-07-10T22:28:50.372" v="1261" actId="1038"/>
          <ac:spMkLst>
            <pc:docMk/>
            <pc:sldMk cId="2979574403" sldId="259"/>
            <ac:spMk id="53" creationId="{6FF6E52F-6DBB-57EB-C602-8C10273426FF}"/>
          </ac:spMkLst>
        </pc:spChg>
        <pc:spChg chg="mod">
          <ac:chgData name="adilton junio" userId="66b3fade76ecdf97" providerId="LiveId" clId="{8F999EC3-B0A5-4B42-B8F8-F3CA06713860}" dt="2024-07-10T20:38:59.381" v="1219" actId="1035"/>
          <ac:spMkLst>
            <pc:docMk/>
            <pc:sldMk cId="2979574403" sldId="259"/>
            <ac:spMk id="54" creationId="{A4F3CD97-3E4C-E20C-001F-392E19689A2D}"/>
          </ac:spMkLst>
        </pc:spChg>
        <pc:spChg chg="mod">
          <ac:chgData name="adilton junio" userId="66b3fade76ecdf97" providerId="LiveId" clId="{8F999EC3-B0A5-4B42-B8F8-F3CA06713860}" dt="2024-07-10T20:38:59.381" v="1219" actId="1035"/>
          <ac:spMkLst>
            <pc:docMk/>
            <pc:sldMk cId="2979574403" sldId="259"/>
            <ac:spMk id="64" creationId="{D56D16F1-26E3-62A7-45A8-3236147FBBC2}"/>
          </ac:spMkLst>
        </pc:spChg>
        <pc:spChg chg="mod ord">
          <ac:chgData name="adilton junio" userId="66b3fade76ecdf97" providerId="LiveId" clId="{8F999EC3-B0A5-4B42-B8F8-F3CA06713860}" dt="2024-07-10T20:38:59.381" v="1219" actId="1035"/>
          <ac:spMkLst>
            <pc:docMk/>
            <pc:sldMk cId="2979574403" sldId="259"/>
            <ac:spMk id="65" creationId="{0B1B13EB-D6C0-D3E4-9EEB-9763F150DFB0}"/>
          </ac:spMkLst>
        </pc:spChg>
        <pc:spChg chg="mod">
          <ac:chgData name="adilton junio" userId="66b3fade76ecdf97" providerId="LiveId" clId="{8F999EC3-B0A5-4B42-B8F8-F3CA06713860}" dt="2024-07-10T20:38:59.381" v="1219" actId="1035"/>
          <ac:spMkLst>
            <pc:docMk/>
            <pc:sldMk cId="2979574403" sldId="259"/>
            <ac:spMk id="67" creationId="{01F4955E-C308-40AA-0F13-F830DDAF8B8E}"/>
          </ac:spMkLst>
        </pc:spChg>
        <pc:spChg chg="mod">
          <ac:chgData name="adilton junio" userId="66b3fade76ecdf97" providerId="LiveId" clId="{8F999EC3-B0A5-4B42-B8F8-F3CA06713860}" dt="2024-07-10T22:31:34.041" v="1268" actId="207"/>
          <ac:spMkLst>
            <pc:docMk/>
            <pc:sldMk cId="2979574403" sldId="259"/>
            <ac:spMk id="81" creationId="{F61CB60A-CA70-A05D-4527-CDAF8DD857B1}"/>
          </ac:spMkLst>
        </pc:spChg>
        <pc:spChg chg="mod">
          <ac:chgData name="adilton junio" userId="66b3fade76ecdf97" providerId="LiveId" clId="{8F999EC3-B0A5-4B42-B8F8-F3CA06713860}" dt="2024-07-10T22:32:10.405" v="1273" actId="552"/>
          <ac:spMkLst>
            <pc:docMk/>
            <pc:sldMk cId="2979574403" sldId="259"/>
            <ac:spMk id="83" creationId="{31DD61BD-1C0D-CCF6-BF57-75F632416BE1}"/>
          </ac:spMkLst>
        </pc:spChg>
        <pc:spChg chg="mod">
          <ac:chgData name="adilton junio" userId="66b3fade76ecdf97" providerId="LiveId" clId="{8F999EC3-B0A5-4B42-B8F8-F3CA06713860}" dt="2024-07-10T22:32:10.405" v="1273" actId="552"/>
          <ac:spMkLst>
            <pc:docMk/>
            <pc:sldMk cId="2979574403" sldId="259"/>
            <ac:spMk id="84" creationId="{A07E6704-4334-705D-9954-39A0755B4789}"/>
          </ac:spMkLst>
        </pc:spChg>
        <pc:spChg chg="mod">
          <ac:chgData name="adilton junio" userId="66b3fade76ecdf97" providerId="LiveId" clId="{8F999EC3-B0A5-4B42-B8F8-F3CA06713860}" dt="2024-07-10T22:32:10.405" v="1273" actId="552"/>
          <ac:spMkLst>
            <pc:docMk/>
            <pc:sldMk cId="2979574403" sldId="259"/>
            <ac:spMk id="85" creationId="{30E39637-F7B9-4C5F-A4C3-8F739FD145C4}"/>
          </ac:spMkLst>
        </pc:spChg>
        <pc:spChg chg="mod">
          <ac:chgData name="adilton junio" userId="66b3fade76ecdf97" providerId="LiveId" clId="{8F999EC3-B0A5-4B42-B8F8-F3CA06713860}" dt="2024-07-10T22:31:36.508" v="1269" actId="207"/>
          <ac:spMkLst>
            <pc:docMk/>
            <pc:sldMk cId="2979574403" sldId="259"/>
            <ac:spMk id="105" creationId="{64EE7E2C-B564-2F22-26FE-1B775CA9BE8F}"/>
          </ac:spMkLst>
        </pc:spChg>
        <pc:spChg chg="del">
          <ac:chgData name="adilton junio" userId="66b3fade76ecdf97" providerId="LiveId" clId="{8F999EC3-B0A5-4B42-B8F8-F3CA06713860}" dt="2024-07-10T16:59:00.595" v="317" actId="478"/>
          <ac:spMkLst>
            <pc:docMk/>
            <pc:sldMk cId="2979574403" sldId="259"/>
            <ac:spMk id="106" creationId="{CA356078-1C43-A1EA-2F84-F8415EB8CBB4}"/>
          </ac:spMkLst>
        </pc:spChg>
        <pc:spChg chg="mod">
          <ac:chgData name="adilton junio" userId="66b3fade76ecdf97" providerId="LiveId" clId="{8F999EC3-B0A5-4B42-B8F8-F3CA06713860}" dt="2024-07-10T22:32:10.405" v="1273" actId="552"/>
          <ac:spMkLst>
            <pc:docMk/>
            <pc:sldMk cId="2979574403" sldId="259"/>
            <ac:spMk id="113" creationId="{4E8AD4E2-5829-1B8F-6CC1-CC7216CD4A95}"/>
          </ac:spMkLst>
        </pc:spChg>
        <pc:grpChg chg="add mod">
          <ac:chgData name="adilton junio" userId="66b3fade76ecdf97" providerId="LiveId" clId="{8F999EC3-B0A5-4B42-B8F8-F3CA06713860}" dt="2024-07-10T22:28:50.372" v="1261" actId="1038"/>
          <ac:grpSpMkLst>
            <pc:docMk/>
            <pc:sldMk cId="2979574403" sldId="259"/>
            <ac:grpSpMk id="5" creationId="{AF8EEC95-46BB-D9CF-61A5-E785CD6616DB}"/>
          </ac:grpSpMkLst>
        </pc:grpChg>
        <pc:grpChg chg="add mod">
          <ac:chgData name="adilton junio" userId="66b3fade76ecdf97" providerId="LiveId" clId="{8F999EC3-B0A5-4B42-B8F8-F3CA06713860}" dt="2024-07-10T20:38:59.381" v="1219" actId="1035"/>
          <ac:grpSpMkLst>
            <pc:docMk/>
            <pc:sldMk cId="2979574403" sldId="259"/>
            <ac:grpSpMk id="6" creationId="{E2649B41-B2C6-F8E1-9E38-5BC8EEFEC3C4}"/>
          </ac:grpSpMkLst>
        </pc:grpChg>
        <pc:grpChg chg="add mod">
          <ac:chgData name="adilton junio" userId="66b3fade76ecdf97" providerId="LiveId" clId="{8F999EC3-B0A5-4B42-B8F8-F3CA06713860}" dt="2024-07-10T22:28:50.372" v="1261" actId="1038"/>
          <ac:grpSpMkLst>
            <pc:docMk/>
            <pc:sldMk cId="2979574403" sldId="259"/>
            <ac:grpSpMk id="16" creationId="{E5E6C03E-2124-E0CD-AA53-D50EA2DDD7C9}"/>
          </ac:grpSpMkLst>
        </pc:grpChg>
        <pc:grpChg chg="add mod">
          <ac:chgData name="adilton junio" userId="66b3fade76ecdf97" providerId="LiveId" clId="{8F999EC3-B0A5-4B42-B8F8-F3CA06713860}" dt="2024-07-10T22:28:50.372" v="1261" actId="1038"/>
          <ac:grpSpMkLst>
            <pc:docMk/>
            <pc:sldMk cId="2979574403" sldId="259"/>
            <ac:grpSpMk id="20" creationId="{0AC21F4A-34EF-03E3-DE07-DC1720EAEEE8}"/>
          </ac:grpSpMkLst>
        </pc:grpChg>
        <pc:grpChg chg="mod">
          <ac:chgData name="adilton junio" userId="66b3fade76ecdf97" providerId="LiveId" clId="{8F999EC3-B0A5-4B42-B8F8-F3CA06713860}" dt="2024-07-10T20:38:59.381" v="1219" actId="1035"/>
          <ac:grpSpMkLst>
            <pc:docMk/>
            <pc:sldMk cId="2979574403" sldId="259"/>
            <ac:grpSpMk id="25" creationId="{395C7895-CD4E-B32B-4200-D5C2AEF760DC}"/>
          </ac:grpSpMkLst>
        </pc:grpChg>
        <pc:grpChg chg="add mod">
          <ac:chgData name="adilton junio" userId="66b3fade76ecdf97" providerId="LiveId" clId="{8F999EC3-B0A5-4B42-B8F8-F3CA06713860}" dt="2024-07-10T22:28:50.372" v="1261" actId="1038"/>
          <ac:grpSpMkLst>
            <pc:docMk/>
            <pc:sldMk cId="2979574403" sldId="259"/>
            <ac:grpSpMk id="36" creationId="{C4DCC35E-07CE-CC3C-C08B-5E7A0CC03A97}"/>
          </ac:grpSpMkLst>
        </pc:grpChg>
        <pc:grpChg chg="mod">
          <ac:chgData name="adilton junio" userId="66b3fade76ecdf97" providerId="LiveId" clId="{8F999EC3-B0A5-4B42-B8F8-F3CA06713860}" dt="2024-07-10T22:28:50.372" v="1261" actId="1038"/>
          <ac:grpSpMkLst>
            <pc:docMk/>
            <pc:sldMk cId="2979574403" sldId="259"/>
            <ac:grpSpMk id="56" creationId="{AD938466-4A1A-0E06-007F-D7BAC5505652}"/>
          </ac:grpSpMkLst>
        </pc:grpChg>
        <pc:grpChg chg="mod">
          <ac:chgData name="adilton junio" userId="66b3fade76ecdf97" providerId="LiveId" clId="{8F999EC3-B0A5-4B42-B8F8-F3CA06713860}" dt="2024-07-10T20:38:59.381" v="1219" actId="1035"/>
          <ac:grpSpMkLst>
            <pc:docMk/>
            <pc:sldMk cId="2979574403" sldId="259"/>
            <ac:grpSpMk id="78" creationId="{531F0A3C-3070-EFF3-D1E2-12B9C75B2749}"/>
          </ac:grpSpMkLst>
        </pc:grpChg>
        <pc:grpChg chg="mod">
          <ac:chgData name="adilton junio" userId="66b3fade76ecdf97" providerId="LiveId" clId="{8F999EC3-B0A5-4B42-B8F8-F3CA06713860}" dt="2024-07-10T22:28:50.372" v="1261" actId="1038"/>
          <ac:grpSpMkLst>
            <pc:docMk/>
            <pc:sldMk cId="2979574403" sldId="259"/>
            <ac:grpSpMk id="91" creationId="{6A25F992-7E39-CDF2-66E0-734F3CA11411}"/>
          </ac:grpSpMkLst>
        </pc:grpChg>
        <pc:grpChg chg="mod">
          <ac:chgData name="adilton junio" userId="66b3fade76ecdf97" providerId="LiveId" clId="{8F999EC3-B0A5-4B42-B8F8-F3CA06713860}" dt="2024-07-10T22:28:50.372" v="1261" actId="1038"/>
          <ac:grpSpMkLst>
            <pc:docMk/>
            <pc:sldMk cId="2979574403" sldId="259"/>
            <ac:grpSpMk id="98" creationId="{62A2726E-E952-5328-51BB-0319DE66EC1F}"/>
          </ac:grpSpMkLst>
        </pc:grpChg>
        <pc:grpChg chg="mod">
          <ac:chgData name="adilton junio" userId="66b3fade76ecdf97" providerId="LiveId" clId="{8F999EC3-B0A5-4B42-B8F8-F3CA06713860}" dt="2024-07-10T22:28:50.372" v="1261" actId="1038"/>
          <ac:grpSpMkLst>
            <pc:docMk/>
            <pc:sldMk cId="2979574403" sldId="259"/>
            <ac:grpSpMk id="103" creationId="{8A293701-90E2-B12E-07D1-048244821135}"/>
          </ac:grpSpMkLst>
        </pc:grpChg>
        <pc:grpChg chg="mod">
          <ac:chgData name="adilton junio" userId="66b3fade76ecdf97" providerId="LiveId" clId="{8F999EC3-B0A5-4B42-B8F8-F3CA06713860}" dt="2024-07-10T22:32:10.405" v="1273" actId="552"/>
          <ac:grpSpMkLst>
            <pc:docMk/>
            <pc:sldMk cId="2979574403" sldId="259"/>
            <ac:grpSpMk id="110" creationId="{8497BA6C-89E3-8DC0-A90B-A4EF4DDAEBC8}"/>
          </ac:grpSpMkLst>
        </pc:grpChg>
        <pc:cxnChg chg="add mod">
          <ac:chgData name="adilton junio" userId="66b3fade76ecdf97" providerId="LiveId" clId="{8F999EC3-B0A5-4B42-B8F8-F3CA06713860}" dt="2024-07-10T17:30:29.863" v="343" actId="164"/>
          <ac:cxnSpMkLst>
            <pc:docMk/>
            <pc:sldMk cId="2979574403" sldId="259"/>
            <ac:cxnSpMk id="3" creationId="{3425C7B8-265C-A032-8D35-66888D65A992}"/>
          </ac:cxnSpMkLst>
        </pc:cxnChg>
        <pc:cxnChg chg="mod">
          <ac:chgData name="adilton junio" userId="66b3fade76ecdf97" providerId="LiveId" clId="{8F999EC3-B0A5-4B42-B8F8-F3CA06713860}" dt="2024-07-10T17:31:04.749" v="346"/>
          <ac:cxnSpMkLst>
            <pc:docMk/>
            <pc:sldMk cId="2979574403" sldId="259"/>
            <ac:cxnSpMk id="8" creationId="{51FAA3D2-58AE-AEC5-83D2-6E0BB684F83A}"/>
          </ac:cxnSpMkLst>
        </pc:cxnChg>
        <pc:cxnChg chg="add mod">
          <ac:chgData name="adilton junio" userId="66b3fade76ecdf97" providerId="LiveId" clId="{8F999EC3-B0A5-4B42-B8F8-F3CA06713860}" dt="2024-07-10T22:28:50.372" v="1261" actId="1038"/>
          <ac:cxnSpMkLst>
            <pc:docMk/>
            <pc:sldMk cId="2979574403" sldId="259"/>
            <ac:cxnSpMk id="14" creationId="{E33ED6A1-20C7-12DF-0C9E-5748FABF3291}"/>
          </ac:cxnSpMkLst>
        </pc:cxnChg>
        <pc:cxnChg chg="add mod">
          <ac:chgData name="adilton junio" userId="66b3fade76ecdf97" providerId="LiveId" clId="{8F999EC3-B0A5-4B42-B8F8-F3CA06713860}" dt="2024-07-10T22:31:29.522" v="1267" actId="208"/>
          <ac:cxnSpMkLst>
            <pc:docMk/>
            <pc:sldMk cId="2979574403" sldId="259"/>
            <ac:cxnSpMk id="19" creationId="{36FE562B-A8F5-8BD4-81D2-3C735ECCD6BD}"/>
          </ac:cxnSpMkLst>
        </pc:cxnChg>
        <pc:cxnChg chg="add mod">
          <ac:chgData name="adilton junio" userId="66b3fade76ecdf97" providerId="LiveId" clId="{8F999EC3-B0A5-4B42-B8F8-F3CA06713860}" dt="2024-07-10T22:28:50.372" v="1261" actId="1038"/>
          <ac:cxnSpMkLst>
            <pc:docMk/>
            <pc:sldMk cId="2979574403" sldId="259"/>
            <ac:cxnSpMk id="23" creationId="{6AE70589-9FC9-9BB3-86D0-3DB3D9FDDA42}"/>
          </ac:cxnSpMkLst>
        </pc:cxnChg>
        <pc:cxnChg chg="mod">
          <ac:chgData name="adilton junio" userId="66b3fade76ecdf97" providerId="LiveId" clId="{8F999EC3-B0A5-4B42-B8F8-F3CA06713860}" dt="2024-07-10T20:38:59.381" v="1219" actId="1035"/>
          <ac:cxnSpMkLst>
            <pc:docMk/>
            <pc:sldMk cId="2979574403" sldId="259"/>
            <ac:cxnSpMk id="24" creationId="{0A2D5CEB-A6DF-E01E-7E10-D1E970DB836A}"/>
          </ac:cxnSpMkLst>
        </pc:cxnChg>
        <pc:cxnChg chg="mod">
          <ac:chgData name="adilton junio" userId="66b3fade76ecdf97" providerId="LiveId" clId="{8F999EC3-B0A5-4B42-B8F8-F3CA06713860}" dt="2024-07-10T22:28:50.372" v="1261" actId="1038"/>
          <ac:cxnSpMkLst>
            <pc:docMk/>
            <pc:sldMk cId="2979574403" sldId="259"/>
            <ac:cxnSpMk id="32" creationId="{BC6D0DF9-C6F6-4170-F668-0D43CDAD7FCF}"/>
          </ac:cxnSpMkLst>
        </pc:cxnChg>
        <pc:cxnChg chg="mod">
          <ac:chgData name="adilton junio" userId="66b3fade76ecdf97" providerId="LiveId" clId="{8F999EC3-B0A5-4B42-B8F8-F3CA06713860}" dt="2024-07-10T20:38:59.381" v="1219" actId="1035"/>
          <ac:cxnSpMkLst>
            <pc:docMk/>
            <pc:sldMk cId="2979574403" sldId="259"/>
            <ac:cxnSpMk id="42" creationId="{B1570981-55A4-BF07-0DCD-94E7E3AB486B}"/>
          </ac:cxnSpMkLst>
        </pc:cxnChg>
        <pc:cxnChg chg="mod">
          <ac:chgData name="adilton junio" userId="66b3fade76ecdf97" providerId="LiveId" clId="{8F999EC3-B0A5-4B42-B8F8-F3CA06713860}" dt="2024-07-10T22:28:50.372" v="1261" actId="1038"/>
          <ac:cxnSpMkLst>
            <pc:docMk/>
            <pc:sldMk cId="2979574403" sldId="259"/>
            <ac:cxnSpMk id="55" creationId="{32B37373-5C38-0192-8EDB-E919DFE93C7B}"/>
          </ac:cxnSpMkLst>
        </pc:cxnChg>
        <pc:cxnChg chg="mod">
          <ac:chgData name="adilton junio" userId="66b3fade76ecdf97" providerId="LiveId" clId="{8F999EC3-B0A5-4B42-B8F8-F3CA06713860}" dt="2024-07-10T20:38:59.381" v="1219" actId="1035"/>
          <ac:cxnSpMkLst>
            <pc:docMk/>
            <pc:sldMk cId="2979574403" sldId="259"/>
            <ac:cxnSpMk id="68" creationId="{D7DB7881-BFAA-BDE2-7FE2-001F016DD54F}"/>
          </ac:cxnSpMkLst>
        </pc:cxnChg>
        <pc:cxnChg chg="mod">
          <ac:chgData name="adilton junio" userId="66b3fade76ecdf97" providerId="LiveId" clId="{8F999EC3-B0A5-4B42-B8F8-F3CA06713860}" dt="2024-07-10T22:31:23.896" v="1265" actId="208"/>
          <ac:cxnSpMkLst>
            <pc:docMk/>
            <pc:sldMk cId="2979574403" sldId="259"/>
            <ac:cxnSpMk id="74" creationId="{B533DF2E-C9E9-BD06-6730-1B11D307FC30}"/>
          </ac:cxnSpMkLst>
        </pc:cxnChg>
        <pc:cxnChg chg="mod">
          <ac:chgData name="adilton junio" userId="66b3fade76ecdf97" providerId="LiveId" clId="{8F999EC3-B0A5-4B42-B8F8-F3CA06713860}" dt="2024-07-10T22:28:50.372" v="1261" actId="1038"/>
          <ac:cxnSpMkLst>
            <pc:docMk/>
            <pc:sldMk cId="2979574403" sldId="259"/>
            <ac:cxnSpMk id="92" creationId="{158D0206-BF75-10B0-9923-05A3A6FC64EA}"/>
          </ac:cxnSpMkLst>
        </pc:cxnChg>
        <pc:cxnChg chg="mod">
          <ac:chgData name="adilton junio" userId="66b3fade76ecdf97" providerId="LiveId" clId="{8F999EC3-B0A5-4B42-B8F8-F3CA06713860}" dt="2024-07-10T22:31:27.382" v="1266" actId="208"/>
          <ac:cxnSpMkLst>
            <pc:docMk/>
            <pc:sldMk cId="2979574403" sldId="259"/>
            <ac:cxnSpMk id="101" creationId="{BBB86B4E-2639-B8B9-3857-CE0FD69AF765}"/>
          </ac:cxnSpMkLst>
        </pc:cxnChg>
        <pc:cxnChg chg="del mod">
          <ac:chgData name="adilton junio" userId="66b3fade76ecdf97" providerId="LiveId" clId="{8F999EC3-B0A5-4B42-B8F8-F3CA06713860}" dt="2024-07-10T16:58:59.123" v="316" actId="478"/>
          <ac:cxnSpMkLst>
            <pc:docMk/>
            <pc:sldMk cId="2979574403" sldId="259"/>
            <ac:cxnSpMk id="102" creationId="{444CEE81-53DB-8BDB-330D-58E7B0AC6633}"/>
          </ac:cxnSpMkLst>
        </pc:cxnChg>
      </pc:sldChg>
      <pc:sldChg chg="addSp delSp modSp add mod">
        <pc:chgData name="adilton junio" userId="66b3fade76ecdf97" providerId="LiveId" clId="{8F999EC3-B0A5-4B42-B8F8-F3CA06713860}" dt="2024-07-10T22:26:19.302" v="1260" actId="478"/>
        <pc:sldMkLst>
          <pc:docMk/>
          <pc:sldMk cId="1157765011" sldId="260"/>
        </pc:sldMkLst>
        <pc:spChg chg="add mod ord">
          <ac:chgData name="adilton junio" userId="66b3fade76ecdf97" providerId="LiveId" clId="{8F999EC3-B0A5-4B42-B8F8-F3CA06713860}" dt="2024-07-10T18:46:49.753" v="943"/>
          <ac:spMkLst>
            <pc:docMk/>
            <pc:sldMk cId="1157765011" sldId="260"/>
            <ac:spMk id="2" creationId="{1BC54203-E03E-9308-A2D2-0DE0F523E969}"/>
          </ac:spMkLst>
        </pc:spChg>
        <pc:spChg chg="add del mod">
          <ac:chgData name="adilton junio" userId="66b3fade76ecdf97" providerId="LiveId" clId="{8F999EC3-B0A5-4B42-B8F8-F3CA06713860}" dt="2024-07-08T12:36:45.649" v="152" actId="478"/>
          <ac:spMkLst>
            <pc:docMk/>
            <pc:sldMk cId="1157765011" sldId="260"/>
            <ac:spMk id="2" creationId="{C36EC52B-896F-A310-22D1-396FB986C46A}"/>
          </ac:spMkLst>
        </pc:spChg>
        <pc:spChg chg="add del mod">
          <ac:chgData name="adilton junio" userId="66b3fade76ecdf97" providerId="LiveId" clId="{8F999EC3-B0A5-4B42-B8F8-F3CA06713860}" dt="2024-07-08T12:28:45.992" v="21" actId="478"/>
          <ac:spMkLst>
            <pc:docMk/>
            <pc:sldMk cId="1157765011" sldId="260"/>
            <ac:spMk id="3" creationId="{44B50E93-1055-1C2E-1C08-8E8E51FC4706}"/>
          </ac:spMkLst>
        </pc:spChg>
        <pc:spChg chg="ord">
          <ac:chgData name="adilton junio" userId="66b3fade76ecdf97" providerId="LiveId" clId="{8F999EC3-B0A5-4B42-B8F8-F3CA06713860}" dt="2024-07-08T12:46:36.457" v="183" actId="166"/>
          <ac:spMkLst>
            <pc:docMk/>
            <pc:sldMk cId="1157765011" sldId="260"/>
            <ac:spMk id="5" creationId="{A790BCCD-0592-6FA6-98D3-8B64D7FAE891}"/>
          </ac:spMkLst>
        </pc:spChg>
        <pc:spChg chg="mod">
          <ac:chgData name="adilton junio" userId="66b3fade76ecdf97" providerId="LiveId" clId="{8F999EC3-B0A5-4B42-B8F8-F3CA06713860}" dt="2024-07-10T18:46:49.753" v="943"/>
          <ac:spMkLst>
            <pc:docMk/>
            <pc:sldMk cId="1157765011" sldId="260"/>
            <ac:spMk id="6" creationId="{25B72799-784B-4BDD-CD2F-E91B2C30512F}"/>
          </ac:spMkLst>
        </pc:spChg>
        <pc:spChg chg="add mod">
          <ac:chgData name="adilton junio" userId="66b3fade76ecdf97" providerId="LiveId" clId="{8F999EC3-B0A5-4B42-B8F8-F3CA06713860}" dt="2024-07-08T13:02:00.650" v="210" actId="165"/>
          <ac:spMkLst>
            <pc:docMk/>
            <pc:sldMk cId="1157765011" sldId="260"/>
            <ac:spMk id="7" creationId="{AE9C66C3-FAA0-86DD-7D1B-B9568E47CBDD}"/>
          </ac:spMkLst>
        </pc:spChg>
        <pc:spChg chg="add mod">
          <ac:chgData name="adilton junio" userId="66b3fade76ecdf97" providerId="LiveId" clId="{8F999EC3-B0A5-4B42-B8F8-F3CA06713860}" dt="2024-07-10T21:34:34.908" v="1246" actId="20577"/>
          <ac:spMkLst>
            <pc:docMk/>
            <pc:sldMk cId="1157765011" sldId="260"/>
            <ac:spMk id="10" creationId="{2E02A9AD-579A-E323-E9BC-8004C367E95D}"/>
          </ac:spMkLst>
        </pc:spChg>
        <pc:spChg chg="add mod">
          <ac:chgData name="adilton junio" userId="66b3fade76ecdf97" providerId="LiveId" clId="{8F999EC3-B0A5-4B42-B8F8-F3CA06713860}" dt="2024-07-10T21:34:26.574" v="1244" actId="20577"/>
          <ac:spMkLst>
            <pc:docMk/>
            <pc:sldMk cId="1157765011" sldId="260"/>
            <ac:spMk id="11" creationId="{6553E2D4-010D-248E-95BD-E3FE9B0794B7}"/>
          </ac:spMkLst>
        </pc:spChg>
        <pc:spChg chg="del">
          <ac:chgData name="adilton junio" userId="66b3fade76ecdf97" providerId="LiveId" clId="{8F999EC3-B0A5-4B42-B8F8-F3CA06713860}" dt="2024-07-10T18:27:46.486" v="651" actId="478"/>
          <ac:spMkLst>
            <pc:docMk/>
            <pc:sldMk cId="1157765011" sldId="260"/>
            <ac:spMk id="11" creationId="{854DF1A6-29CF-ADFD-1652-7A7E86438E60}"/>
          </ac:spMkLst>
        </pc:spChg>
        <pc:spChg chg="add del mod">
          <ac:chgData name="adilton junio" userId="66b3fade76ecdf97" providerId="LiveId" clId="{8F999EC3-B0A5-4B42-B8F8-F3CA06713860}" dt="2024-07-10T22:26:19.302" v="1260" actId="478"/>
          <ac:spMkLst>
            <pc:docMk/>
            <pc:sldMk cId="1157765011" sldId="260"/>
            <ac:spMk id="12" creationId="{9A2BDAA1-32B7-F03F-41F3-E0CE06D87A0D}"/>
          </ac:spMkLst>
        </pc:spChg>
        <pc:spChg chg="mod">
          <ac:chgData name="adilton junio" userId="66b3fade76ecdf97" providerId="LiveId" clId="{8F999EC3-B0A5-4B42-B8F8-F3CA06713860}" dt="2024-07-08T12:29:04.848" v="26" actId="1076"/>
          <ac:spMkLst>
            <pc:docMk/>
            <pc:sldMk cId="1157765011" sldId="260"/>
            <ac:spMk id="13" creationId="{3D182A42-E5E7-B186-2FC6-5A479E3E5707}"/>
          </ac:spMkLst>
        </pc:spChg>
        <pc:spChg chg="del">
          <ac:chgData name="adilton junio" userId="66b3fade76ecdf97" providerId="LiveId" clId="{8F999EC3-B0A5-4B42-B8F8-F3CA06713860}" dt="2024-07-10T18:27:43.780" v="649" actId="478"/>
          <ac:spMkLst>
            <pc:docMk/>
            <pc:sldMk cId="1157765011" sldId="260"/>
            <ac:spMk id="13" creationId="{85EEEDD1-389D-1FDD-563F-DF600D0216F2}"/>
          </ac:spMkLst>
        </pc:spChg>
        <pc:spChg chg="add mod">
          <ac:chgData name="adilton junio" userId="66b3fade76ecdf97" providerId="LiveId" clId="{8F999EC3-B0A5-4B42-B8F8-F3CA06713860}" dt="2024-07-08T13:02:00.650" v="210" actId="165"/>
          <ac:spMkLst>
            <pc:docMk/>
            <pc:sldMk cId="1157765011" sldId="260"/>
            <ac:spMk id="14" creationId="{8F1075ED-0370-2791-44C8-42196D1A82DB}"/>
          </ac:spMkLst>
        </pc:spChg>
        <pc:spChg chg="del">
          <ac:chgData name="adilton junio" userId="66b3fade76ecdf97" providerId="LiveId" clId="{8F999EC3-B0A5-4B42-B8F8-F3CA06713860}" dt="2024-07-10T18:27:42.557" v="648" actId="478"/>
          <ac:spMkLst>
            <pc:docMk/>
            <pc:sldMk cId="1157765011" sldId="260"/>
            <ac:spMk id="14" creationId="{C5FDCF11-F370-2A5E-22AE-98AC8888AF60}"/>
          </ac:spMkLst>
        </pc:spChg>
        <pc:spChg chg="add del mod">
          <ac:chgData name="adilton junio" userId="66b3fade76ecdf97" providerId="LiveId" clId="{8F999EC3-B0A5-4B42-B8F8-F3CA06713860}" dt="2024-07-08T12:29:44.123" v="52" actId="478"/>
          <ac:spMkLst>
            <pc:docMk/>
            <pc:sldMk cId="1157765011" sldId="260"/>
            <ac:spMk id="15" creationId="{5AAAB92C-D264-47E0-C3AE-C4F1C435BF7F}"/>
          </ac:spMkLst>
        </pc:spChg>
        <pc:spChg chg="del mod">
          <ac:chgData name="adilton junio" userId="66b3fade76ecdf97" providerId="LiveId" clId="{8F999EC3-B0A5-4B42-B8F8-F3CA06713860}" dt="2024-07-10T21:34:58.294" v="1247" actId="478"/>
          <ac:spMkLst>
            <pc:docMk/>
            <pc:sldMk cId="1157765011" sldId="260"/>
            <ac:spMk id="15" creationId="{68E2780F-4533-1598-767C-86CC54BE18F5}"/>
          </ac:spMkLst>
        </pc:spChg>
        <pc:spChg chg="mod">
          <ac:chgData name="adilton junio" userId="66b3fade76ecdf97" providerId="LiveId" clId="{8F999EC3-B0A5-4B42-B8F8-F3CA06713860}" dt="2024-07-10T18:46:49.753" v="943"/>
          <ac:spMkLst>
            <pc:docMk/>
            <pc:sldMk cId="1157765011" sldId="260"/>
            <ac:spMk id="17" creationId="{7D73C70C-EFE5-EA63-7279-A04490FEDF4B}"/>
          </ac:spMkLst>
        </pc:spChg>
        <pc:spChg chg="mod">
          <ac:chgData name="adilton junio" userId="66b3fade76ecdf97" providerId="LiveId" clId="{8F999EC3-B0A5-4B42-B8F8-F3CA06713860}" dt="2024-07-10T21:35:09.626" v="1249" actId="1076"/>
          <ac:spMkLst>
            <pc:docMk/>
            <pc:sldMk cId="1157765011" sldId="260"/>
            <ac:spMk id="19" creationId="{4096B257-F400-9BDB-7753-0768761BFA61}"/>
          </ac:spMkLst>
        </pc:spChg>
        <pc:spChg chg="mod">
          <ac:chgData name="adilton junio" userId="66b3fade76ecdf97" providerId="LiveId" clId="{8F999EC3-B0A5-4B42-B8F8-F3CA06713860}" dt="2024-07-10T18:46:49.753" v="943"/>
          <ac:spMkLst>
            <pc:docMk/>
            <pc:sldMk cId="1157765011" sldId="260"/>
            <ac:spMk id="21" creationId="{32D38350-B56C-A005-A5EA-4DB579FA011F}"/>
          </ac:spMkLst>
        </pc:spChg>
        <pc:spChg chg="mod">
          <ac:chgData name="adilton junio" userId="66b3fade76ecdf97" providerId="LiveId" clId="{8F999EC3-B0A5-4B42-B8F8-F3CA06713860}" dt="2024-07-08T12:30:40.309" v="54"/>
          <ac:spMkLst>
            <pc:docMk/>
            <pc:sldMk cId="1157765011" sldId="260"/>
            <ac:spMk id="21" creationId="{99F736E0-58BD-D2CE-E034-704EB3A21F77}"/>
          </ac:spMkLst>
        </pc:spChg>
        <pc:spChg chg="mod">
          <ac:chgData name="adilton junio" userId="66b3fade76ecdf97" providerId="LiveId" clId="{8F999EC3-B0A5-4B42-B8F8-F3CA06713860}" dt="2024-07-10T18:46:52.521" v="946" actId="1076"/>
          <ac:spMkLst>
            <pc:docMk/>
            <pc:sldMk cId="1157765011" sldId="260"/>
            <ac:spMk id="22" creationId="{2C67F8E4-1719-7E0A-B929-E420FC5A419C}"/>
          </ac:spMkLst>
        </pc:spChg>
        <pc:spChg chg="mod">
          <ac:chgData name="adilton junio" userId="66b3fade76ecdf97" providerId="LiveId" clId="{8F999EC3-B0A5-4B42-B8F8-F3CA06713860}" dt="2024-07-08T12:30:52.503" v="65" actId="1037"/>
          <ac:spMkLst>
            <pc:docMk/>
            <pc:sldMk cId="1157765011" sldId="260"/>
            <ac:spMk id="22" creationId="{35FB4F26-B47C-7F72-E289-F8E3E418F670}"/>
          </ac:spMkLst>
        </pc:spChg>
        <pc:spChg chg="mod">
          <ac:chgData name="adilton junio" userId="66b3fade76ecdf97" providerId="LiveId" clId="{8F999EC3-B0A5-4B42-B8F8-F3CA06713860}" dt="2024-07-08T12:30:40.309" v="54"/>
          <ac:spMkLst>
            <pc:docMk/>
            <pc:sldMk cId="1157765011" sldId="260"/>
            <ac:spMk id="23" creationId="{C5C9A5E9-C868-2B83-8D18-BA134CBBBDC9}"/>
          </ac:spMkLst>
        </pc:spChg>
        <pc:spChg chg="add mod">
          <ac:chgData name="adilton junio" userId="66b3fade76ecdf97" providerId="LiveId" clId="{8F999EC3-B0A5-4B42-B8F8-F3CA06713860}" dt="2024-07-10T18:46:49.753" v="943"/>
          <ac:spMkLst>
            <pc:docMk/>
            <pc:sldMk cId="1157765011" sldId="260"/>
            <ac:spMk id="26" creationId="{FC42B46F-907E-AC08-685F-E331AA7CFEE1}"/>
          </ac:spMkLst>
        </pc:spChg>
        <pc:spChg chg="add mod ord">
          <ac:chgData name="adilton junio" userId="66b3fade76ecdf97" providerId="LiveId" clId="{8F999EC3-B0A5-4B42-B8F8-F3CA06713860}" dt="2024-07-10T18:46:49.753" v="943"/>
          <ac:spMkLst>
            <pc:docMk/>
            <pc:sldMk cId="1157765011" sldId="260"/>
            <ac:spMk id="27" creationId="{ACEAE7C5-12B0-97DD-90C8-0886F08AC5CE}"/>
          </ac:spMkLst>
        </pc:spChg>
        <pc:spChg chg="mod">
          <ac:chgData name="adilton junio" userId="66b3fade76ecdf97" providerId="LiveId" clId="{8F999EC3-B0A5-4B42-B8F8-F3CA06713860}" dt="2024-07-08T13:02:00.650" v="210" actId="165"/>
          <ac:spMkLst>
            <pc:docMk/>
            <pc:sldMk cId="1157765011" sldId="260"/>
            <ac:spMk id="29" creationId="{D1CD7608-6857-5CB2-0945-50908E1ABCFC}"/>
          </ac:spMkLst>
        </pc:spChg>
        <pc:spChg chg="mod">
          <ac:chgData name="adilton junio" userId="66b3fade76ecdf97" providerId="LiveId" clId="{8F999EC3-B0A5-4B42-B8F8-F3CA06713860}" dt="2024-07-08T13:02:00.650" v="210" actId="165"/>
          <ac:spMkLst>
            <pc:docMk/>
            <pc:sldMk cId="1157765011" sldId="260"/>
            <ac:spMk id="30" creationId="{9276FF7B-5981-9436-4836-317B2EA9D2D1}"/>
          </ac:spMkLst>
        </pc:spChg>
        <pc:spChg chg="mod">
          <ac:chgData name="adilton junio" userId="66b3fade76ecdf97" providerId="LiveId" clId="{8F999EC3-B0A5-4B42-B8F8-F3CA06713860}" dt="2024-07-10T18:46:49.753" v="943"/>
          <ac:spMkLst>
            <pc:docMk/>
            <pc:sldMk cId="1157765011" sldId="260"/>
            <ac:spMk id="32" creationId="{56258F3E-B884-A72D-9330-3FB344429180}"/>
          </ac:spMkLst>
        </pc:spChg>
        <pc:spChg chg="mod">
          <ac:chgData name="adilton junio" userId="66b3fade76ecdf97" providerId="LiveId" clId="{8F999EC3-B0A5-4B42-B8F8-F3CA06713860}" dt="2024-07-08T13:02:00.650" v="210" actId="165"/>
          <ac:spMkLst>
            <pc:docMk/>
            <pc:sldMk cId="1157765011" sldId="260"/>
            <ac:spMk id="32" creationId="{D1541382-BF30-A472-84A6-37B9FDFBA0EB}"/>
          </ac:spMkLst>
        </pc:spChg>
        <pc:spChg chg="mod">
          <ac:chgData name="adilton junio" userId="66b3fade76ecdf97" providerId="LiveId" clId="{8F999EC3-B0A5-4B42-B8F8-F3CA06713860}" dt="2024-07-10T18:47:01.951" v="949" actId="1076"/>
          <ac:spMkLst>
            <pc:docMk/>
            <pc:sldMk cId="1157765011" sldId="260"/>
            <ac:spMk id="33" creationId="{7661BF03-F0F7-F240-ABF6-5CB8A1C6A158}"/>
          </ac:spMkLst>
        </pc:spChg>
        <pc:spChg chg="mod">
          <ac:chgData name="adilton junio" userId="66b3fade76ecdf97" providerId="LiveId" clId="{8F999EC3-B0A5-4B42-B8F8-F3CA06713860}" dt="2024-07-08T13:02:00.650" v="210" actId="165"/>
          <ac:spMkLst>
            <pc:docMk/>
            <pc:sldMk cId="1157765011" sldId="260"/>
            <ac:spMk id="38" creationId="{E8DC77A9-9B69-D331-D3D6-14A446CA6CCD}"/>
          </ac:spMkLst>
        </pc:spChg>
        <pc:spChg chg="del mod">
          <ac:chgData name="adilton junio" userId="66b3fade76ecdf97" providerId="LiveId" clId="{8F999EC3-B0A5-4B42-B8F8-F3CA06713860}" dt="2024-07-08T12:34:08.638" v="121" actId="478"/>
          <ac:spMkLst>
            <pc:docMk/>
            <pc:sldMk cId="1157765011" sldId="260"/>
            <ac:spMk id="39" creationId="{000F7E2B-A71E-14D0-055F-7684233D504A}"/>
          </ac:spMkLst>
        </pc:spChg>
        <pc:spChg chg="del mod">
          <ac:chgData name="adilton junio" userId="66b3fade76ecdf97" providerId="LiveId" clId="{8F999EC3-B0A5-4B42-B8F8-F3CA06713860}" dt="2024-07-08T12:34:07.498" v="120" actId="478"/>
          <ac:spMkLst>
            <pc:docMk/>
            <pc:sldMk cId="1157765011" sldId="260"/>
            <ac:spMk id="40" creationId="{F7DCF7DC-AFAD-D24D-C58C-0E180B643CCC}"/>
          </ac:spMkLst>
        </pc:spChg>
        <pc:spChg chg="mod topLvl">
          <ac:chgData name="adilton junio" userId="66b3fade76ecdf97" providerId="LiveId" clId="{8F999EC3-B0A5-4B42-B8F8-F3CA06713860}" dt="2024-07-10T18:47:05.553" v="952"/>
          <ac:spMkLst>
            <pc:docMk/>
            <pc:sldMk cId="1157765011" sldId="260"/>
            <ac:spMk id="41" creationId="{3089A031-77F3-AEA9-5327-049256F4D71B}"/>
          </ac:spMkLst>
        </pc:spChg>
        <pc:spChg chg="mod">
          <ac:chgData name="adilton junio" userId="66b3fade76ecdf97" providerId="LiveId" clId="{8F999EC3-B0A5-4B42-B8F8-F3CA06713860}" dt="2024-07-08T13:02:00.650" v="210" actId="165"/>
          <ac:spMkLst>
            <pc:docMk/>
            <pc:sldMk cId="1157765011" sldId="260"/>
            <ac:spMk id="41" creationId="{A54C3A2E-DB85-C6A4-9B91-28A44CB7A3C2}"/>
          </ac:spMkLst>
        </pc:spChg>
        <pc:spChg chg="mod">
          <ac:chgData name="adilton junio" userId="66b3fade76ecdf97" providerId="LiveId" clId="{8F999EC3-B0A5-4B42-B8F8-F3CA06713860}" dt="2024-07-08T13:02:00.650" v="210" actId="165"/>
          <ac:spMkLst>
            <pc:docMk/>
            <pc:sldMk cId="1157765011" sldId="260"/>
            <ac:spMk id="42" creationId="{2A25DAF7-22A7-8E90-2E06-E8E8FF13F9C9}"/>
          </ac:spMkLst>
        </pc:spChg>
        <pc:spChg chg="mod topLvl">
          <ac:chgData name="adilton junio" userId="66b3fade76ecdf97" providerId="LiveId" clId="{8F999EC3-B0A5-4B42-B8F8-F3CA06713860}" dt="2024-07-10T18:47:05.553" v="952"/>
          <ac:spMkLst>
            <pc:docMk/>
            <pc:sldMk cId="1157765011" sldId="260"/>
            <ac:spMk id="42" creationId="{786792AE-80E4-EFE0-7186-FF75A2A9D8E5}"/>
          </ac:spMkLst>
        </pc:spChg>
        <pc:spChg chg="mod">
          <ac:chgData name="adilton junio" userId="66b3fade76ecdf97" providerId="LiveId" clId="{8F999EC3-B0A5-4B42-B8F8-F3CA06713860}" dt="2024-07-08T13:02:00.650" v="210" actId="165"/>
          <ac:spMkLst>
            <pc:docMk/>
            <pc:sldMk cId="1157765011" sldId="260"/>
            <ac:spMk id="43" creationId="{661CF628-ACBD-2CA1-7F63-138288A68B39}"/>
          </ac:spMkLst>
        </pc:spChg>
        <pc:spChg chg="mod topLvl">
          <ac:chgData name="adilton junio" userId="66b3fade76ecdf97" providerId="LiveId" clId="{8F999EC3-B0A5-4B42-B8F8-F3CA06713860}" dt="2024-07-10T18:47:05.553" v="952"/>
          <ac:spMkLst>
            <pc:docMk/>
            <pc:sldMk cId="1157765011" sldId="260"/>
            <ac:spMk id="44" creationId="{CBD68CFC-3217-5EB5-5619-8741E84A2E45}"/>
          </ac:spMkLst>
        </pc:spChg>
        <pc:spChg chg="del mod topLvl">
          <ac:chgData name="adilton junio" userId="66b3fade76ecdf97" providerId="LiveId" clId="{8F999EC3-B0A5-4B42-B8F8-F3CA06713860}" dt="2024-07-10T18:41:59.414" v="849" actId="478"/>
          <ac:spMkLst>
            <pc:docMk/>
            <pc:sldMk cId="1157765011" sldId="260"/>
            <ac:spMk id="46" creationId="{DE01D0C8-8E36-7DD2-2F35-B23D71C39952}"/>
          </ac:spMkLst>
        </pc:spChg>
        <pc:spChg chg="mod">
          <ac:chgData name="adilton junio" userId="66b3fade76ecdf97" providerId="LiveId" clId="{8F999EC3-B0A5-4B42-B8F8-F3CA06713860}" dt="2024-07-10T18:41:48.600" v="845" actId="165"/>
          <ac:spMkLst>
            <pc:docMk/>
            <pc:sldMk cId="1157765011" sldId="260"/>
            <ac:spMk id="50" creationId="{E0081F89-97FA-5D04-1EA6-83690B26EFE3}"/>
          </ac:spMkLst>
        </pc:spChg>
        <pc:spChg chg="add mod">
          <ac:chgData name="adilton junio" userId="66b3fade76ecdf97" providerId="LiveId" clId="{8F999EC3-B0A5-4B42-B8F8-F3CA06713860}" dt="2024-07-08T13:02:51.091" v="231" actId="1076"/>
          <ac:spMkLst>
            <pc:docMk/>
            <pc:sldMk cId="1157765011" sldId="260"/>
            <ac:spMk id="51" creationId="{3FACF833-3974-B29E-28FC-8FECED82AE66}"/>
          </ac:spMkLst>
        </pc:spChg>
        <pc:spChg chg="mod">
          <ac:chgData name="adilton junio" userId="66b3fade76ecdf97" providerId="LiveId" clId="{8F999EC3-B0A5-4B42-B8F8-F3CA06713860}" dt="2024-07-10T18:47:05.553" v="952"/>
          <ac:spMkLst>
            <pc:docMk/>
            <pc:sldMk cId="1157765011" sldId="260"/>
            <ac:spMk id="52" creationId="{24743657-F445-4DCD-0535-BE990F22B791}"/>
          </ac:spMkLst>
        </pc:spChg>
        <pc:spChg chg="mod">
          <ac:chgData name="adilton junio" userId="66b3fade76ecdf97" providerId="LiveId" clId="{8F999EC3-B0A5-4B42-B8F8-F3CA06713860}" dt="2024-07-10T18:47:05.553" v="952"/>
          <ac:spMkLst>
            <pc:docMk/>
            <pc:sldMk cId="1157765011" sldId="260"/>
            <ac:spMk id="54" creationId="{11E63E6F-25E8-2C25-AB64-51CE72E276D5}"/>
          </ac:spMkLst>
        </pc:spChg>
        <pc:spChg chg="del mod topLvl">
          <ac:chgData name="adilton junio" userId="66b3fade76ecdf97" providerId="LiveId" clId="{8F999EC3-B0A5-4B42-B8F8-F3CA06713860}" dt="2024-07-10T18:41:56.113" v="847" actId="478"/>
          <ac:spMkLst>
            <pc:docMk/>
            <pc:sldMk cId="1157765011" sldId="260"/>
            <ac:spMk id="56" creationId="{B8084C7D-E2E1-0FE6-110A-B058586257DD}"/>
          </ac:spMkLst>
        </pc:spChg>
        <pc:spChg chg="del mod topLvl">
          <ac:chgData name="adilton junio" userId="66b3fade76ecdf97" providerId="LiveId" clId="{8F999EC3-B0A5-4B42-B8F8-F3CA06713860}" dt="2024-07-10T18:41:57.287" v="848" actId="478"/>
          <ac:spMkLst>
            <pc:docMk/>
            <pc:sldMk cId="1157765011" sldId="260"/>
            <ac:spMk id="57" creationId="{42EAA209-4445-1957-A458-A267B03641A1}"/>
          </ac:spMkLst>
        </pc:spChg>
        <pc:spChg chg="add mod">
          <ac:chgData name="adilton junio" userId="66b3fade76ecdf97" providerId="LiveId" clId="{8F999EC3-B0A5-4B42-B8F8-F3CA06713860}" dt="2024-07-10T18:46:49.753" v="943"/>
          <ac:spMkLst>
            <pc:docMk/>
            <pc:sldMk cId="1157765011" sldId="260"/>
            <ac:spMk id="58" creationId="{E646922A-7770-46CC-0674-6F0475EDB0BC}"/>
          </ac:spMkLst>
        </pc:spChg>
        <pc:spChg chg="add mod">
          <ac:chgData name="adilton junio" userId="66b3fade76ecdf97" providerId="LiveId" clId="{8F999EC3-B0A5-4B42-B8F8-F3CA06713860}" dt="2024-07-10T18:47:05.553" v="952"/>
          <ac:spMkLst>
            <pc:docMk/>
            <pc:sldMk cId="1157765011" sldId="260"/>
            <ac:spMk id="59" creationId="{5809B2E8-C766-79EB-77D5-47035756D59F}"/>
          </ac:spMkLst>
        </pc:spChg>
        <pc:spChg chg="add mod">
          <ac:chgData name="adilton junio" userId="66b3fade76ecdf97" providerId="LiveId" clId="{8F999EC3-B0A5-4B42-B8F8-F3CA06713860}" dt="2024-07-10T18:49:44.427" v="1028" actId="20577"/>
          <ac:spMkLst>
            <pc:docMk/>
            <pc:sldMk cId="1157765011" sldId="260"/>
            <ac:spMk id="62" creationId="{0E6851ED-F623-B242-432C-FEFF6156689D}"/>
          </ac:spMkLst>
        </pc:spChg>
        <pc:spChg chg="add mod">
          <ac:chgData name="adilton junio" userId="66b3fade76ecdf97" providerId="LiveId" clId="{8F999EC3-B0A5-4B42-B8F8-F3CA06713860}" dt="2024-07-10T18:51:22.141" v="1045" actId="20577"/>
          <ac:spMkLst>
            <pc:docMk/>
            <pc:sldMk cId="1157765011" sldId="260"/>
            <ac:spMk id="63" creationId="{8828E7B0-85CE-BDDA-07F3-7044E1CFE515}"/>
          </ac:spMkLst>
        </pc:spChg>
        <pc:spChg chg="add mod">
          <ac:chgData name="adilton junio" userId="66b3fade76ecdf97" providerId="LiveId" clId="{8F999EC3-B0A5-4B42-B8F8-F3CA06713860}" dt="2024-07-10T18:47:10.972" v="954" actId="1076"/>
          <ac:spMkLst>
            <pc:docMk/>
            <pc:sldMk cId="1157765011" sldId="260"/>
            <ac:spMk id="64" creationId="{E4D485C9-79DB-2033-4914-6A0CCE7914E0}"/>
          </ac:spMkLst>
        </pc:spChg>
        <pc:spChg chg="mod">
          <ac:chgData name="adilton junio" userId="66b3fade76ecdf97" providerId="LiveId" clId="{8F999EC3-B0A5-4B42-B8F8-F3CA06713860}" dt="2024-07-08T12:33:33.880" v="113"/>
          <ac:spMkLst>
            <pc:docMk/>
            <pc:sldMk cId="1157765011" sldId="260"/>
            <ac:spMk id="68" creationId="{DFBE0EE5-1330-8887-D5A2-FB99A4321AAA}"/>
          </ac:spMkLst>
        </pc:spChg>
        <pc:spChg chg="mod">
          <ac:chgData name="adilton junio" userId="66b3fade76ecdf97" providerId="LiveId" clId="{8F999EC3-B0A5-4B42-B8F8-F3CA06713860}" dt="2024-07-08T12:33:33.880" v="113"/>
          <ac:spMkLst>
            <pc:docMk/>
            <pc:sldMk cId="1157765011" sldId="260"/>
            <ac:spMk id="69" creationId="{F179A8E9-CF41-CD57-C2F3-714E2E60E1E9}"/>
          </ac:spMkLst>
        </pc:spChg>
        <pc:spChg chg="mod">
          <ac:chgData name="adilton junio" userId="66b3fade76ecdf97" providerId="LiveId" clId="{8F999EC3-B0A5-4B42-B8F8-F3CA06713860}" dt="2024-07-08T12:33:33.880" v="113"/>
          <ac:spMkLst>
            <pc:docMk/>
            <pc:sldMk cId="1157765011" sldId="260"/>
            <ac:spMk id="70" creationId="{0416157D-A94F-8A20-D113-6F9D1EB70FC3}"/>
          </ac:spMkLst>
        </pc:spChg>
        <pc:spChg chg="mod">
          <ac:chgData name="adilton junio" userId="66b3fade76ecdf97" providerId="LiveId" clId="{8F999EC3-B0A5-4B42-B8F8-F3CA06713860}" dt="2024-07-08T12:33:33.880" v="113"/>
          <ac:spMkLst>
            <pc:docMk/>
            <pc:sldMk cId="1157765011" sldId="260"/>
            <ac:spMk id="71" creationId="{FE1CB58B-1C58-C3AD-9719-65FBFBFC73DA}"/>
          </ac:spMkLst>
        </pc:spChg>
        <pc:spChg chg="mod">
          <ac:chgData name="adilton junio" userId="66b3fade76ecdf97" providerId="LiveId" clId="{8F999EC3-B0A5-4B42-B8F8-F3CA06713860}" dt="2024-07-08T12:33:33.880" v="113"/>
          <ac:spMkLst>
            <pc:docMk/>
            <pc:sldMk cId="1157765011" sldId="260"/>
            <ac:spMk id="72" creationId="{E232E7D4-00BC-16CA-07CA-20DD54543509}"/>
          </ac:spMkLst>
        </pc:spChg>
        <pc:spChg chg="mod">
          <ac:chgData name="adilton junio" userId="66b3fade76ecdf97" providerId="LiveId" clId="{8F999EC3-B0A5-4B42-B8F8-F3CA06713860}" dt="2024-07-10T18:45:06.924" v="899" actId="1076"/>
          <ac:spMkLst>
            <pc:docMk/>
            <pc:sldMk cId="1157765011" sldId="260"/>
            <ac:spMk id="72" creationId="{F7706EAD-AF07-BE06-BA21-9AF549A41B20}"/>
          </ac:spMkLst>
        </pc:spChg>
        <pc:spChg chg="mod">
          <ac:chgData name="adilton junio" userId="66b3fade76ecdf97" providerId="LiveId" clId="{8F999EC3-B0A5-4B42-B8F8-F3CA06713860}" dt="2024-07-10T18:45:04.798" v="898" actId="1076"/>
          <ac:spMkLst>
            <pc:docMk/>
            <pc:sldMk cId="1157765011" sldId="260"/>
            <ac:spMk id="73" creationId="{2197B16D-CDEC-1387-3778-AE1D4F7A678E}"/>
          </ac:spMkLst>
        </pc:spChg>
        <pc:spChg chg="mod">
          <ac:chgData name="adilton junio" userId="66b3fade76ecdf97" providerId="LiveId" clId="{8F999EC3-B0A5-4B42-B8F8-F3CA06713860}" dt="2024-07-08T12:33:33.880" v="113"/>
          <ac:spMkLst>
            <pc:docMk/>
            <pc:sldMk cId="1157765011" sldId="260"/>
            <ac:spMk id="73" creationId="{3F73DBA9-E546-A879-CBA9-C14467ED90EB}"/>
          </ac:spMkLst>
        </pc:spChg>
        <pc:spChg chg="mod">
          <ac:chgData name="adilton junio" userId="66b3fade76ecdf97" providerId="LiveId" clId="{8F999EC3-B0A5-4B42-B8F8-F3CA06713860}" dt="2024-07-08T12:33:33.880" v="113"/>
          <ac:spMkLst>
            <pc:docMk/>
            <pc:sldMk cId="1157765011" sldId="260"/>
            <ac:spMk id="76" creationId="{3A1E740E-C99D-A0B6-4A66-18CBE3F72EAB}"/>
          </ac:spMkLst>
        </pc:spChg>
        <pc:spChg chg="mod">
          <ac:chgData name="adilton junio" userId="66b3fade76ecdf97" providerId="LiveId" clId="{8F999EC3-B0A5-4B42-B8F8-F3CA06713860}" dt="2024-07-08T12:33:33.880" v="113"/>
          <ac:spMkLst>
            <pc:docMk/>
            <pc:sldMk cId="1157765011" sldId="260"/>
            <ac:spMk id="77" creationId="{3CF2FD9D-0023-9582-772A-B2F3FD0DFD5F}"/>
          </ac:spMkLst>
        </pc:spChg>
        <pc:spChg chg="mod">
          <ac:chgData name="adilton junio" userId="66b3fade76ecdf97" providerId="LiveId" clId="{8F999EC3-B0A5-4B42-B8F8-F3CA06713860}" dt="2024-07-08T12:33:33.880" v="113"/>
          <ac:spMkLst>
            <pc:docMk/>
            <pc:sldMk cId="1157765011" sldId="260"/>
            <ac:spMk id="78" creationId="{4406D4B3-41B0-F1C7-270E-E7EB1F6319E8}"/>
          </ac:spMkLst>
        </pc:spChg>
        <pc:spChg chg="mod">
          <ac:chgData name="adilton junio" userId="66b3fade76ecdf97" providerId="LiveId" clId="{8F999EC3-B0A5-4B42-B8F8-F3CA06713860}" dt="2024-07-08T12:33:33.880" v="113"/>
          <ac:spMkLst>
            <pc:docMk/>
            <pc:sldMk cId="1157765011" sldId="260"/>
            <ac:spMk id="79" creationId="{8122430C-3C0D-0C38-EC7D-733333FDCA5D}"/>
          </ac:spMkLst>
        </pc:spChg>
        <pc:spChg chg="mod">
          <ac:chgData name="adilton junio" userId="66b3fade76ecdf97" providerId="LiveId" clId="{8F999EC3-B0A5-4B42-B8F8-F3CA06713860}" dt="2024-07-08T12:33:33.880" v="113"/>
          <ac:spMkLst>
            <pc:docMk/>
            <pc:sldMk cId="1157765011" sldId="260"/>
            <ac:spMk id="80" creationId="{18B4FDB5-D417-CAAC-3985-F216ECEAFD19}"/>
          </ac:spMkLst>
        </pc:spChg>
        <pc:spChg chg="mod">
          <ac:chgData name="adilton junio" userId="66b3fade76ecdf97" providerId="LiveId" clId="{8F999EC3-B0A5-4B42-B8F8-F3CA06713860}" dt="2024-07-08T12:33:33.880" v="113"/>
          <ac:spMkLst>
            <pc:docMk/>
            <pc:sldMk cId="1157765011" sldId="260"/>
            <ac:spMk id="81" creationId="{E98A241C-563D-7362-20A1-21898987DB7F}"/>
          </ac:spMkLst>
        </pc:spChg>
        <pc:spChg chg="mod">
          <ac:chgData name="adilton junio" userId="66b3fade76ecdf97" providerId="LiveId" clId="{8F999EC3-B0A5-4B42-B8F8-F3CA06713860}" dt="2024-07-08T13:02:00.650" v="210" actId="165"/>
          <ac:spMkLst>
            <pc:docMk/>
            <pc:sldMk cId="1157765011" sldId="260"/>
            <ac:spMk id="87" creationId="{E242237A-9274-48CC-F2D5-CDBBD8BA0306}"/>
          </ac:spMkLst>
        </pc:spChg>
        <pc:spChg chg="del mod">
          <ac:chgData name="adilton junio" userId="66b3fade76ecdf97" providerId="LiveId" clId="{8F999EC3-B0A5-4B42-B8F8-F3CA06713860}" dt="2024-07-08T12:34:13.343" v="124" actId="478"/>
          <ac:spMkLst>
            <pc:docMk/>
            <pc:sldMk cId="1157765011" sldId="260"/>
            <ac:spMk id="88" creationId="{4206D84C-B47F-9AA1-DD06-F76051EFCF44}"/>
          </ac:spMkLst>
        </pc:spChg>
        <pc:spChg chg="del mod">
          <ac:chgData name="adilton junio" userId="66b3fade76ecdf97" providerId="LiveId" clId="{8F999EC3-B0A5-4B42-B8F8-F3CA06713860}" dt="2024-07-08T12:34:10.982" v="123" actId="478"/>
          <ac:spMkLst>
            <pc:docMk/>
            <pc:sldMk cId="1157765011" sldId="260"/>
            <ac:spMk id="89" creationId="{ADB43C0B-59D4-371C-7498-D85932D92F5C}"/>
          </ac:spMkLst>
        </pc:spChg>
        <pc:spChg chg="mod">
          <ac:chgData name="adilton junio" userId="66b3fade76ecdf97" providerId="LiveId" clId="{8F999EC3-B0A5-4B42-B8F8-F3CA06713860}" dt="2024-07-08T13:02:00.650" v="210" actId="165"/>
          <ac:spMkLst>
            <pc:docMk/>
            <pc:sldMk cId="1157765011" sldId="260"/>
            <ac:spMk id="90" creationId="{6B4EA8C1-F6E2-3BB5-DD18-26BC2CB19C82}"/>
          </ac:spMkLst>
        </pc:spChg>
        <pc:spChg chg="mod">
          <ac:chgData name="adilton junio" userId="66b3fade76ecdf97" providerId="LiveId" clId="{8F999EC3-B0A5-4B42-B8F8-F3CA06713860}" dt="2024-07-08T13:02:00.650" v="210" actId="165"/>
          <ac:spMkLst>
            <pc:docMk/>
            <pc:sldMk cId="1157765011" sldId="260"/>
            <ac:spMk id="91" creationId="{B2D04A04-99AC-9CC1-F44F-5E69AE3DF54E}"/>
          </ac:spMkLst>
        </pc:spChg>
        <pc:spChg chg="mod">
          <ac:chgData name="adilton junio" userId="66b3fade76ecdf97" providerId="LiveId" clId="{8F999EC3-B0A5-4B42-B8F8-F3CA06713860}" dt="2024-07-08T13:02:00.650" v="210" actId="165"/>
          <ac:spMkLst>
            <pc:docMk/>
            <pc:sldMk cId="1157765011" sldId="260"/>
            <ac:spMk id="92" creationId="{976F9535-19AE-0972-CEEA-DE381998851A}"/>
          </ac:spMkLst>
        </pc:spChg>
        <pc:spChg chg="mod">
          <ac:chgData name="adilton junio" userId="66b3fade76ecdf97" providerId="LiveId" clId="{8F999EC3-B0A5-4B42-B8F8-F3CA06713860}" dt="2024-07-08T13:03:53.183" v="247" actId="1076"/>
          <ac:spMkLst>
            <pc:docMk/>
            <pc:sldMk cId="1157765011" sldId="260"/>
            <ac:spMk id="95" creationId="{5A40F6D6-16E9-4BA3-ECE9-F3F12E1BCB53}"/>
          </ac:spMkLst>
        </pc:spChg>
        <pc:spChg chg="mod">
          <ac:chgData name="adilton junio" userId="66b3fade76ecdf97" providerId="LiveId" clId="{8F999EC3-B0A5-4B42-B8F8-F3CA06713860}" dt="2024-07-08T13:04:40.830" v="256" actId="1076"/>
          <ac:spMkLst>
            <pc:docMk/>
            <pc:sldMk cId="1157765011" sldId="260"/>
            <ac:spMk id="96" creationId="{00BA66B4-81CA-EDE3-C57A-A3EBCD0C2E0D}"/>
          </ac:spMkLst>
        </pc:spChg>
        <pc:spChg chg="mod">
          <ac:chgData name="adilton junio" userId="66b3fade76ecdf97" providerId="LiveId" clId="{8F999EC3-B0A5-4B42-B8F8-F3CA06713860}" dt="2024-07-08T13:04:43.002" v="257" actId="1076"/>
          <ac:spMkLst>
            <pc:docMk/>
            <pc:sldMk cId="1157765011" sldId="260"/>
            <ac:spMk id="97" creationId="{D4C9D69D-47A7-2894-9F7B-FA3BA4BCA798}"/>
          </ac:spMkLst>
        </pc:spChg>
        <pc:spChg chg="mod">
          <ac:chgData name="adilton junio" userId="66b3fade76ecdf97" providerId="LiveId" clId="{8F999EC3-B0A5-4B42-B8F8-F3CA06713860}" dt="2024-07-08T13:02:00.650" v="210" actId="165"/>
          <ac:spMkLst>
            <pc:docMk/>
            <pc:sldMk cId="1157765011" sldId="260"/>
            <ac:spMk id="98" creationId="{F53A8181-2E0E-8187-9BF8-EB55E173FD31}"/>
          </ac:spMkLst>
        </pc:spChg>
        <pc:spChg chg="mod">
          <ac:chgData name="adilton junio" userId="66b3fade76ecdf97" providerId="LiveId" clId="{8F999EC3-B0A5-4B42-B8F8-F3CA06713860}" dt="2024-07-08T13:04:29.840" v="255" actId="1076"/>
          <ac:spMkLst>
            <pc:docMk/>
            <pc:sldMk cId="1157765011" sldId="260"/>
            <ac:spMk id="99" creationId="{F28C5627-9282-8530-143E-DD5B32C442FD}"/>
          </ac:spMkLst>
        </pc:spChg>
        <pc:spChg chg="mod">
          <ac:chgData name="adilton junio" userId="66b3fade76ecdf97" providerId="LiveId" clId="{8F999EC3-B0A5-4B42-B8F8-F3CA06713860}" dt="2024-07-08T13:03:50.900" v="246" actId="1076"/>
          <ac:spMkLst>
            <pc:docMk/>
            <pc:sldMk cId="1157765011" sldId="260"/>
            <ac:spMk id="100" creationId="{89771D79-2D9C-3546-E121-8F3A9B4C9B3D}"/>
          </ac:spMkLst>
        </pc:spChg>
        <pc:spChg chg="add del mod">
          <ac:chgData name="adilton junio" userId="66b3fade76ecdf97" providerId="LiveId" clId="{8F999EC3-B0A5-4B42-B8F8-F3CA06713860}" dt="2024-07-08T13:01:22.585" v="209" actId="478"/>
          <ac:spMkLst>
            <pc:docMk/>
            <pc:sldMk cId="1157765011" sldId="260"/>
            <ac:spMk id="106" creationId="{E8335893-92C3-2542-7158-E61F59F2643A}"/>
          </ac:spMkLst>
        </pc:spChg>
        <pc:grpChg chg="mod">
          <ac:chgData name="adilton junio" userId="66b3fade76ecdf97" providerId="LiveId" clId="{8F999EC3-B0A5-4B42-B8F8-F3CA06713860}" dt="2024-07-10T18:46:49.753" v="943"/>
          <ac:grpSpMkLst>
            <pc:docMk/>
            <pc:sldMk cId="1157765011" sldId="260"/>
            <ac:grpSpMk id="4" creationId="{5C62A87D-F27D-776E-0685-377AA07C25E6}"/>
          </ac:grpSpMkLst>
        </pc:grpChg>
        <pc:grpChg chg="mod">
          <ac:chgData name="adilton junio" userId="66b3fade76ecdf97" providerId="LiveId" clId="{8F999EC3-B0A5-4B42-B8F8-F3CA06713860}" dt="2024-07-10T18:46:49.753" v="943"/>
          <ac:grpSpMkLst>
            <pc:docMk/>
            <pc:sldMk cId="1157765011" sldId="260"/>
            <ac:grpSpMk id="5" creationId="{B418F9AF-B675-71FC-6EA9-151C486004EE}"/>
          </ac:grpSpMkLst>
        </pc:grpChg>
        <pc:grpChg chg="mod">
          <ac:chgData name="adilton junio" userId="66b3fade76ecdf97" providerId="LiveId" clId="{8F999EC3-B0A5-4B42-B8F8-F3CA06713860}" dt="2024-07-10T18:46:49.753" v="943"/>
          <ac:grpSpMkLst>
            <pc:docMk/>
            <pc:sldMk cId="1157765011" sldId="260"/>
            <ac:grpSpMk id="7" creationId="{044F132B-D637-F216-CECE-D08756F00200}"/>
          </ac:grpSpMkLst>
        </pc:grpChg>
        <pc:grpChg chg="mod">
          <ac:chgData name="adilton junio" userId="66b3fade76ecdf97" providerId="LiveId" clId="{8F999EC3-B0A5-4B42-B8F8-F3CA06713860}" dt="2024-07-10T18:46:49.753" v="943"/>
          <ac:grpSpMkLst>
            <pc:docMk/>
            <pc:sldMk cId="1157765011" sldId="260"/>
            <ac:grpSpMk id="8" creationId="{B6C16B9E-7660-3EE6-0DE5-D12494D316D6}"/>
          </ac:grpSpMkLst>
        </pc:grpChg>
        <pc:grpChg chg="del mod">
          <ac:chgData name="adilton junio" userId="66b3fade76ecdf97" providerId="LiveId" clId="{8F999EC3-B0A5-4B42-B8F8-F3CA06713860}" dt="2024-07-10T21:34:58.294" v="1247" actId="478"/>
          <ac:grpSpMkLst>
            <pc:docMk/>
            <pc:sldMk cId="1157765011" sldId="260"/>
            <ac:grpSpMk id="9" creationId="{3E1FD49F-D08F-36CE-2DE3-163CB7D32295}"/>
          </ac:grpSpMkLst>
        </pc:grpChg>
        <pc:grpChg chg="del">
          <ac:chgData name="adilton junio" userId="66b3fade76ecdf97" providerId="LiveId" clId="{8F999EC3-B0A5-4B42-B8F8-F3CA06713860}" dt="2024-07-10T18:27:43.780" v="649" actId="478"/>
          <ac:grpSpMkLst>
            <pc:docMk/>
            <pc:sldMk cId="1157765011" sldId="260"/>
            <ac:grpSpMk id="10" creationId="{2399B849-1589-412C-4962-57317E17402B}"/>
          </ac:grpSpMkLst>
        </pc:grpChg>
        <pc:grpChg chg="add mod">
          <ac:chgData name="adilton junio" userId="66b3fade76ecdf97" providerId="LiveId" clId="{8F999EC3-B0A5-4B42-B8F8-F3CA06713860}" dt="2024-07-08T13:02:00.650" v="210" actId="165"/>
          <ac:grpSpMkLst>
            <pc:docMk/>
            <pc:sldMk cId="1157765011" sldId="260"/>
            <ac:grpSpMk id="19" creationId="{DD5D191C-C269-8A1A-2F65-6DABB20FBBA6}"/>
          </ac:grpSpMkLst>
        </pc:grpChg>
        <pc:grpChg chg="add del mod">
          <ac:chgData name="adilton junio" userId="66b3fade76ecdf97" providerId="LiveId" clId="{8F999EC3-B0A5-4B42-B8F8-F3CA06713860}" dt="2024-07-08T12:30:53.823" v="66" actId="478"/>
          <ac:grpSpMkLst>
            <pc:docMk/>
            <pc:sldMk cId="1157765011" sldId="260"/>
            <ac:grpSpMk id="20" creationId="{6810D48F-72EB-8C77-FCAE-0B7447C6FC0E}"/>
          </ac:grpSpMkLst>
        </pc:grpChg>
        <pc:grpChg chg="add mod">
          <ac:chgData name="adilton junio" userId="66b3fade76ecdf97" providerId="LiveId" clId="{8F999EC3-B0A5-4B42-B8F8-F3CA06713860}" dt="2024-07-08T13:02:00.650" v="210" actId="165"/>
          <ac:grpSpMkLst>
            <pc:docMk/>
            <pc:sldMk cId="1157765011" sldId="260"/>
            <ac:grpSpMk id="25" creationId="{D1167E88-E210-AEDE-C5E7-D962418AD697}"/>
          </ac:grpSpMkLst>
        </pc:grpChg>
        <pc:grpChg chg="add mod">
          <ac:chgData name="adilton junio" userId="66b3fade76ecdf97" providerId="LiveId" clId="{8F999EC3-B0A5-4B42-B8F8-F3CA06713860}" dt="2024-07-10T18:46:49.753" v="943"/>
          <ac:grpSpMkLst>
            <pc:docMk/>
            <pc:sldMk cId="1157765011" sldId="260"/>
            <ac:grpSpMk id="30" creationId="{6C4B7435-0FE7-28BC-5535-D4AE1F148FF0}"/>
          </ac:grpSpMkLst>
        </pc:grpChg>
        <pc:grpChg chg="add mod">
          <ac:chgData name="adilton junio" userId="66b3fade76ecdf97" providerId="LiveId" clId="{8F999EC3-B0A5-4B42-B8F8-F3CA06713860}" dt="2024-07-10T18:46:49.753" v="943"/>
          <ac:grpSpMkLst>
            <pc:docMk/>
            <pc:sldMk cId="1157765011" sldId="260"/>
            <ac:grpSpMk id="31" creationId="{9AC1ADB9-1565-6BE8-3236-B09C888AB229}"/>
          </ac:grpSpMkLst>
        </pc:grpChg>
        <pc:grpChg chg="add mod">
          <ac:chgData name="adilton junio" userId="66b3fade76ecdf97" providerId="LiveId" clId="{8F999EC3-B0A5-4B42-B8F8-F3CA06713860}" dt="2024-07-08T13:02:00.650" v="210" actId="165"/>
          <ac:grpSpMkLst>
            <pc:docMk/>
            <pc:sldMk cId="1157765011" sldId="260"/>
            <ac:grpSpMk id="33" creationId="{9B374B9D-AA17-522D-F2D6-C23F6214D76C}"/>
          </ac:grpSpMkLst>
        </pc:grpChg>
        <pc:grpChg chg="add mod">
          <ac:chgData name="adilton junio" userId="66b3fade76ecdf97" providerId="LiveId" clId="{8F999EC3-B0A5-4B42-B8F8-F3CA06713860}" dt="2024-07-08T13:02:00.650" v="210" actId="165"/>
          <ac:grpSpMkLst>
            <pc:docMk/>
            <pc:sldMk cId="1157765011" sldId="260"/>
            <ac:grpSpMk id="34" creationId="{4D2EE164-0CCE-B893-D087-5A53E15F3279}"/>
          </ac:grpSpMkLst>
        </pc:grpChg>
        <pc:grpChg chg="mod">
          <ac:chgData name="adilton junio" userId="66b3fade76ecdf97" providerId="LiveId" clId="{8F999EC3-B0A5-4B42-B8F8-F3CA06713860}" dt="2024-07-08T13:02:00.650" v="210" actId="165"/>
          <ac:grpSpMkLst>
            <pc:docMk/>
            <pc:sldMk cId="1157765011" sldId="260"/>
            <ac:grpSpMk id="35" creationId="{52BBC6B2-030C-D773-A60C-B7F782102E5A}"/>
          </ac:grpSpMkLst>
        </pc:grpChg>
        <pc:grpChg chg="del mod">
          <ac:chgData name="adilton junio" userId="66b3fade76ecdf97" providerId="LiveId" clId="{8F999EC3-B0A5-4B42-B8F8-F3CA06713860}" dt="2024-07-08T12:34:08.638" v="121" actId="478"/>
          <ac:grpSpMkLst>
            <pc:docMk/>
            <pc:sldMk cId="1157765011" sldId="260"/>
            <ac:grpSpMk id="37" creationId="{13E58E6B-3567-21FD-EFB3-ED9FA1064BBD}"/>
          </ac:grpSpMkLst>
        </pc:grpChg>
        <pc:grpChg chg="add del mod">
          <ac:chgData name="adilton junio" userId="66b3fade76ecdf97" providerId="LiveId" clId="{8F999EC3-B0A5-4B42-B8F8-F3CA06713860}" dt="2024-07-10T18:41:44.523" v="844" actId="165"/>
          <ac:grpSpMkLst>
            <pc:docMk/>
            <pc:sldMk cId="1157765011" sldId="260"/>
            <ac:grpSpMk id="39" creationId="{94B59AEF-FA08-7915-A111-55C13D45E92A}"/>
          </ac:grpSpMkLst>
        </pc:grpChg>
        <pc:grpChg chg="del mod topLvl">
          <ac:chgData name="adilton junio" userId="66b3fade76ecdf97" providerId="LiveId" clId="{8F999EC3-B0A5-4B42-B8F8-F3CA06713860}" dt="2024-07-10T18:41:48.600" v="845" actId="165"/>
          <ac:grpSpMkLst>
            <pc:docMk/>
            <pc:sldMk cId="1157765011" sldId="260"/>
            <ac:grpSpMk id="40" creationId="{25149946-A1B5-508B-BBDF-572D6E374EE7}"/>
          </ac:grpSpMkLst>
        </pc:grpChg>
        <pc:grpChg chg="del mod topLvl">
          <ac:chgData name="adilton junio" userId="66b3fade76ecdf97" providerId="LiveId" clId="{8F999EC3-B0A5-4B42-B8F8-F3CA06713860}" dt="2024-07-10T18:41:53.787" v="846" actId="165"/>
          <ac:grpSpMkLst>
            <pc:docMk/>
            <pc:sldMk cId="1157765011" sldId="260"/>
            <ac:grpSpMk id="45" creationId="{34397F48-0B53-FA9F-C12E-1F2C89345EDC}"/>
          </ac:grpSpMkLst>
        </pc:grpChg>
        <pc:grpChg chg="mod topLvl">
          <ac:chgData name="adilton junio" userId="66b3fade76ecdf97" providerId="LiveId" clId="{8F999EC3-B0A5-4B42-B8F8-F3CA06713860}" dt="2024-07-10T18:47:05.553" v="952"/>
          <ac:grpSpMkLst>
            <pc:docMk/>
            <pc:sldMk cId="1157765011" sldId="260"/>
            <ac:grpSpMk id="47" creationId="{E9DD7969-318F-02E6-71A3-FC244D64BA48}"/>
          </ac:grpSpMkLst>
        </pc:grpChg>
        <pc:grpChg chg="mod topLvl">
          <ac:chgData name="adilton junio" userId="66b3fade76ecdf97" providerId="LiveId" clId="{8F999EC3-B0A5-4B42-B8F8-F3CA06713860}" dt="2024-07-10T18:47:05.553" v="952"/>
          <ac:grpSpMkLst>
            <pc:docMk/>
            <pc:sldMk cId="1157765011" sldId="260"/>
            <ac:grpSpMk id="48" creationId="{49B0B582-45E7-721D-B26F-EED883463355}"/>
          </ac:grpSpMkLst>
        </pc:grpChg>
        <pc:grpChg chg="del mod topLvl">
          <ac:chgData name="adilton junio" userId="66b3fade76ecdf97" providerId="LiveId" clId="{8F999EC3-B0A5-4B42-B8F8-F3CA06713860}" dt="2024-07-10T18:42:00.180" v="850" actId="478"/>
          <ac:grpSpMkLst>
            <pc:docMk/>
            <pc:sldMk cId="1157765011" sldId="260"/>
            <ac:grpSpMk id="49" creationId="{8C3C091D-4F18-7242-7FB1-B318FC6EDD3E}"/>
          </ac:grpSpMkLst>
        </pc:grpChg>
        <pc:grpChg chg="add mod ord">
          <ac:chgData name="adilton junio" userId="66b3fade76ecdf97" providerId="LiveId" clId="{8F999EC3-B0A5-4B42-B8F8-F3CA06713860}" dt="2024-07-08T13:03:09.810" v="239" actId="164"/>
          <ac:grpSpMkLst>
            <pc:docMk/>
            <pc:sldMk cId="1157765011" sldId="260"/>
            <ac:grpSpMk id="55" creationId="{AEB2E31F-DB1F-1FC4-3245-CB8A6272E356}"/>
          </ac:grpSpMkLst>
        </pc:grpChg>
        <pc:grpChg chg="add del mod">
          <ac:chgData name="adilton junio" userId="66b3fade76ecdf97" providerId="LiveId" clId="{8F999EC3-B0A5-4B42-B8F8-F3CA06713860}" dt="2024-07-08T14:58:22.104" v="297" actId="478"/>
          <ac:grpSpMkLst>
            <pc:docMk/>
            <pc:sldMk cId="1157765011" sldId="260"/>
            <ac:grpSpMk id="56" creationId="{69849317-4289-4816-37C0-C235B2D0A525}"/>
          </ac:grpSpMkLst>
        </pc:grpChg>
        <pc:grpChg chg="add del mod topLvl">
          <ac:chgData name="adilton junio" userId="66b3fade76ecdf97" providerId="LiveId" clId="{8F999EC3-B0A5-4B42-B8F8-F3CA06713860}" dt="2024-07-08T13:02:02.310" v="211" actId="478"/>
          <ac:grpSpMkLst>
            <pc:docMk/>
            <pc:sldMk cId="1157765011" sldId="260"/>
            <ac:grpSpMk id="57" creationId="{BB9A50D8-783E-DBE9-48C6-6FFBEB3EA2CC}"/>
          </ac:grpSpMkLst>
        </pc:grpChg>
        <pc:grpChg chg="add mod">
          <ac:chgData name="adilton junio" userId="66b3fade76ecdf97" providerId="LiveId" clId="{8F999EC3-B0A5-4B42-B8F8-F3CA06713860}" dt="2024-07-10T18:47:05.553" v="952"/>
          <ac:grpSpMkLst>
            <pc:docMk/>
            <pc:sldMk cId="1157765011" sldId="260"/>
            <ac:grpSpMk id="60" creationId="{6361A8AF-17BA-16DD-4DFF-B783799C8764}"/>
          </ac:grpSpMkLst>
        </pc:grpChg>
        <pc:grpChg chg="add mod">
          <ac:chgData name="adilton junio" userId="66b3fade76ecdf97" providerId="LiveId" clId="{8F999EC3-B0A5-4B42-B8F8-F3CA06713860}" dt="2024-07-10T18:46:49.753" v="943"/>
          <ac:grpSpMkLst>
            <pc:docMk/>
            <pc:sldMk cId="1157765011" sldId="260"/>
            <ac:grpSpMk id="61" creationId="{26CA0D58-E63A-2E4E-9FCD-D6B39F2F38DA}"/>
          </ac:grpSpMkLst>
        </pc:grpChg>
        <pc:grpChg chg="add del mod">
          <ac:chgData name="adilton junio" userId="66b3fade76ecdf97" providerId="LiveId" clId="{8F999EC3-B0A5-4B42-B8F8-F3CA06713860}" dt="2024-07-08T12:33:38.972" v="114" actId="478"/>
          <ac:grpSpMkLst>
            <pc:docMk/>
            <pc:sldMk cId="1157765011" sldId="260"/>
            <ac:grpSpMk id="63" creationId="{58384423-3DE1-0EF6-6CFC-E5550400CEF4}"/>
          </ac:grpSpMkLst>
        </pc:grpChg>
        <pc:grpChg chg="mod">
          <ac:chgData name="adilton junio" userId="66b3fade76ecdf97" providerId="LiveId" clId="{8F999EC3-B0A5-4B42-B8F8-F3CA06713860}" dt="2024-07-08T12:33:33.880" v="113"/>
          <ac:grpSpMkLst>
            <pc:docMk/>
            <pc:sldMk cId="1157765011" sldId="260"/>
            <ac:grpSpMk id="64" creationId="{3D5EDD53-9C89-48E5-9FE5-7F612905DA88}"/>
          </ac:grpSpMkLst>
        </pc:grpChg>
        <pc:grpChg chg="add mod">
          <ac:chgData name="adilton junio" userId="66b3fade76ecdf97" providerId="LiveId" clId="{8F999EC3-B0A5-4B42-B8F8-F3CA06713860}" dt="2024-07-10T18:47:05.553" v="952"/>
          <ac:grpSpMkLst>
            <pc:docMk/>
            <pc:sldMk cId="1157765011" sldId="260"/>
            <ac:grpSpMk id="65" creationId="{279673C1-722B-EC4B-80C2-0A09F8222520}"/>
          </ac:grpSpMkLst>
        </pc:grpChg>
        <pc:grpChg chg="mod">
          <ac:chgData name="adilton junio" userId="66b3fade76ecdf97" providerId="LiveId" clId="{8F999EC3-B0A5-4B42-B8F8-F3CA06713860}" dt="2024-07-08T12:33:33.880" v="113"/>
          <ac:grpSpMkLst>
            <pc:docMk/>
            <pc:sldMk cId="1157765011" sldId="260"/>
            <ac:grpSpMk id="65" creationId="{3BC1F7CD-AF4B-39B6-CCB6-58BC5901C9F7}"/>
          </ac:grpSpMkLst>
        </pc:grpChg>
        <pc:grpChg chg="mod">
          <ac:chgData name="adilton junio" userId="66b3fade76ecdf97" providerId="LiveId" clId="{8F999EC3-B0A5-4B42-B8F8-F3CA06713860}" dt="2024-07-08T12:33:33.880" v="113"/>
          <ac:grpSpMkLst>
            <pc:docMk/>
            <pc:sldMk cId="1157765011" sldId="260"/>
            <ac:grpSpMk id="66" creationId="{BAEBDF0D-9DD2-41CB-07E9-19724CE2FD21}"/>
          </ac:grpSpMkLst>
        </pc:grpChg>
        <pc:grpChg chg="mod">
          <ac:chgData name="adilton junio" userId="66b3fade76ecdf97" providerId="LiveId" clId="{8F999EC3-B0A5-4B42-B8F8-F3CA06713860}" dt="2024-07-08T12:33:33.880" v="113"/>
          <ac:grpSpMkLst>
            <pc:docMk/>
            <pc:sldMk cId="1157765011" sldId="260"/>
            <ac:grpSpMk id="67" creationId="{F3074510-B12E-7905-0E0F-8B0C1CC84EF5}"/>
          </ac:grpSpMkLst>
        </pc:grpChg>
        <pc:grpChg chg="add mod">
          <ac:chgData name="adilton junio" userId="66b3fade76ecdf97" providerId="LiveId" clId="{8F999EC3-B0A5-4B42-B8F8-F3CA06713860}" dt="2024-07-10T18:44:54.940" v="894" actId="1076"/>
          <ac:grpSpMkLst>
            <pc:docMk/>
            <pc:sldMk cId="1157765011" sldId="260"/>
            <ac:grpSpMk id="71" creationId="{09C146E2-CE1B-CF19-12CA-E31EE945F65C}"/>
          </ac:grpSpMkLst>
        </pc:grpChg>
        <pc:grpChg chg="mod">
          <ac:chgData name="adilton junio" userId="66b3fade76ecdf97" providerId="LiveId" clId="{8F999EC3-B0A5-4B42-B8F8-F3CA06713860}" dt="2024-07-08T12:33:33.880" v="113"/>
          <ac:grpSpMkLst>
            <pc:docMk/>
            <pc:sldMk cId="1157765011" sldId="260"/>
            <ac:grpSpMk id="74" creationId="{584612F3-35FF-00AF-86D0-A445B57FF70B}"/>
          </ac:grpSpMkLst>
        </pc:grpChg>
        <pc:grpChg chg="mod">
          <ac:chgData name="adilton junio" userId="66b3fade76ecdf97" providerId="LiveId" clId="{8F999EC3-B0A5-4B42-B8F8-F3CA06713860}" dt="2024-07-08T12:33:33.880" v="113"/>
          <ac:grpSpMkLst>
            <pc:docMk/>
            <pc:sldMk cId="1157765011" sldId="260"/>
            <ac:grpSpMk id="75" creationId="{9BCBE37B-DAF4-1D2C-52DF-0853D05154C3}"/>
          </ac:grpSpMkLst>
        </pc:grpChg>
        <pc:grpChg chg="add del mod">
          <ac:chgData name="adilton junio" userId="66b3fade76ecdf97" providerId="LiveId" clId="{8F999EC3-B0A5-4B42-B8F8-F3CA06713860}" dt="2024-07-08T12:35:01.605" v="127" actId="165"/>
          <ac:grpSpMkLst>
            <pc:docMk/>
            <pc:sldMk cId="1157765011" sldId="260"/>
            <ac:grpSpMk id="82" creationId="{3C64A06F-B3CB-E8AF-C3DE-0C3E343F289F}"/>
          </ac:grpSpMkLst>
        </pc:grpChg>
        <pc:grpChg chg="add del mod topLvl">
          <ac:chgData name="adilton junio" userId="66b3fade76ecdf97" providerId="LiveId" clId="{8F999EC3-B0A5-4B42-B8F8-F3CA06713860}" dt="2024-07-08T14:57:49.694" v="287" actId="164"/>
          <ac:grpSpMkLst>
            <pc:docMk/>
            <pc:sldMk cId="1157765011" sldId="260"/>
            <ac:grpSpMk id="83" creationId="{CB13F7FC-8194-6268-C612-2FC2D00D672F}"/>
          </ac:grpSpMkLst>
        </pc:grpChg>
        <pc:grpChg chg="del mod topLvl">
          <ac:chgData name="adilton junio" userId="66b3fade76ecdf97" providerId="LiveId" clId="{8F999EC3-B0A5-4B42-B8F8-F3CA06713860}" dt="2024-07-08T13:02:03.096" v="212" actId="478"/>
          <ac:grpSpMkLst>
            <pc:docMk/>
            <pc:sldMk cId="1157765011" sldId="260"/>
            <ac:grpSpMk id="84" creationId="{FEA6E910-01EF-ACC8-9D2A-2D2A578209A5}"/>
          </ac:grpSpMkLst>
        </pc:grpChg>
        <pc:grpChg chg="mod">
          <ac:chgData name="adilton junio" userId="66b3fade76ecdf97" providerId="LiveId" clId="{8F999EC3-B0A5-4B42-B8F8-F3CA06713860}" dt="2024-07-08T13:02:00.650" v="210" actId="165"/>
          <ac:grpSpMkLst>
            <pc:docMk/>
            <pc:sldMk cId="1157765011" sldId="260"/>
            <ac:grpSpMk id="85" creationId="{40035B1C-B094-05AE-B7F6-327DBD58DA62}"/>
          </ac:grpSpMkLst>
        </pc:grpChg>
        <pc:grpChg chg="del mod">
          <ac:chgData name="adilton junio" userId="66b3fade76ecdf97" providerId="LiveId" clId="{8F999EC3-B0A5-4B42-B8F8-F3CA06713860}" dt="2024-07-08T12:34:13.343" v="124" actId="478"/>
          <ac:grpSpMkLst>
            <pc:docMk/>
            <pc:sldMk cId="1157765011" sldId="260"/>
            <ac:grpSpMk id="86" creationId="{789ADCEE-EE4E-974B-2AA2-D464DE89BAB0}"/>
          </ac:grpSpMkLst>
        </pc:grpChg>
        <pc:grpChg chg="mod">
          <ac:chgData name="adilton junio" userId="66b3fade76ecdf97" providerId="LiveId" clId="{8F999EC3-B0A5-4B42-B8F8-F3CA06713860}" dt="2024-07-08T13:02:00.650" v="210" actId="165"/>
          <ac:grpSpMkLst>
            <pc:docMk/>
            <pc:sldMk cId="1157765011" sldId="260"/>
            <ac:grpSpMk id="93" creationId="{21CD37F9-4E30-7486-1ECE-36A4854B38DB}"/>
          </ac:grpSpMkLst>
        </pc:grpChg>
        <pc:grpChg chg="mod">
          <ac:chgData name="adilton junio" userId="66b3fade76ecdf97" providerId="LiveId" clId="{8F999EC3-B0A5-4B42-B8F8-F3CA06713860}" dt="2024-07-08T13:02:00.650" v="210" actId="165"/>
          <ac:grpSpMkLst>
            <pc:docMk/>
            <pc:sldMk cId="1157765011" sldId="260"/>
            <ac:grpSpMk id="94" creationId="{EB166053-7A4F-8A95-E85B-D19E7E5BE88C}"/>
          </ac:grpSpMkLst>
        </pc:grpChg>
        <pc:grpChg chg="add del mod">
          <ac:chgData name="adilton junio" userId="66b3fade76ecdf97" providerId="LiveId" clId="{8F999EC3-B0A5-4B42-B8F8-F3CA06713860}" dt="2024-07-08T13:02:00.650" v="210" actId="165"/>
          <ac:grpSpMkLst>
            <pc:docMk/>
            <pc:sldMk cId="1157765011" sldId="260"/>
            <ac:grpSpMk id="101" creationId="{0865B71C-96BB-AE53-7607-6BB08F3328FD}"/>
          </ac:grpSpMkLst>
        </pc:grpChg>
        <pc:grpChg chg="add del mod">
          <ac:chgData name="adilton junio" userId="66b3fade76ecdf97" providerId="LiveId" clId="{8F999EC3-B0A5-4B42-B8F8-F3CA06713860}" dt="2024-07-08T14:57:49.694" v="287" actId="164"/>
          <ac:grpSpMkLst>
            <pc:docMk/>
            <pc:sldMk cId="1157765011" sldId="260"/>
            <ac:grpSpMk id="107" creationId="{15CFD296-24B7-0E2F-BF1D-16FA373388F8}"/>
          </ac:grpSpMkLst>
        </pc:grpChg>
        <pc:grpChg chg="add del mod">
          <ac:chgData name="adilton junio" userId="66b3fade76ecdf97" providerId="LiveId" clId="{8F999EC3-B0A5-4B42-B8F8-F3CA06713860}" dt="2024-07-08T14:58:23.686" v="298" actId="478"/>
          <ac:grpSpMkLst>
            <pc:docMk/>
            <pc:sldMk cId="1157765011" sldId="260"/>
            <ac:grpSpMk id="108" creationId="{FFBEE33A-C9CA-7890-C13C-D741CD32B5BB}"/>
          </ac:grpSpMkLst>
        </pc:grpChg>
        <pc:picChg chg="del">
          <ac:chgData name="adilton junio" userId="66b3fade76ecdf97" providerId="LiveId" clId="{8F999EC3-B0A5-4B42-B8F8-F3CA06713860}" dt="2024-07-10T18:27:03.107" v="647" actId="478"/>
          <ac:picMkLst>
            <pc:docMk/>
            <pc:sldMk cId="1157765011" sldId="260"/>
            <ac:picMk id="25" creationId="{AF015A9F-E8B6-3883-6C4F-8B5CCF3E1743}"/>
          </ac:picMkLst>
        </pc:picChg>
        <pc:picChg chg="add mod modCrop">
          <ac:chgData name="adilton junio" userId="66b3fade76ecdf97" providerId="LiveId" clId="{8F999EC3-B0A5-4B42-B8F8-F3CA06713860}" dt="2024-07-08T14:59:02.109" v="312" actId="1037"/>
          <ac:picMkLst>
            <pc:docMk/>
            <pc:sldMk cId="1157765011" sldId="260"/>
            <ac:picMk id="110" creationId="{28E6BA5D-18FD-7AD0-9B5C-C194F7251D9A}"/>
          </ac:picMkLst>
        </pc:picChg>
        <pc:cxnChg chg="add mod ord">
          <ac:chgData name="adilton junio" userId="66b3fade76ecdf97" providerId="LiveId" clId="{8F999EC3-B0A5-4B42-B8F8-F3CA06713860}" dt="2024-07-10T18:46:49.753" v="943"/>
          <ac:cxnSpMkLst>
            <pc:docMk/>
            <pc:sldMk cId="1157765011" sldId="260"/>
            <ac:cxnSpMk id="3" creationId="{B5DA88E5-DFAC-4413-9EA3-5B5EAE05FC5C}"/>
          </ac:cxnSpMkLst>
        </pc:cxnChg>
        <pc:cxnChg chg="del">
          <ac:chgData name="adilton junio" userId="66b3fade76ecdf97" providerId="LiveId" clId="{8F999EC3-B0A5-4B42-B8F8-F3CA06713860}" dt="2024-07-10T18:27:45.422" v="650" actId="478"/>
          <ac:cxnSpMkLst>
            <pc:docMk/>
            <pc:sldMk cId="1157765011" sldId="260"/>
            <ac:cxnSpMk id="12" creationId="{B8A5B252-CF86-24D4-C8F9-87361D387AB8}"/>
          </ac:cxnSpMkLst>
        </pc:cxnChg>
        <pc:cxnChg chg="del mod">
          <ac:chgData name="adilton junio" userId="66b3fade76ecdf97" providerId="LiveId" clId="{8F999EC3-B0A5-4B42-B8F8-F3CA06713860}" dt="2024-07-10T21:34:59.593" v="1248" actId="478"/>
          <ac:cxnSpMkLst>
            <pc:docMk/>
            <pc:sldMk cId="1157765011" sldId="260"/>
            <ac:cxnSpMk id="16" creationId="{F66AC23B-F9E1-A736-876B-8C830B352A1B}"/>
          </ac:cxnSpMkLst>
        </pc:cxnChg>
        <pc:cxnChg chg="mod ord">
          <ac:chgData name="adilton junio" userId="66b3fade76ecdf97" providerId="LiveId" clId="{8F999EC3-B0A5-4B42-B8F8-F3CA06713860}" dt="2024-07-10T18:46:49.753" v="943"/>
          <ac:cxnSpMkLst>
            <pc:docMk/>
            <pc:sldMk cId="1157765011" sldId="260"/>
            <ac:cxnSpMk id="18" creationId="{F253055D-73BC-BC5E-DE5E-81E06284BA7B}"/>
          </ac:cxnSpMkLst>
        </pc:cxnChg>
        <pc:cxnChg chg="mod ord">
          <ac:chgData name="adilton junio" userId="66b3fade76ecdf97" providerId="LiveId" clId="{8F999EC3-B0A5-4B42-B8F8-F3CA06713860}" dt="2024-07-10T18:46:49.753" v="943"/>
          <ac:cxnSpMkLst>
            <pc:docMk/>
            <pc:sldMk cId="1157765011" sldId="260"/>
            <ac:cxnSpMk id="20" creationId="{4B8DC4AF-3295-8623-710A-368D5F5294D8}"/>
          </ac:cxnSpMkLst>
        </pc:cxnChg>
        <pc:cxnChg chg="mod topLvl">
          <ac:chgData name="adilton junio" userId="66b3fade76ecdf97" providerId="LiveId" clId="{8F999EC3-B0A5-4B42-B8F8-F3CA06713860}" dt="2024-07-10T18:47:05.553" v="952"/>
          <ac:cxnSpMkLst>
            <pc:docMk/>
            <pc:sldMk cId="1157765011" sldId="260"/>
            <ac:cxnSpMk id="43" creationId="{70FF4037-3FC2-5010-F8AD-77CBA46D0041}"/>
          </ac:cxnSpMkLst>
        </pc:cxnChg>
        <pc:cxnChg chg="add mod">
          <ac:chgData name="adilton junio" userId="66b3fade76ecdf97" providerId="LiveId" clId="{8F999EC3-B0A5-4B42-B8F8-F3CA06713860}" dt="2024-07-08T13:04:11.924" v="251" actId="1076"/>
          <ac:cxnSpMkLst>
            <pc:docMk/>
            <pc:sldMk cId="1157765011" sldId="260"/>
            <ac:cxnSpMk id="48" creationId="{E007C193-E1E4-B23F-0737-A0A33B63127E}"/>
          </ac:cxnSpMkLst>
        </pc:cxnChg>
        <pc:cxnChg chg="mod">
          <ac:chgData name="adilton junio" userId="66b3fade76ecdf97" providerId="LiveId" clId="{8F999EC3-B0A5-4B42-B8F8-F3CA06713860}" dt="2024-07-10T18:41:48.600" v="845" actId="165"/>
          <ac:cxnSpMkLst>
            <pc:docMk/>
            <pc:sldMk cId="1157765011" sldId="260"/>
            <ac:cxnSpMk id="51" creationId="{E91D9FB8-7192-28CB-45DC-A6862E1CB41F}"/>
          </ac:cxnSpMkLst>
        </pc:cxnChg>
        <pc:cxnChg chg="mod">
          <ac:chgData name="adilton junio" userId="66b3fade76ecdf97" providerId="LiveId" clId="{8F999EC3-B0A5-4B42-B8F8-F3CA06713860}" dt="2024-07-10T18:47:05.553" v="952"/>
          <ac:cxnSpMkLst>
            <pc:docMk/>
            <pc:sldMk cId="1157765011" sldId="260"/>
            <ac:cxnSpMk id="53" creationId="{1BED5C77-E7A0-06C2-836A-9D7B819B805D}"/>
          </ac:cxnSpMkLst>
        </pc:cxnChg>
        <pc:cxnChg chg="add mod">
          <ac:chgData name="adilton junio" userId="66b3fade76ecdf97" providerId="LiveId" clId="{8F999EC3-B0A5-4B42-B8F8-F3CA06713860}" dt="2024-07-08T13:03:09.810" v="239" actId="164"/>
          <ac:cxnSpMkLst>
            <pc:docMk/>
            <pc:sldMk cId="1157765011" sldId="260"/>
            <ac:cxnSpMk id="53" creationId="{C7B65055-04E8-6DA9-E309-9BFDC4681B9D}"/>
          </ac:cxnSpMkLst>
        </pc:cxnChg>
        <pc:cxnChg chg="mod">
          <ac:chgData name="adilton junio" userId="66b3fade76ecdf97" providerId="LiveId" clId="{8F999EC3-B0A5-4B42-B8F8-F3CA06713860}" dt="2024-07-10T18:47:05.553" v="952"/>
          <ac:cxnSpMkLst>
            <pc:docMk/>
            <pc:sldMk cId="1157765011" sldId="260"/>
            <ac:cxnSpMk id="55" creationId="{04185AC0-818D-AE1B-A94A-422B918EC5CB}"/>
          </ac:cxnSpMkLst>
        </pc:cxnChg>
      </pc:sldChg>
      <pc:sldChg chg="addSp delSp modSp add del mod">
        <pc:chgData name="adilton junio" userId="66b3fade76ecdf97" providerId="LiveId" clId="{8F999EC3-B0A5-4B42-B8F8-F3CA06713860}" dt="2024-07-10T20:39:27.321" v="1231" actId="47"/>
        <pc:sldMkLst>
          <pc:docMk/>
          <pc:sldMk cId="3406095883" sldId="261"/>
        </pc:sldMkLst>
        <pc:spChg chg="del">
          <ac:chgData name="adilton junio" userId="66b3fade76ecdf97" providerId="LiveId" clId="{8F999EC3-B0A5-4B42-B8F8-F3CA06713860}" dt="2024-07-10T17:02:31.321" v="339" actId="478"/>
          <ac:spMkLst>
            <pc:docMk/>
            <pc:sldMk cId="3406095883" sldId="261"/>
            <ac:spMk id="2" creationId="{5190BEF2-9F43-A48F-4ECB-F20D4FF0E227}"/>
          </ac:spMkLst>
        </pc:spChg>
        <pc:spChg chg="mod">
          <ac:chgData name="adilton junio" userId="66b3fade76ecdf97" providerId="LiveId" clId="{8F999EC3-B0A5-4B42-B8F8-F3CA06713860}" dt="2024-07-10T18:45:47.163" v="922" actId="20577"/>
          <ac:spMkLst>
            <pc:docMk/>
            <pc:sldMk cId="3406095883" sldId="261"/>
            <ac:spMk id="7" creationId="{14CC4BDD-6C75-2284-8648-D592C4CDAEEC}"/>
          </ac:spMkLst>
        </pc:spChg>
        <pc:spChg chg="mod topLvl">
          <ac:chgData name="adilton junio" userId="66b3fade76ecdf97" providerId="LiveId" clId="{8F999EC3-B0A5-4B42-B8F8-F3CA06713860}" dt="2024-07-10T17:48:04.048" v="533"/>
          <ac:spMkLst>
            <pc:docMk/>
            <pc:sldMk cId="3406095883" sldId="261"/>
            <ac:spMk id="10" creationId="{0ED07B2E-EEA9-9217-B2AE-353BC46BEA9D}"/>
          </ac:spMkLst>
        </pc:spChg>
        <pc:spChg chg="add mod">
          <ac:chgData name="adilton junio" userId="66b3fade76ecdf97" providerId="LiveId" clId="{8F999EC3-B0A5-4B42-B8F8-F3CA06713860}" dt="2024-07-10T17:50:59.491" v="567" actId="20577"/>
          <ac:spMkLst>
            <pc:docMk/>
            <pc:sldMk cId="3406095883" sldId="261"/>
            <ac:spMk id="11" creationId="{383CF717-F3EC-77F7-D516-357AE5E36132}"/>
          </ac:spMkLst>
        </pc:spChg>
        <pc:spChg chg="add mod">
          <ac:chgData name="adilton junio" userId="66b3fade76ecdf97" providerId="LiveId" clId="{8F999EC3-B0A5-4B42-B8F8-F3CA06713860}" dt="2024-07-10T17:48:43.610" v="552" actId="164"/>
          <ac:spMkLst>
            <pc:docMk/>
            <pc:sldMk cId="3406095883" sldId="261"/>
            <ac:spMk id="13" creationId="{9F05FD62-006B-61BB-EBB7-F75B9D57AED4}"/>
          </ac:spMkLst>
        </pc:spChg>
        <pc:spChg chg="add mod">
          <ac:chgData name="adilton junio" userId="66b3fade76ecdf97" providerId="LiveId" clId="{8F999EC3-B0A5-4B42-B8F8-F3CA06713860}" dt="2024-07-10T17:48:43.610" v="552" actId="164"/>
          <ac:spMkLst>
            <pc:docMk/>
            <pc:sldMk cId="3406095883" sldId="261"/>
            <ac:spMk id="14" creationId="{CCF53F2B-1FEC-4564-DD24-162C99A1DDA1}"/>
          </ac:spMkLst>
        </pc:spChg>
        <pc:spChg chg="add mod">
          <ac:chgData name="adilton junio" userId="66b3fade76ecdf97" providerId="LiveId" clId="{8F999EC3-B0A5-4B42-B8F8-F3CA06713860}" dt="2024-07-10T18:05:39.093" v="646" actId="20577"/>
          <ac:spMkLst>
            <pc:docMk/>
            <pc:sldMk cId="3406095883" sldId="261"/>
            <ac:spMk id="17" creationId="{AB1DA2AC-C0FE-5AC8-EC0E-0FEF9508B37E}"/>
          </ac:spMkLst>
        </pc:spChg>
        <pc:spChg chg="mod">
          <ac:chgData name="adilton junio" userId="66b3fade76ecdf97" providerId="LiveId" clId="{8F999EC3-B0A5-4B42-B8F8-F3CA06713860}" dt="2024-07-10T17:45:51.373" v="499" actId="403"/>
          <ac:spMkLst>
            <pc:docMk/>
            <pc:sldMk cId="3406095883" sldId="261"/>
            <ac:spMk id="26" creationId="{BFD6B590-B523-9A0C-7A82-8B1469D11C18}"/>
          </ac:spMkLst>
        </pc:spChg>
        <pc:spChg chg="mod">
          <ac:chgData name="adilton junio" userId="66b3fade76ecdf97" providerId="LiveId" clId="{8F999EC3-B0A5-4B42-B8F8-F3CA06713860}" dt="2024-07-10T17:45:53.349" v="500" actId="14100"/>
          <ac:spMkLst>
            <pc:docMk/>
            <pc:sldMk cId="3406095883" sldId="261"/>
            <ac:spMk id="27" creationId="{15F53F5C-0D1C-2A33-6416-D1C7857487A1}"/>
          </ac:spMkLst>
        </pc:spChg>
        <pc:spChg chg="del">
          <ac:chgData name="adilton junio" userId="66b3fade76ecdf97" providerId="LiveId" clId="{8F999EC3-B0A5-4B42-B8F8-F3CA06713860}" dt="2024-07-10T17:00:21.131" v="319" actId="478"/>
          <ac:spMkLst>
            <pc:docMk/>
            <pc:sldMk cId="3406095883" sldId="261"/>
            <ac:spMk id="30" creationId="{CDD99590-823C-B810-F958-3630CE025979}"/>
          </ac:spMkLst>
        </pc:spChg>
        <pc:spChg chg="del">
          <ac:chgData name="adilton junio" userId="66b3fade76ecdf97" providerId="LiveId" clId="{8F999EC3-B0A5-4B42-B8F8-F3CA06713860}" dt="2024-07-10T17:00:21.131" v="319" actId="478"/>
          <ac:spMkLst>
            <pc:docMk/>
            <pc:sldMk cId="3406095883" sldId="261"/>
            <ac:spMk id="31" creationId="{E3935C5C-0366-B342-D6C2-E26ED0954C31}"/>
          </ac:spMkLst>
        </pc:spChg>
        <pc:spChg chg="del">
          <ac:chgData name="adilton junio" userId="66b3fade76ecdf97" providerId="LiveId" clId="{8F999EC3-B0A5-4B42-B8F8-F3CA06713860}" dt="2024-07-10T17:00:21.131" v="319" actId="478"/>
          <ac:spMkLst>
            <pc:docMk/>
            <pc:sldMk cId="3406095883" sldId="261"/>
            <ac:spMk id="33" creationId="{9A55EBFD-4AF1-A1EC-9D2D-BA4434BACEF7}"/>
          </ac:spMkLst>
        </pc:spChg>
        <pc:spChg chg="del">
          <ac:chgData name="adilton junio" userId="66b3fade76ecdf97" providerId="LiveId" clId="{8F999EC3-B0A5-4B42-B8F8-F3CA06713860}" dt="2024-07-10T17:02:29.020" v="337" actId="478"/>
          <ac:spMkLst>
            <pc:docMk/>
            <pc:sldMk cId="3406095883" sldId="261"/>
            <ac:spMk id="34" creationId="{898C49C5-814C-1386-43E2-54B3C507507B}"/>
          </ac:spMkLst>
        </pc:spChg>
        <pc:spChg chg="del">
          <ac:chgData name="adilton junio" userId="66b3fade76ecdf97" providerId="LiveId" clId="{8F999EC3-B0A5-4B42-B8F8-F3CA06713860}" dt="2024-07-10T17:00:21.131" v="319" actId="478"/>
          <ac:spMkLst>
            <pc:docMk/>
            <pc:sldMk cId="3406095883" sldId="261"/>
            <ac:spMk id="37" creationId="{3ADE8B1B-30F8-0E8B-5B01-E0861254B642}"/>
          </ac:spMkLst>
        </pc:spChg>
        <pc:spChg chg="del">
          <ac:chgData name="adilton junio" userId="66b3fade76ecdf97" providerId="LiveId" clId="{8F999EC3-B0A5-4B42-B8F8-F3CA06713860}" dt="2024-07-10T17:00:21.131" v="319" actId="478"/>
          <ac:spMkLst>
            <pc:docMk/>
            <pc:sldMk cId="3406095883" sldId="261"/>
            <ac:spMk id="38" creationId="{BE2E1706-344C-279C-9A1A-98F50C95C3FE}"/>
          </ac:spMkLst>
        </pc:spChg>
        <pc:spChg chg="del">
          <ac:chgData name="adilton junio" userId="66b3fade76ecdf97" providerId="LiveId" clId="{8F999EC3-B0A5-4B42-B8F8-F3CA06713860}" dt="2024-07-10T17:02:32.458" v="340" actId="478"/>
          <ac:spMkLst>
            <pc:docMk/>
            <pc:sldMk cId="3406095883" sldId="261"/>
            <ac:spMk id="39" creationId="{DDC0B1C0-326B-5A6A-6367-C5197EAFD90A}"/>
          </ac:spMkLst>
        </pc:spChg>
        <pc:spChg chg="del">
          <ac:chgData name="adilton junio" userId="66b3fade76ecdf97" providerId="LiveId" clId="{8F999EC3-B0A5-4B42-B8F8-F3CA06713860}" dt="2024-07-10T17:00:21.131" v="319" actId="478"/>
          <ac:spMkLst>
            <pc:docMk/>
            <pc:sldMk cId="3406095883" sldId="261"/>
            <ac:spMk id="49" creationId="{25273311-F996-ABEC-B724-ACD4416B9BD8}"/>
          </ac:spMkLst>
        </pc:spChg>
        <pc:spChg chg="del">
          <ac:chgData name="adilton junio" userId="66b3fade76ecdf97" providerId="LiveId" clId="{8F999EC3-B0A5-4B42-B8F8-F3CA06713860}" dt="2024-07-10T17:00:21.131" v="319" actId="478"/>
          <ac:spMkLst>
            <pc:docMk/>
            <pc:sldMk cId="3406095883" sldId="261"/>
            <ac:spMk id="51" creationId="{5F3DA4D8-0493-C4D1-54AC-18B0331399D6}"/>
          </ac:spMkLst>
        </pc:spChg>
        <pc:spChg chg="del">
          <ac:chgData name="adilton junio" userId="66b3fade76ecdf97" providerId="LiveId" clId="{8F999EC3-B0A5-4B42-B8F8-F3CA06713860}" dt="2024-07-10T17:02:30.078" v="338" actId="478"/>
          <ac:spMkLst>
            <pc:docMk/>
            <pc:sldMk cId="3406095883" sldId="261"/>
            <ac:spMk id="52" creationId="{CB6A626C-42BE-26BE-2F44-A7F8680C24BF}"/>
          </ac:spMkLst>
        </pc:spChg>
        <pc:spChg chg="del">
          <ac:chgData name="adilton junio" userId="66b3fade76ecdf97" providerId="LiveId" clId="{8F999EC3-B0A5-4B42-B8F8-F3CA06713860}" dt="2024-07-10T17:00:21.131" v="319" actId="478"/>
          <ac:spMkLst>
            <pc:docMk/>
            <pc:sldMk cId="3406095883" sldId="261"/>
            <ac:spMk id="53" creationId="{6FF6E52F-6DBB-57EB-C602-8C10273426FF}"/>
          </ac:spMkLst>
        </pc:spChg>
        <pc:spChg chg="del">
          <ac:chgData name="adilton junio" userId="66b3fade76ecdf97" providerId="LiveId" clId="{8F999EC3-B0A5-4B42-B8F8-F3CA06713860}" dt="2024-07-10T17:00:25.820" v="322" actId="478"/>
          <ac:spMkLst>
            <pc:docMk/>
            <pc:sldMk cId="3406095883" sldId="261"/>
            <ac:spMk id="54" creationId="{A4F3CD97-3E4C-E20C-001F-392E19689A2D}"/>
          </ac:spMkLst>
        </pc:spChg>
        <pc:spChg chg="del">
          <ac:chgData name="adilton junio" userId="66b3fade76ecdf97" providerId="LiveId" clId="{8F999EC3-B0A5-4B42-B8F8-F3CA06713860}" dt="2024-07-10T17:02:33.728" v="341" actId="478"/>
          <ac:spMkLst>
            <pc:docMk/>
            <pc:sldMk cId="3406095883" sldId="261"/>
            <ac:spMk id="64" creationId="{D56D16F1-26E3-62A7-45A8-3236147FBBC2}"/>
          </ac:spMkLst>
        </pc:spChg>
        <pc:spChg chg="ord">
          <ac:chgData name="adilton junio" userId="66b3fade76ecdf97" providerId="LiveId" clId="{8F999EC3-B0A5-4B42-B8F8-F3CA06713860}" dt="2024-07-10T17:47:57.318" v="531" actId="166"/>
          <ac:spMkLst>
            <pc:docMk/>
            <pc:sldMk cId="3406095883" sldId="261"/>
            <ac:spMk id="65" creationId="{0B1B13EB-D6C0-D3E4-9EEB-9763F150DFB0}"/>
          </ac:spMkLst>
        </pc:spChg>
        <pc:spChg chg="del mod">
          <ac:chgData name="adilton junio" userId="66b3fade76ecdf97" providerId="LiveId" clId="{8F999EC3-B0A5-4B42-B8F8-F3CA06713860}" dt="2024-07-10T17:00:27.212" v="324" actId="478"/>
          <ac:spMkLst>
            <pc:docMk/>
            <pc:sldMk cId="3406095883" sldId="261"/>
            <ac:spMk id="67" creationId="{01F4955E-C308-40AA-0F13-F830DDAF8B8E}"/>
          </ac:spMkLst>
        </pc:spChg>
        <pc:spChg chg="del mod topLvl">
          <ac:chgData name="adilton junio" userId="66b3fade76ecdf97" providerId="LiveId" clId="{8F999EC3-B0A5-4B42-B8F8-F3CA06713860}" dt="2024-07-10T17:46:42.739" v="510"/>
          <ac:spMkLst>
            <pc:docMk/>
            <pc:sldMk cId="3406095883" sldId="261"/>
            <ac:spMk id="70" creationId="{A7DECBBD-8841-8249-3E88-FD2983F91567}"/>
          </ac:spMkLst>
        </pc:spChg>
        <pc:spChg chg="mod">
          <ac:chgData name="adilton junio" userId="66b3fade76ecdf97" providerId="LiveId" clId="{8F999EC3-B0A5-4B42-B8F8-F3CA06713860}" dt="2024-07-10T17:46:02.583" v="502" actId="403"/>
          <ac:spMkLst>
            <pc:docMk/>
            <pc:sldMk cId="3406095883" sldId="261"/>
            <ac:spMk id="79" creationId="{78C0FF04-AA56-1C88-17A3-779370DEFD1F}"/>
          </ac:spMkLst>
        </pc:spChg>
        <pc:spChg chg="mod">
          <ac:chgData name="adilton junio" userId="66b3fade76ecdf97" providerId="LiveId" clId="{8F999EC3-B0A5-4B42-B8F8-F3CA06713860}" dt="2024-07-10T17:46:02.583" v="502" actId="403"/>
          <ac:spMkLst>
            <pc:docMk/>
            <pc:sldMk cId="3406095883" sldId="261"/>
            <ac:spMk id="81" creationId="{F61CB60A-CA70-A05D-4527-CDAF8DD857B1}"/>
          </ac:spMkLst>
        </pc:spChg>
        <pc:spChg chg="del">
          <ac:chgData name="adilton junio" userId="66b3fade76ecdf97" providerId="LiveId" clId="{8F999EC3-B0A5-4B42-B8F8-F3CA06713860}" dt="2024-07-10T17:34:00.952" v="356" actId="478"/>
          <ac:spMkLst>
            <pc:docMk/>
            <pc:sldMk cId="3406095883" sldId="261"/>
            <ac:spMk id="83" creationId="{31DD61BD-1C0D-CCF6-BF57-75F632416BE1}"/>
          </ac:spMkLst>
        </pc:spChg>
        <pc:spChg chg="del">
          <ac:chgData name="adilton junio" userId="66b3fade76ecdf97" providerId="LiveId" clId="{8F999EC3-B0A5-4B42-B8F8-F3CA06713860}" dt="2024-07-10T17:34:00.952" v="356" actId="478"/>
          <ac:spMkLst>
            <pc:docMk/>
            <pc:sldMk cId="3406095883" sldId="261"/>
            <ac:spMk id="84" creationId="{A07E6704-4334-705D-9954-39A0755B4789}"/>
          </ac:spMkLst>
        </pc:spChg>
        <pc:spChg chg="del">
          <ac:chgData name="adilton junio" userId="66b3fade76ecdf97" providerId="LiveId" clId="{8F999EC3-B0A5-4B42-B8F8-F3CA06713860}" dt="2024-07-10T17:34:00.952" v="356" actId="478"/>
          <ac:spMkLst>
            <pc:docMk/>
            <pc:sldMk cId="3406095883" sldId="261"/>
            <ac:spMk id="85" creationId="{30E39637-F7B9-4C5F-A4C3-8F739FD145C4}"/>
          </ac:spMkLst>
        </pc:spChg>
        <pc:spChg chg="del topLvl">
          <ac:chgData name="adilton junio" userId="66b3fade76ecdf97" providerId="LiveId" clId="{8F999EC3-B0A5-4B42-B8F8-F3CA06713860}" dt="2024-07-10T17:35:24.294" v="389" actId="478"/>
          <ac:spMkLst>
            <pc:docMk/>
            <pc:sldMk cId="3406095883" sldId="261"/>
            <ac:spMk id="107" creationId="{DE0EA366-401A-0B15-ECD8-6C476D682E13}"/>
          </ac:spMkLst>
        </pc:spChg>
        <pc:spChg chg="del topLvl">
          <ac:chgData name="adilton junio" userId="66b3fade76ecdf97" providerId="LiveId" clId="{8F999EC3-B0A5-4B42-B8F8-F3CA06713860}" dt="2024-07-10T17:35:23.239" v="388" actId="478"/>
          <ac:spMkLst>
            <pc:docMk/>
            <pc:sldMk cId="3406095883" sldId="261"/>
            <ac:spMk id="109" creationId="{56A910FF-B773-18D5-9E1D-FB2687CE109A}"/>
          </ac:spMkLst>
        </pc:spChg>
        <pc:spChg chg="del">
          <ac:chgData name="adilton junio" userId="66b3fade76ecdf97" providerId="LiveId" clId="{8F999EC3-B0A5-4B42-B8F8-F3CA06713860}" dt="2024-07-10T17:34:00.952" v="356" actId="478"/>
          <ac:spMkLst>
            <pc:docMk/>
            <pc:sldMk cId="3406095883" sldId="261"/>
            <ac:spMk id="113" creationId="{4E8AD4E2-5829-1B8F-6CC1-CC7216CD4A95}"/>
          </ac:spMkLst>
        </pc:spChg>
        <pc:grpChg chg="add del mod">
          <ac:chgData name="adilton junio" userId="66b3fade76ecdf97" providerId="LiveId" clId="{8F999EC3-B0A5-4B42-B8F8-F3CA06713860}" dt="2024-07-10T17:31:43.748" v="354" actId="478"/>
          <ac:grpSpMkLst>
            <pc:docMk/>
            <pc:sldMk cId="3406095883" sldId="261"/>
            <ac:grpSpMk id="8" creationId="{6A9CCAA0-FC9E-A0BB-96AC-6B0EBF1DF30E}"/>
          </ac:grpSpMkLst>
        </pc:grpChg>
        <pc:grpChg chg="add mod">
          <ac:chgData name="adilton junio" userId="66b3fade76ecdf97" providerId="LiveId" clId="{8F999EC3-B0A5-4B42-B8F8-F3CA06713860}" dt="2024-07-10T17:48:43.610" v="552" actId="164"/>
          <ac:grpSpMkLst>
            <pc:docMk/>
            <pc:sldMk cId="3406095883" sldId="261"/>
            <ac:grpSpMk id="16" creationId="{9A53B79F-4E38-920B-F708-9328BBE0B2FE}"/>
          </ac:grpSpMkLst>
        </pc:grpChg>
        <pc:grpChg chg="mod">
          <ac:chgData name="adilton junio" userId="66b3fade76ecdf97" providerId="LiveId" clId="{8F999EC3-B0A5-4B42-B8F8-F3CA06713860}" dt="2024-07-10T17:45:54.537" v="501" actId="1076"/>
          <ac:grpSpMkLst>
            <pc:docMk/>
            <pc:sldMk cId="3406095883" sldId="261"/>
            <ac:grpSpMk id="25" creationId="{395C7895-CD4E-B32B-4200-D5C2AEF760DC}"/>
          </ac:grpSpMkLst>
        </pc:grpChg>
        <pc:grpChg chg="del">
          <ac:chgData name="adilton junio" userId="66b3fade76ecdf97" providerId="LiveId" clId="{8F999EC3-B0A5-4B42-B8F8-F3CA06713860}" dt="2024-07-10T17:00:21.131" v="319" actId="478"/>
          <ac:grpSpMkLst>
            <pc:docMk/>
            <pc:sldMk cId="3406095883" sldId="261"/>
            <ac:grpSpMk id="56" creationId="{AD938466-4A1A-0E06-007F-D7BAC5505652}"/>
          </ac:grpSpMkLst>
        </pc:grpChg>
        <pc:grpChg chg="mod">
          <ac:chgData name="adilton junio" userId="66b3fade76ecdf97" providerId="LiveId" clId="{8F999EC3-B0A5-4B42-B8F8-F3CA06713860}" dt="2024-07-10T17:46:02.583" v="502" actId="403"/>
          <ac:grpSpMkLst>
            <pc:docMk/>
            <pc:sldMk cId="3406095883" sldId="261"/>
            <ac:grpSpMk id="78" creationId="{531F0A3C-3070-EFF3-D1E2-12B9C75B2749}"/>
          </ac:grpSpMkLst>
        </pc:grpChg>
        <pc:grpChg chg="del">
          <ac:chgData name="adilton junio" userId="66b3fade76ecdf97" providerId="LiveId" clId="{8F999EC3-B0A5-4B42-B8F8-F3CA06713860}" dt="2024-07-10T17:00:21.131" v="319" actId="478"/>
          <ac:grpSpMkLst>
            <pc:docMk/>
            <pc:sldMk cId="3406095883" sldId="261"/>
            <ac:grpSpMk id="91" creationId="{6A25F992-7E39-CDF2-66E0-734F3CA11411}"/>
          </ac:grpSpMkLst>
        </pc:grpChg>
        <pc:grpChg chg="del">
          <ac:chgData name="adilton junio" userId="66b3fade76ecdf97" providerId="LiveId" clId="{8F999EC3-B0A5-4B42-B8F8-F3CA06713860}" dt="2024-07-10T17:00:21.131" v="319" actId="478"/>
          <ac:grpSpMkLst>
            <pc:docMk/>
            <pc:sldMk cId="3406095883" sldId="261"/>
            <ac:grpSpMk id="98" creationId="{62A2726E-E952-5328-51BB-0319DE66EC1F}"/>
          </ac:grpSpMkLst>
        </pc:grpChg>
        <pc:grpChg chg="del">
          <ac:chgData name="adilton junio" userId="66b3fade76ecdf97" providerId="LiveId" clId="{8F999EC3-B0A5-4B42-B8F8-F3CA06713860}" dt="2024-07-10T17:00:21.131" v="319" actId="478"/>
          <ac:grpSpMkLst>
            <pc:docMk/>
            <pc:sldMk cId="3406095883" sldId="261"/>
            <ac:grpSpMk id="103" creationId="{8A293701-90E2-B12E-07D1-048244821135}"/>
          </ac:grpSpMkLst>
        </pc:grpChg>
        <pc:grpChg chg="del topLvl">
          <ac:chgData name="adilton junio" userId="66b3fade76ecdf97" providerId="LiveId" clId="{8F999EC3-B0A5-4B42-B8F8-F3CA06713860}" dt="2024-07-10T17:35:24.294" v="389" actId="478"/>
          <ac:grpSpMkLst>
            <pc:docMk/>
            <pc:sldMk cId="3406095883" sldId="261"/>
            <ac:grpSpMk id="108" creationId="{C7366F91-043F-FD71-E6CB-A8A347854022}"/>
          </ac:grpSpMkLst>
        </pc:grpChg>
        <pc:grpChg chg="del">
          <ac:chgData name="adilton junio" userId="66b3fade76ecdf97" providerId="LiveId" clId="{8F999EC3-B0A5-4B42-B8F8-F3CA06713860}" dt="2024-07-10T17:35:23.239" v="388" actId="478"/>
          <ac:grpSpMkLst>
            <pc:docMk/>
            <pc:sldMk cId="3406095883" sldId="261"/>
            <ac:grpSpMk id="110" creationId="{8497BA6C-89E3-8DC0-A90B-A4EF4DDAEBC8}"/>
          </ac:grpSpMkLst>
        </pc:grpChg>
        <pc:cxnChg chg="add del mod">
          <ac:chgData name="adilton junio" userId="66b3fade76ecdf97" providerId="LiveId" clId="{8F999EC3-B0A5-4B42-B8F8-F3CA06713860}" dt="2024-07-10T17:02:01.749" v="334" actId="478"/>
          <ac:cxnSpMkLst>
            <pc:docMk/>
            <pc:sldMk cId="3406095883" sldId="261"/>
            <ac:cxnSpMk id="4" creationId="{EDC6B257-BF3B-8554-5813-4BDB09791CA3}"/>
          </ac:cxnSpMkLst>
        </pc:cxnChg>
        <pc:cxnChg chg="add mod">
          <ac:chgData name="adilton junio" userId="66b3fade76ecdf97" providerId="LiveId" clId="{8F999EC3-B0A5-4B42-B8F8-F3CA06713860}" dt="2024-07-10T17:02:10.520" v="336" actId="13822"/>
          <ac:cxnSpMkLst>
            <pc:docMk/>
            <pc:sldMk cId="3406095883" sldId="261"/>
            <ac:cxnSpMk id="6" creationId="{50136302-B58B-0C26-B926-0C04C7CE27DC}"/>
          </ac:cxnSpMkLst>
        </pc:cxnChg>
        <pc:cxnChg chg="del mod topLvl">
          <ac:chgData name="adilton junio" userId="66b3fade76ecdf97" providerId="LiveId" clId="{8F999EC3-B0A5-4B42-B8F8-F3CA06713860}" dt="2024-07-10T17:31:43.748" v="354" actId="478"/>
          <ac:cxnSpMkLst>
            <pc:docMk/>
            <pc:sldMk cId="3406095883" sldId="261"/>
            <ac:cxnSpMk id="9" creationId="{2406E03E-3BB3-F99D-0D53-68398F32537B}"/>
          </ac:cxnSpMkLst>
        </pc:cxnChg>
        <pc:cxnChg chg="mod">
          <ac:chgData name="adilton junio" userId="66b3fade76ecdf97" providerId="LiveId" clId="{8F999EC3-B0A5-4B42-B8F8-F3CA06713860}" dt="2024-07-10T17:00:56.469" v="326"/>
          <ac:cxnSpMkLst>
            <pc:docMk/>
            <pc:sldMk cId="3406095883" sldId="261"/>
            <ac:cxnSpMk id="24" creationId="{0A2D5CEB-A6DF-E01E-7E10-D1E970DB836A}"/>
          </ac:cxnSpMkLst>
        </pc:cxnChg>
        <pc:cxnChg chg="del mod">
          <ac:chgData name="adilton junio" userId="66b3fade76ecdf97" providerId="LiveId" clId="{8F999EC3-B0A5-4B42-B8F8-F3CA06713860}" dt="2024-07-10T17:00:21.131" v="319" actId="478"/>
          <ac:cxnSpMkLst>
            <pc:docMk/>
            <pc:sldMk cId="3406095883" sldId="261"/>
            <ac:cxnSpMk id="32" creationId="{BC6D0DF9-C6F6-4170-F668-0D43CDAD7FCF}"/>
          </ac:cxnSpMkLst>
        </pc:cxnChg>
        <pc:cxnChg chg="del mod">
          <ac:chgData name="adilton junio" userId="66b3fade76ecdf97" providerId="LiveId" clId="{8F999EC3-B0A5-4B42-B8F8-F3CA06713860}" dt="2024-07-10T17:00:24.833" v="321" actId="478"/>
          <ac:cxnSpMkLst>
            <pc:docMk/>
            <pc:sldMk cId="3406095883" sldId="261"/>
            <ac:cxnSpMk id="42" creationId="{B1570981-55A4-BF07-0DCD-94E7E3AB486B}"/>
          </ac:cxnSpMkLst>
        </pc:cxnChg>
        <pc:cxnChg chg="del mod">
          <ac:chgData name="adilton junio" userId="66b3fade76ecdf97" providerId="LiveId" clId="{8F999EC3-B0A5-4B42-B8F8-F3CA06713860}" dt="2024-07-10T17:00:21.131" v="319" actId="478"/>
          <ac:cxnSpMkLst>
            <pc:docMk/>
            <pc:sldMk cId="3406095883" sldId="261"/>
            <ac:cxnSpMk id="55" creationId="{32B37373-5C38-0192-8EDB-E919DFE93C7B}"/>
          </ac:cxnSpMkLst>
        </pc:cxnChg>
        <pc:cxnChg chg="del mod">
          <ac:chgData name="adilton junio" userId="66b3fade76ecdf97" providerId="LiveId" clId="{8F999EC3-B0A5-4B42-B8F8-F3CA06713860}" dt="2024-07-10T17:00:24.373" v="320" actId="478"/>
          <ac:cxnSpMkLst>
            <pc:docMk/>
            <pc:sldMk cId="3406095883" sldId="261"/>
            <ac:cxnSpMk id="68" creationId="{D7DB7881-BFAA-BDE2-7FE2-001F016DD54F}"/>
          </ac:cxnSpMkLst>
        </pc:cxnChg>
        <pc:cxnChg chg="mod">
          <ac:chgData name="adilton junio" userId="66b3fade76ecdf97" providerId="LiveId" clId="{8F999EC3-B0A5-4B42-B8F8-F3CA06713860}" dt="2024-07-10T17:00:51.151" v="325"/>
          <ac:cxnSpMkLst>
            <pc:docMk/>
            <pc:sldMk cId="3406095883" sldId="261"/>
            <ac:cxnSpMk id="74" creationId="{B533DF2E-C9E9-BD06-6730-1B11D307FC30}"/>
          </ac:cxnSpMkLst>
        </pc:cxnChg>
        <pc:cxnChg chg="mod">
          <ac:chgData name="adilton junio" userId="66b3fade76ecdf97" providerId="LiveId" clId="{8F999EC3-B0A5-4B42-B8F8-F3CA06713860}" dt="2024-07-10T17:00:21.131" v="319" actId="478"/>
          <ac:cxnSpMkLst>
            <pc:docMk/>
            <pc:sldMk cId="3406095883" sldId="261"/>
            <ac:cxnSpMk id="92" creationId="{158D0206-BF75-10B0-9923-05A3A6FC64EA}"/>
          </ac:cxnSpMkLst>
        </pc:cxnChg>
        <pc:cxnChg chg="del mod">
          <ac:chgData name="adilton junio" userId="66b3fade76ecdf97" providerId="LiveId" clId="{8F999EC3-B0A5-4B42-B8F8-F3CA06713860}" dt="2024-07-10T17:00:21.131" v="319" actId="478"/>
          <ac:cxnSpMkLst>
            <pc:docMk/>
            <pc:sldMk cId="3406095883" sldId="261"/>
            <ac:cxnSpMk id="101" creationId="{BBB86B4E-2639-B8B9-3857-CE0FD69AF765}"/>
          </ac:cxnSpMkLst>
        </pc:cxnChg>
      </pc:sldChg>
    </pc:docChg>
  </pc:docChgLst>
  <pc:docChgLst>
    <pc:chgData name="adilton junio" userId="66b3fade76ecdf97" providerId="LiveId" clId="{5CEBC803-D196-49B6-9109-148C66D01FF7}"/>
    <pc:docChg chg="undo custSel addSld delSld modSld">
      <pc:chgData name="adilton junio" userId="66b3fade76ecdf97" providerId="LiveId" clId="{5CEBC803-D196-49B6-9109-148C66D01FF7}" dt="2024-07-15T22:46:53.917" v="138" actId="1076"/>
      <pc:docMkLst>
        <pc:docMk/>
      </pc:docMkLst>
      <pc:sldChg chg="addSp delSp modSp add del mod">
        <pc:chgData name="adilton junio" userId="66b3fade76ecdf97" providerId="LiveId" clId="{5CEBC803-D196-49B6-9109-148C66D01FF7}" dt="2024-07-15T16:53:17.784" v="27" actId="47"/>
        <pc:sldMkLst>
          <pc:docMk/>
          <pc:sldMk cId="2471680151" sldId="263"/>
        </pc:sldMkLst>
        <pc:spChg chg="add del mod">
          <ac:chgData name="adilton junio" userId="66b3fade76ecdf97" providerId="LiveId" clId="{5CEBC803-D196-49B6-9109-148C66D01FF7}" dt="2024-07-15T15:38:05.360" v="26" actId="478"/>
          <ac:spMkLst>
            <pc:docMk/>
            <pc:sldMk cId="2471680151" sldId="263"/>
            <ac:spMk id="2" creationId="{A8D501E7-B049-80FF-6A9C-89E1C7C432A3}"/>
          </ac:spMkLst>
        </pc:spChg>
        <pc:spChg chg="del">
          <ac:chgData name="adilton junio" userId="66b3fade76ecdf97" providerId="LiveId" clId="{5CEBC803-D196-49B6-9109-148C66D01FF7}" dt="2024-07-15T15:36:40.360" v="1" actId="478"/>
          <ac:spMkLst>
            <pc:docMk/>
            <pc:sldMk cId="2471680151" sldId="263"/>
            <ac:spMk id="4" creationId="{B08056F9-9F5C-9162-5B53-4F576FDA3A39}"/>
          </ac:spMkLst>
        </pc:spChg>
      </pc:sldChg>
      <pc:sldChg chg="addSp delSp modSp add mod">
        <pc:chgData name="adilton junio" userId="66b3fade76ecdf97" providerId="LiveId" clId="{5CEBC803-D196-49B6-9109-148C66D01FF7}" dt="2024-07-15T22:46:53.917" v="138" actId="1076"/>
        <pc:sldMkLst>
          <pc:docMk/>
          <pc:sldMk cId="2584336074" sldId="263"/>
        </pc:sldMkLst>
        <pc:spChg chg="del">
          <ac:chgData name="adilton junio" userId="66b3fade76ecdf97" providerId="LiveId" clId="{5CEBC803-D196-49B6-9109-148C66D01FF7}" dt="2024-07-15T22:18:20.067" v="32" actId="478"/>
          <ac:spMkLst>
            <pc:docMk/>
            <pc:sldMk cId="2584336074" sldId="263"/>
            <ac:spMk id="4" creationId="{C76A7462-D439-59A9-E49B-36E11E1CBD8A}"/>
          </ac:spMkLst>
        </pc:spChg>
        <pc:spChg chg="mod topLvl">
          <ac:chgData name="adilton junio" userId="66b3fade76ecdf97" providerId="LiveId" clId="{5CEBC803-D196-49B6-9109-148C66D01FF7}" dt="2024-07-15T22:30:36.694" v="136" actId="164"/>
          <ac:spMkLst>
            <pc:docMk/>
            <pc:sldMk cId="2584336074" sldId="263"/>
            <ac:spMk id="5" creationId="{A790BCCD-0592-6FA6-98D3-8B64D7FAE891}"/>
          </ac:spMkLst>
        </pc:spChg>
        <pc:spChg chg="del mod topLvl">
          <ac:chgData name="adilton junio" userId="66b3fade76ecdf97" providerId="LiveId" clId="{5CEBC803-D196-49B6-9109-148C66D01FF7}" dt="2024-07-15T22:18:49.073" v="48" actId="478"/>
          <ac:spMkLst>
            <pc:docMk/>
            <pc:sldMk cId="2584336074" sldId="263"/>
            <ac:spMk id="6" creationId="{69114C4F-64AB-6A78-B6EE-AEA07FB686E0}"/>
          </ac:spMkLst>
        </pc:spChg>
        <pc:spChg chg="del mod">
          <ac:chgData name="adilton junio" userId="66b3fade76ecdf97" providerId="LiveId" clId="{5CEBC803-D196-49B6-9109-148C66D01FF7}" dt="2024-07-15T22:20:12.153" v="54" actId="478"/>
          <ac:spMkLst>
            <pc:docMk/>
            <pc:sldMk cId="2584336074" sldId="263"/>
            <ac:spMk id="7" creationId="{7AF9B262-1087-EC40-B5E0-927F1A5CE5C9}"/>
          </ac:spMkLst>
        </pc:spChg>
        <pc:spChg chg="mod">
          <ac:chgData name="adilton junio" userId="66b3fade76ecdf97" providerId="LiveId" clId="{5CEBC803-D196-49B6-9109-148C66D01FF7}" dt="2024-07-15T22:18:24.148" v="34" actId="165"/>
          <ac:spMkLst>
            <pc:docMk/>
            <pc:sldMk cId="2584336074" sldId="263"/>
            <ac:spMk id="9" creationId="{D6D1BC4F-CC6E-E8FD-737E-171CB0FCC9ED}"/>
          </ac:spMkLst>
        </pc:spChg>
        <pc:spChg chg="mod">
          <ac:chgData name="adilton junio" userId="66b3fade76ecdf97" providerId="LiveId" clId="{5CEBC803-D196-49B6-9109-148C66D01FF7}" dt="2024-07-15T22:18:24.148" v="34" actId="165"/>
          <ac:spMkLst>
            <pc:docMk/>
            <pc:sldMk cId="2584336074" sldId="263"/>
            <ac:spMk id="13" creationId="{3D182A42-E5E7-B186-2FC6-5A479E3E5707}"/>
          </ac:spMkLst>
        </pc:spChg>
        <pc:spChg chg="mod">
          <ac:chgData name="adilton junio" userId="66b3fade76ecdf97" providerId="LiveId" clId="{5CEBC803-D196-49B6-9109-148C66D01FF7}" dt="2024-07-15T22:30:30.708" v="135" actId="1076"/>
          <ac:spMkLst>
            <pc:docMk/>
            <pc:sldMk cId="2584336074" sldId="263"/>
            <ac:spMk id="18" creationId="{94868671-F1EC-D102-EEF5-BFD590B2A848}"/>
          </ac:spMkLst>
        </pc:spChg>
        <pc:spChg chg="del mod">
          <ac:chgData name="adilton junio" userId="66b3fade76ecdf97" providerId="LiveId" clId="{5CEBC803-D196-49B6-9109-148C66D01FF7}" dt="2024-07-15T22:20:16.576" v="57" actId="478"/>
          <ac:spMkLst>
            <pc:docMk/>
            <pc:sldMk cId="2584336074" sldId="263"/>
            <ac:spMk id="21" creationId="{D0DE7D3D-F4AA-6C62-CBD3-B24274249314}"/>
          </ac:spMkLst>
        </pc:spChg>
        <pc:spChg chg="del mod">
          <ac:chgData name="adilton junio" userId="66b3fade76ecdf97" providerId="LiveId" clId="{5CEBC803-D196-49B6-9109-148C66D01FF7}" dt="2024-07-15T22:20:20.748" v="60" actId="478"/>
          <ac:spMkLst>
            <pc:docMk/>
            <pc:sldMk cId="2584336074" sldId="263"/>
            <ac:spMk id="23" creationId="{289602AC-8C94-621A-ACD7-A7AD407B3120}"/>
          </ac:spMkLst>
        </pc:spChg>
        <pc:spChg chg="del">
          <ac:chgData name="adilton junio" userId="66b3fade76ecdf97" providerId="LiveId" clId="{5CEBC803-D196-49B6-9109-148C66D01FF7}" dt="2024-07-15T22:18:01.778" v="29" actId="478"/>
          <ac:spMkLst>
            <pc:docMk/>
            <pc:sldMk cId="2584336074" sldId="263"/>
            <ac:spMk id="24" creationId="{519010FE-A28D-ED13-24AD-648D44AE4C64}"/>
          </ac:spMkLst>
        </pc:spChg>
        <pc:spChg chg="del mod">
          <ac:chgData name="adilton junio" userId="66b3fade76ecdf97" providerId="LiveId" clId="{5CEBC803-D196-49B6-9109-148C66D01FF7}" dt="2024-07-15T22:20:18.060" v="58" actId="478"/>
          <ac:spMkLst>
            <pc:docMk/>
            <pc:sldMk cId="2584336074" sldId="263"/>
            <ac:spMk id="25" creationId="{FBC216D7-C121-4892-66C0-92689623F446}"/>
          </ac:spMkLst>
        </pc:spChg>
        <pc:spChg chg="del">
          <ac:chgData name="adilton junio" userId="66b3fade76ecdf97" providerId="LiveId" clId="{5CEBC803-D196-49B6-9109-148C66D01FF7}" dt="2024-07-15T22:18:01.778" v="29" actId="478"/>
          <ac:spMkLst>
            <pc:docMk/>
            <pc:sldMk cId="2584336074" sldId="263"/>
            <ac:spMk id="26" creationId="{EE4B653B-E909-6FDF-6EFE-AEF0DADEF3E3}"/>
          </ac:spMkLst>
        </pc:spChg>
        <pc:spChg chg="del">
          <ac:chgData name="adilton junio" userId="66b3fade76ecdf97" providerId="LiveId" clId="{5CEBC803-D196-49B6-9109-148C66D01FF7}" dt="2024-07-15T22:18:01.778" v="29" actId="478"/>
          <ac:spMkLst>
            <pc:docMk/>
            <pc:sldMk cId="2584336074" sldId="263"/>
            <ac:spMk id="27" creationId="{BFE1C83B-9FA0-F85D-AADF-72DFC9173092}"/>
          </ac:spMkLst>
        </pc:spChg>
        <pc:spChg chg="del">
          <ac:chgData name="adilton junio" userId="66b3fade76ecdf97" providerId="LiveId" clId="{5CEBC803-D196-49B6-9109-148C66D01FF7}" dt="2024-07-15T22:18:01.778" v="29" actId="478"/>
          <ac:spMkLst>
            <pc:docMk/>
            <pc:sldMk cId="2584336074" sldId="263"/>
            <ac:spMk id="28" creationId="{981A3500-9298-24EF-3DB2-3620D9F67319}"/>
          </ac:spMkLst>
        </pc:spChg>
        <pc:spChg chg="mod">
          <ac:chgData name="adilton junio" userId="66b3fade76ecdf97" providerId="LiveId" clId="{5CEBC803-D196-49B6-9109-148C66D01FF7}" dt="2024-07-15T22:29:00.333" v="134" actId="20577"/>
          <ac:spMkLst>
            <pc:docMk/>
            <pc:sldMk cId="2584336074" sldId="263"/>
            <ac:spMk id="29" creationId="{90A85E77-0C4C-4645-3C72-161F78D3B950}"/>
          </ac:spMkLst>
        </pc:spChg>
        <pc:spChg chg="del mod">
          <ac:chgData name="adilton junio" userId="66b3fade76ecdf97" providerId="LiveId" clId="{5CEBC803-D196-49B6-9109-148C66D01FF7}" dt="2024-07-15T22:20:23.004" v="62" actId="478"/>
          <ac:spMkLst>
            <pc:docMk/>
            <pc:sldMk cId="2584336074" sldId="263"/>
            <ac:spMk id="32" creationId="{3A1B7076-F5C7-7FC0-5638-668D589D8A45}"/>
          </ac:spMkLst>
        </pc:spChg>
        <pc:spChg chg="mod">
          <ac:chgData name="adilton junio" userId="66b3fade76ecdf97" providerId="LiveId" clId="{5CEBC803-D196-49B6-9109-148C66D01FF7}" dt="2024-07-15T22:29:00.333" v="134" actId="20577"/>
          <ac:spMkLst>
            <pc:docMk/>
            <pc:sldMk cId="2584336074" sldId="263"/>
            <ac:spMk id="34" creationId="{8A6C10A4-456A-0AB5-77F6-116E9665AD71}"/>
          </ac:spMkLst>
        </pc:spChg>
        <pc:spChg chg="mod">
          <ac:chgData name="adilton junio" userId="66b3fade76ecdf97" providerId="LiveId" clId="{5CEBC803-D196-49B6-9109-148C66D01FF7}" dt="2024-07-15T22:18:24.148" v="34" actId="165"/>
          <ac:spMkLst>
            <pc:docMk/>
            <pc:sldMk cId="2584336074" sldId="263"/>
            <ac:spMk id="36" creationId="{83766EF1-5858-97F9-F4CF-A46D5F5D86B9}"/>
          </ac:spMkLst>
        </pc:spChg>
        <pc:spChg chg="mod">
          <ac:chgData name="adilton junio" userId="66b3fade76ecdf97" providerId="LiveId" clId="{5CEBC803-D196-49B6-9109-148C66D01FF7}" dt="2024-07-15T22:29:00.333" v="134" actId="20577"/>
          <ac:spMkLst>
            <pc:docMk/>
            <pc:sldMk cId="2584336074" sldId="263"/>
            <ac:spMk id="37" creationId="{9338B9FB-BFBA-CDA4-A48A-58317BAFAD35}"/>
          </ac:spMkLst>
        </pc:spChg>
        <pc:spChg chg="add del mod">
          <ac:chgData name="adilton junio" userId="66b3fade76ecdf97" providerId="LiveId" clId="{5CEBC803-D196-49B6-9109-148C66D01FF7}" dt="2024-07-15T22:29:00.333" v="134" actId="20577"/>
          <ac:spMkLst>
            <pc:docMk/>
            <pc:sldMk cId="2584336074" sldId="263"/>
            <ac:spMk id="38" creationId="{12D5EB28-E0CB-C5CA-0A91-23F222DC625C}"/>
          </ac:spMkLst>
        </pc:spChg>
        <pc:spChg chg="add mod">
          <ac:chgData name="adilton junio" userId="66b3fade76ecdf97" providerId="LiveId" clId="{5CEBC803-D196-49B6-9109-148C66D01FF7}" dt="2024-07-15T22:30:36.694" v="136" actId="164"/>
          <ac:spMkLst>
            <pc:docMk/>
            <pc:sldMk cId="2584336074" sldId="263"/>
            <ac:spMk id="39" creationId="{8E64BA57-29BF-70DE-9495-A8C62EB3D6A7}"/>
          </ac:spMkLst>
        </pc:spChg>
        <pc:spChg chg="add mod">
          <ac:chgData name="adilton junio" userId="66b3fade76ecdf97" providerId="LiveId" clId="{5CEBC803-D196-49B6-9109-148C66D01FF7}" dt="2024-07-15T22:30:36.694" v="136" actId="164"/>
          <ac:spMkLst>
            <pc:docMk/>
            <pc:sldMk cId="2584336074" sldId="263"/>
            <ac:spMk id="40" creationId="{758CB222-ED5A-3FEA-69FB-61051C83702E}"/>
          </ac:spMkLst>
        </pc:spChg>
        <pc:spChg chg="add mod">
          <ac:chgData name="adilton junio" userId="66b3fade76ecdf97" providerId="LiveId" clId="{5CEBC803-D196-49B6-9109-148C66D01FF7}" dt="2024-07-15T22:30:36.694" v="136" actId="164"/>
          <ac:spMkLst>
            <pc:docMk/>
            <pc:sldMk cId="2584336074" sldId="263"/>
            <ac:spMk id="41" creationId="{3A6C338F-2491-63D4-9A4D-08A901F4BC9D}"/>
          </ac:spMkLst>
        </pc:spChg>
        <pc:spChg chg="mod">
          <ac:chgData name="adilton junio" userId="66b3fade76ecdf97" providerId="LiveId" clId="{5CEBC803-D196-49B6-9109-148C66D01FF7}" dt="2024-07-15T22:18:24.148" v="34" actId="165"/>
          <ac:spMkLst>
            <pc:docMk/>
            <pc:sldMk cId="2584336074" sldId="263"/>
            <ac:spMk id="45" creationId="{B98586CE-3161-F8D5-0268-FDA3A4869381}"/>
          </ac:spMkLst>
        </pc:spChg>
        <pc:spChg chg="del">
          <ac:chgData name="adilton junio" userId="66b3fade76ecdf97" providerId="LiveId" clId="{5CEBC803-D196-49B6-9109-148C66D01FF7}" dt="2024-07-15T22:18:21.522" v="33" actId="478"/>
          <ac:spMkLst>
            <pc:docMk/>
            <pc:sldMk cId="2584336074" sldId="263"/>
            <ac:spMk id="49" creationId="{F76CB65A-3816-875D-BD0D-2582429129A7}"/>
          </ac:spMkLst>
        </pc:spChg>
        <pc:spChg chg="del">
          <ac:chgData name="adilton junio" userId="66b3fade76ecdf97" providerId="LiveId" clId="{5CEBC803-D196-49B6-9109-148C66D01FF7}" dt="2024-07-15T22:18:01.778" v="29" actId="478"/>
          <ac:spMkLst>
            <pc:docMk/>
            <pc:sldMk cId="2584336074" sldId="263"/>
            <ac:spMk id="58" creationId="{85BB0B71-AFDA-32E2-DA28-2E9CE38FA807}"/>
          </ac:spMkLst>
        </pc:spChg>
        <pc:spChg chg="del">
          <ac:chgData name="adilton junio" userId="66b3fade76ecdf97" providerId="LiveId" clId="{5CEBC803-D196-49B6-9109-148C66D01FF7}" dt="2024-07-15T22:18:01.778" v="29" actId="478"/>
          <ac:spMkLst>
            <pc:docMk/>
            <pc:sldMk cId="2584336074" sldId="263"/>
            <ac:spMk id="59" creationId="{2535DFEC-93F5-B833-596D-76FA1DCDBD93}"/>
          </ac:spMkLst>
        </pc:spChg>
        <pc:spChg chg="del">
          <ac:chgData name="adilton junio" userId="66b3fade76ecdf97" providerId="LiveId" clId="{5CEBC803-D196-49B6-9109-148C66D01FF7}" dt="2024-07-15T22:18:01.778" v="29" actId="478"/>
          <ac:spMkLst>
            <pc:docMk/>
            <pc:sldMk cId="2584336074" sldId="263"/>
            <ac:spMk id="60" creationId="{FEE6F5D0-4A78-C203-9D5C-B02650C1FFCB}"/>
          </ac:spMkLst>
        </pc:spChg>
        <pc:spChg chg="del">
          <ac:chgData name="adilton junio" userId="66b3fade76ecdf97" providerId="LiveId" clId="{5CEBC803-D196-49B6-9109-148C66D01FF7}" dt="2024-07-15T22:18:01.778" v="29" actId="478"/>
          <ac:spMkLst>
            <pc:docMk/>
            <pc:sldMk cId="2584336074" sldId="263"/>
            <ac:spMk id="61" creationId="{2503BB47-C833-3BA3-6672-45EA462454E9}"/>
          </ac:spMkLst>
        </pc:spChg>
        <pc:spChg chg="del">
          <ac:chgData name="adilton junio" userId="66b3fade76ecdf97" providerId="LiveId" clId="{5CEBC803-D196-49B6-9109-148C66D01FF7}" dt="2024-07-15T22:18:01.778" v="29" actId="478"/>
          <ac:spMkLst>
            <pc:docMk/>
            <pc:sldMk cId="2584336074" sldId="263"/>
            <ac:spMk id="62" creationId="{9D3C219B-D1E2-2F5C-3CE6-097F0E7848ED}"/>
          </ac:spMkLst>
        </pc:spChg>
        <pc:grpChg chg="add mod">
          <ac:chgData name="adilton junio" userId="66b3fade76ecdf97" providerId="LiveId" clId="{5CEBC803-D196-49B6-9109-148C66D01FF7}" dt="2024-07-15T22:30:36.694" v="136" actId="164"/>
          <ac:grpSpMkLst>
            <pc:docMk/>
            <pc:sldMk cId="2584336074" sldId="263"/>
            <ac:grpSpMk id="2" creationId="{587DE305-919A-ACE1-A3D3-CDF39965511E}"/>
          </ac:grpSpMkLst>
        </pc:grpChg>
        <pc:grpChg chg="add del mod">
          <ac:chgData name="adilton junio" userId="66b3fade76ecdf97" providerId="LiveId" clId="{5CEBC803-D196-49B6-9109-148C66D01FF7}" dt="2024-07-15T22:29:00.333" v="134" actId="20577"/>
          <ac:grpSpMkLst>
            <pc:docMk/>
            <pc:sldMk cId="2584336074" sldId="263"/>
            <ac:grpSpMk id="3" creationId="{A3D52ACA-5894-285F-2693-F15C57F445EE}"/>
          </ac:grpSpMkLst>
        </pc:grpChg>
        <pc:grpChg chg="add del mod topLvl">
          <ac:chgData name="adilton junio" userId="66b3fade76ecdf97" providerId="LiveId" clId="{5CEBC803-D196-49B6-9109-148C66D01FF7}" dt="2024-07-15T22:18:47.570" v="47" actId="478"/>
          <ac:grpSpMkLst>
            <pc:docMk/>
            <pc:sldMk cId="2584336074" sldId="263"/>
            <ac:grpSpMk id="10" creationId="{D8190230-0465-8203-2D13-F8132AE1300E}"/>
          </ac:grpSpMkLst>
        </pc:grpChg>
        <pc:grpChg chg="del mod topLvl">
          <ac:chgData name="adilton junio" userId="66b3fade76ecdf97" providerId="LiveId" clId="{5CEBC803-D196-49B6-9109-148C66D01FF7}" dt="2024-07-15T22:18:45.662" v="45" actId="478"/>
          <ac:grpSpMkLst>
            <pc:docMk/>
            <pc:sldMk cId="2584336074" sldId="263"/>
            <ac:grpSpMk id="11" creationId="{B725C6F1-FEB8-527C-FD07-DF78751834DF}"/>
          </ac:grpSpMkLst>
        </pc:grpChg>
        <pc:grpChg chg="mod">
          <ac:chgData name="adilton junio" userId="66b3fade76ecdf97" providerId="LiveId" clId="{5CEBC803-D196-49B6-9109-148C66D01FF7}" dt="2024-07-15T22:29:00.333" v="134" actId="20577"/>
          <ac:grpSpMkLst>
            <pc:docMk/>
            <pc:sldMk cId="2584336074" sldId="263"/>
            <ac:grpSpMk id="14" creationId="{86B056B2-2401-3645-A904-ACFC907286ED}"/>
          </ac:grpSpMkLst>
        </pc:grpChg>
        <pc:grpChg chg="del mod">
          <ac:chgData name="adilton junio" userId="66b3fade76ecdf97" providerId="LiveId" clId="{5CEBC803-D196-49B6-9109-148C66D01FF7}" dt="2024-07-15T22:20:22.015" v="61" actId="478"/>
          <ac:grpSpMkLst>
            <pc:docMk/>
            <pc:sldMk cId="2584336074" sldId="263"/>
            <ac:grpSpMk id="15" creationId="{AC18BEAC-8BB4-E2A4-93DF-D3FF95CC461D}"/>
          </ac:grpSpMkLst>
        </pc:grpChg>
        <pc:grpChg chg="add del mod topLvl">
          <ac:chgData name="adilton junio" userId="66b3fade76ecdf97" providerId="LiveId" clId="{5CEBC803-D196-49B6-9109-148C66D01FF7}" dt="2024-07-15T22:30:36.694" v="136" actId="164"/>
          <ac:grpSpMkLst>
            <pc:docMk/>
            <pc:sldMk cId="2584336074" sldId="263"/>
            <ac:grpSpMk id="16" creationId="{042E598C-E030-220C-1061-CC1FE3CDD6AB}"/>
          </ac:grpSpMkLst>
        </pc:grpChg>
        <pc:grpChg chg="mod">
          <ac:chgData name="adilton junio" userId="66b3fade76ecdf97" providerId="LiveId" clId="{5CEBC803-D196-49B6-9109-148C66D01FF7}" dt="2024-07-15T22:29:00.333" v="134" actId="20577"/>
          <ac:grpSpMkLst>
            <pc:docMk/>
            <pc:sldMk cId="2584336074" sldId="263"/>
            <ac:grpSpMk id="19" creationId="{60028412-EB8A-A3A3-41B8-B64C4A99BF63}"/>
          </ac:grpSpMkLst>
        </pc:grpChg>
        <pc:grpChg chg="del mod">
          <ac:chgData name="adilton junio" userId="66b3fade76ecdf97" providerId="LiveId" clId="{5CEBC803-D196-49B6-9109-148C66D01FF7}" dt="2024-07-15T22:20:19.467" v="59" actId="478"/>
          <ac:grpSpMkLst>
            <pc:docMk/>
            <pc:sldMk cId="2584336074" sldId="263"/>
            <ac:grpSpMk id="20" creationId="{D5FF8EC8-5F1F-09B0-5B88-F0742BCFEEE6}"/>
          </ac:grpSpMkLst>
        </pc:grpChg>
        <pc:grpChg chg="add mod">
          <ac:chgData name="adilton junio" userId="66b3fade76ecdf97" providerId="LiveId" clId="{5CEBC803-D196-49B6-9109-148C66D01FF7}" dt="2024-07-15T22:46:53.917" v="138" actId="1076"/>
          <ac:grpSpMkLst>
            <pc:docMk/>
            <pc:sldMk cId="2584336074" sldId="263"/>
            <ac:grpSpMk id="43" creationId="{D1586919-6BA6-4364-9CEC-90559317DE4A}"/>
          </ac:grpSpMkLst>
        </pc:grpChg>
        <pc:grpChg chg="add del mod topLvl">
          <ac:chgData name="adilton junio" userId="66b3fade76ecdf97" providerId="LiveId" clId="{5CEBC803-D196-49B6-9109-148C66D01FF7}" dt="2024-07-15T22:18:46.757" v="46" actId="478"/>
          <ac:grpSpMkLst>
            <pc:docMk/>
            <pc:sldMk cId="2584336074" sldId="263"/>
            <ac:grpSpMk id="46" creationId="{00E83108-1D67-12BC-415F-C7F7852C4067}"/>
          </ac:grpSpMkLst>
        </pc:grpChg>
        <pc:grpChg chg="add del mod topLvl">
          <ac:chgData name="adilton junio" userId="66b3fade76ecdf97" providerId="LiveId" clId="{5CEBC803-D196-49B6-9109-148C66D01FF7}" dt="2024-07-15T22:18:49.073" v="48" actId="478"/>
          <ac:grpSpMkLst>
            <pc:docMk/>
            <pc:sldMk cId="2584336074" sldId="263"/>
            <ac:grpSpMk id="47" creationId="{02A6AEFF-8F1E-2710-8B54-090A6CCD236B}"/>
          </ac:grpSpMkLst>
        </pc:grpChg>
        <pc:grpChg chg="del">
          <ac:chgData name="adilton junio" userId="66b3fade76ecdf97" providerId="LiveId" clId="{5CEBC803-D196-49B6-9109-148C66D01FF7}" dt="2024-07-15T22:18:24.148" v="34" actId="165"/>
          <ac:grpSpMkLst>
            <pc:docMk/>
            <pc:sldMk cId="2584336074" sldId="263"/>
            <ac:grpSpMk id="56" creationId="{69849317-4289-4816-37C0-C235B2D0A525}"/>
          </ac:grpSpMkLst>
        </pc:grpChg>
        <pc:cxnChg chg="mod">
          <ac:chgData name="adilton junio" userId="66b3fade76ecdf97" providerId="LiveId" clId="{5CEBC803-D196-49B6-9109-148C66D01FF7}" dt="2024-07-15T22:18:24.148" v="34" actId="165"/>
          <ac:cxnSpMkLst>
            <pc:docMk/>
            <pc:sldMk cId="2584336074" sldId="263"/>
            <ac:cxnSpMk id="8" creationId="{16333C01-A1EF-680C-5ACB-C3A2A8B51C86}"/>
          </ac:cxnSpMkLst>
        </pc:cxnChg>
        <pc:cxnChg chg="mod">
          <ac:chgData name="adilton junio" userId="66b3fade76ecdf97" providerId="LiveId" clId="{5CEBC803-D196-49B6-9109-148C66D01FF7}" dt="2024-07-15T22:18:24.148" v="34" actId="165"/>
          <ac:cxnSpMkLst>
            <pc:docMk/>
            <pc:sldMk cId="2584336074" sldId="263"/>
            <ac:cxnSpMk id="12" creationId="{2317D872-F0FF-10E8-5C7F-43824B60DF7F}"/>
          </ac:cxnSpMkLst>
        </pc:cxnChg>
        <pc:cxnChg chg="mod">
          <ac:chgData name="adilton junio" userId="66b3fade76ecdf97" providerId="LiveId" clId="{5CEBC803-D196-49B6-9109-148C66D01FF7}" dt="2024-07-15T22:20:31.932" v="64" actId="403"/>
          <ac:cxnSpMkLst>
            <pc:docMk/>
            <pc:sldMk cId="2584336074" sldId="263"/>
            <ac:cxnSpMk id="17" creationId="{866AF87F-505B-F351-950E-30F67CF80CFB}"/>
          </ac:cxnSpMkLst>
        </pc:cxnChg>
        <pc:cxnChg chg="del mod">
          <ac:chgData name="adilton junio" userId="66b3fade76ecdf97" providerId="LiveId" clId="{5CEBC803-D196-49B6-9109-148C66D01FF7}" dt="2024-07-15T22:20:19.467" v="59" actId="478"/>
          <ac:cxnSpMkLst>
            <pc:docMk/>
            <pc:sldMk cId="2584336074" sldId="263"/>
            <ac:cxnSpMk id="22" creationId="{46C9B78B-E672-524A-2B29-E630223B7933}"/>
          </ac:cxnSpMkLst>
        </pc:cxnChg>
        <pc:cxnChg chg="mod">
          <ac:chgData name="adilton junio" userId="66b3fade76ecdf97" providerId="LiveId" clId="{5CEBC803-D196-49B6-9109-148C66D01FF7}" dt="2024-07-15T22:29:00.333" v="134" actId="20577"/>
          <ac:cxnSpMkLst>
            <pc:docMk/>
            <pc:sldMk cId="2584336074" sldId="263"/>
            <ac:cxnSpMk id="30" creationId="{269774F2-AE13-FEA6-A94B-C4E22D0F27BC}"/>
          </ac:cxnSpMkLst>
        </pc:cxnChg>
        <pc:cxnChg chg="mod">
          <ac:chgData name="adilton junio" userId="66b3fade76ecdf97" providerId="LiveId" clId="{5CEBC803-D196-49B6-9109-148C66D01FF7}" dt="2024-07-15T22:18:24.148" v="34" actId="165"/>
          <ac:cxnSpMkLst>
            <pc:docMk/>
            <pc:sldMk cId="2584336074" sldId="263"/>
            <ac:cxnSpMk id="31" creationId="{40E34457-C7BD-F071-B7A8-05CE571C8FD5}"/>
          </ac:cxnSpMkLst>
        </pc:cxnChg>
        <pc:cxnChg chg="del mod">
          <ac:chgData name="adilton junio" userId="66b3fade76ecdf97" providerId="LiveId" clId="{5CEBC803-D196-49B6-9109-148C66D01FF7}" dt="2024-07-15T22:20:22.015" v="61" actId="478"/>
          <ac:cxnSpMkLst>
            <pc:docMk/>
            <pc:sldMk cId="2584336074" sldId="263"/>
            <ac:cxnSpMk id="33" creationId="{0528C2DE-D69B-36D2-A3EA-5B59293E8E4C}"/>
          </ac:cxnSpMkLst>
        </pc:cxnChg>
        <pc:cxnChg chg="mod">
          <ac:chgData name="adilton junio" userId="66b3fade76ecdf97" providerId="LiveId" clId="{5CEBC803-D196-49B6-9109-148C66D01FF7}" dt="2024-07-15T22:29:00.333" v="134" actId="20577"/>
          <ac:cxnSpMkLst>
            <pc:docMk/>
            <pc:sldMk cId="2584336074" sldId="263"/>
            <ac:cxnSpMk id="35" creationId="{E54E23FE-9CF3-B357-589A-ACAFD6A75581}"/>
          </ac:cxnSpMkLst>
        </pc:cxnChg>
      </pc:sldChg>
    </pc:docChg>
  </pc:docChgLst>
  <pc:docChgLst>
    <pc:chgData name="adilton junio" userId="66b3fade76ecdf97" providerId="LiveId" clId="{3A2DA7F4-19D8-4203-BFEA-26254F7BE44A}"/>
    <pc:docChg chg="undo custSel addSld modSld sldOrd">
      <pc:chgData name="adilton junio" userId="66b3fade76ecdf97" providerId="LiveId" clId="{3A2DA7F4-19D8-4203-BFEA-26254F7BE44A}" dt="2024-07-16T12:31:20.393" v="429" actId="693"/>
      <pc:docMkLst>
        <pc:docMk/>
      </pc:docMkLst>
      <pc:sldChg chg="ord">
        <pc:chgData name="adilton junio" userId="66b3fade76ecdf97" providerId="LiveId" clId="{3A2DA7F4-19D8-4203-BFEA-26254F7BE44A}" dt="2024-07-16T11:20:39.764" v="2"/>
        <pc:sldMkLst>
          <pc:docMk/>
          <pc:sldMk cId="2584336074" sldId="263"/>
        </pc:sldMkLst>
      </pc:sldChg>
      <pc:sldChg chg="addSp delSp modSp add mod ord">
        <pc:chgData name="adilton junio" userId="66b3fade76ecdf97" providerId="LiveId" clId="{3A2DA7F4-19D8-4203-BFEA-26254F7BE44A}" dt="2024-07-16T12:11:22.432" v="281" actId="164"/>
        <pc:sldMkLst>
          <pc:docMk/>
          <pc:sldMk cId="636562131" sldId="264"/>
        </pc:sldMkLst>
        <pc:spChg chg="mod ord topLvl">
          <ac:chgData name="adilton junio" userId="66b3fade76ecdf97" providerId="LiveId" clId="{3A2DA7F4-19D8-4203-BFEA-26254F7BE44A}" dt="2024-07-16T12:09:30.213" v="275" actId="20577"/>
          <ac:spMkLst>
            <pc:docMk/>
            <pc:sldMk cId="636562131" sldId="264"/>
            <ac:spMk id="5" creationId="{A790BCCD-0592-6FA6-98D3-8B64D7FAE891}"/>
          </ac:spMkLst>
        </pc:spChg>
        <pc:spChg chg="add del mod">
          <ac:chgData name="adilton junio" userId="66b3fade76ecdf97" providerId="LiveId" clId="{3A2DA7F4-19D8-4203-BFEA-26254F7BE44A}" dt="2024-07-16T11:25:11.180" v="40" actId="478"/>
          <ac:spMkLst>
            <pc:docMk/>
            <pc:sldMk cId="636562131" sldId="264"/>
            <ac:spMk id="15" creationId="{215468FB-5DD1-76D2-4CF1-362FE3F8916F}"/>
          </ac:spMkLst>
        </pc:spChg>
        <pc:spChg chg="mod">
          <ac:chgData name="adilton junio" userId="66b3fade76ecdf97" providerId="LiveId" clId="{3A2DA7F4-19D8-4203-BFEA-26254F7BE44A}" dt="2024-07-16T11:20:53.595" v="5" actId="165"/>
          <ac:spMkLst>
            <pc:docMk/>
            <pc:sldMk cId="636562131" sldId="264"/>
            <ac:spMk id="18" creationId="{94868671-F1EC-D102-EEF5-BFD590B2A848}"/>
          </ac:spMkLst>
        </pc:spChg>
        <pc:spChg chg="add del mod">
          <ac:chgData name="adilton junio" userId="66b3fade76ecdf97" providerId="LiveId" clId="{3A2DA7F4-19D8-4203-BFEA-26254F7BE44A}" dt="2024-07-16T11:26:35.253" v="61" actId="478"/>
          <ac:spMkLst>
            <pc:docMk/>
            <pc:sldMk cId="636562131" sldId="264"/>
            <ac:spMk id="22" creationId="{70F732F9-7098-F7C0-18F3-EE4242182CAC}"/>
          </ac:spMkLst>
        </pc:spChg>
        <pc:spChg chg="mod">
          <ac:chgData name="adilton junio" userId="66b3fade76ecdf97" providerId="LiveId" clId="{3A2DA7F4-19D8-4203-BFEA-26254F7BE44A}" dt="2024-07-16T11:20:53.595" v="5" actId="165"/>
          <ac:spMkLst>
            <pc:docMk/>
            <pc:sldMk cId="636562131" sldId="264"/>
            <ac:spMk id="29" creationId="{90A85E77-0C4C-4645-3C72-161F78D3B950}"/>
          </ac:spMkLst>
        </pc:spChg>
        <pc:spChg chg="add mod">
          <ac:chgData name="adilton junio" userId="66b3fade76ecdf97" providerId="LiveId" clId="{3A2DA7F4-19D8-4203-BFEA-26254F7BE44A}" dt="2024-07-16T12:09:30.213" v="275" actId="20577"/>
          <ac:spMkLst>
            <pc:docMk/>
            <pc:sldMk cId="636562131" sldId="264"/>
            <ac:spMk id="33" creationId="{37ED2B51-CDDB-16AB-A818-52C1152C86AE}"/>
          </ac:spMkLst>
        </pc:spChg>
        <pc:spChg chg="mod">
          <ac:chgData name="adilton junio" userId="66b3fade76ecdf97" providerId="LiveId" clId="{3A2DA7F4-19D8-4203-BFEA-26254F7BE44A}" dt="2024-07-16T11:20:53.595" v="5" actId="165"/>
          <ac:spMkLst>
            <pc:docMk/>
            <pc:sldMk cId="636562131" sldId="264"/>
            <ac:spMk id="34" creationId="{8A6C10A4-456A-0AB5-77F6-116E9665AD71}"/>
          </ac:spMkLst>
        </pc:spChg>
        <pc:spChg chg="mod">
          <ac:chgData name="adilton junio" userId="66b3fade76ecdf97" providerId="LiveId" clId="{3A2DA7F4-19D8-4203-BFEA-26254F7BE44A}" dt="2024-07-16T11:20:53.595" v="5" actId="165"/>
          <ac:spMkLst>
            <pc:docMk/>
            <pc:sldMk cId="636562131" sldId="264"/>
            <ac:spMk id="37" creationId="{9338B9FB-BFBA-CDA4-A48A-58317BAFAD35}"/>
          </ac:spMkLst>
        </pc:spChg>
        <pc:spChg chg="mod">
          <ac:chgData name="adilton junio" userId="66b3fade76ecdf97" providerId="LiveId" clId="{3A2DA7F4-19D8-4203-BFEA-26254F7BE44A}" dt="2024-07-16T11:20:53.595" v="5" actId="165"/>
          <ac:spMkLst>
            <pc:docMk/>
            <pc:sldMk cId="636562131" sldId="264"/>
            <ac:spMk id="38" creationId="{12D5EB28-E0CB-C5CA-0A91-23F222DC625C}"/>
          </ac:spMkLst>
        </pc:spChg>
        <pc:spChg chg="del mod topLvl">
          <ac:chgData name="adilton junio" userId="66b3fade76ecdf97" providerId="LiveId" clId="{3A2DA7F4-19D8-4203-BFEA-26254F7BE44A}" dt="2024-07-16T11:20:55.766" v="6" actId="478"/>
          <ac:spMkLst>
            <pc:docMk/>
            <pc:sldMk cId="636562131" sldId="264"/>
            <ac:spMk id="39" creationId="{8E64BA57-29BF-70DE-9495-A8C62EB3D6A7}"/>
          </ac:spMkLst>
        </pc:spChg>
        <pc:spChg chg="mod ord topLvl">
          <ac:chgData name="adilton junio" userId="66b3fade76ecdf97" providerId="LiveId" clId="{3A2DA7F4-19D8-4203-BFEA-26254F7BE44A}" dt="2024-07-16T12:09:30.213" v="275" actId="20577"/>
          <ac:spMkLst>
            <pc:docMk/>
            <pc:sldMk cId="636562131" sldId="264"/>
            <ac:spMk id="40" creationId="{758CB222-ED5A-3FEA-69FB-61051C83702E}"/>
          </ac:spMkLst>
        </pc:spChg>
        <pc:spChg chg="del mod topLvl">
          <ac:chgData name="adilton junio" userId="66b3fade76ecdf97" providerId="LiveId" clId="{3A2DA7F4-19D8-4203-BFEA-26254F7BE44A}" dt="2024-07-16T11:20:57.246" v="7" actId="478"/>
          <ac:spMkLst>
            <pc:docMk/>
            <pc:sldMk cId="636562131" sldId="264"/>
            <ac:spMk id="41" creationId="{3A6C338F-2491-63D4-9A4D-08A901F4BC9D}"/>
          </ac:spMkLst>
        </pc:spChg>
        <pc:spChg chg="add mod ord">
          <ac:chgData name="adilton junio" userId="66b3fade76ecdf97" providerId="LiveId" clId="{3A2DA7F4-19D8-4203-BFEA-26254F7BE44A}" dt="2024-07-16T12:09:30.213" v="275" actId="20577"/>
          <ac:spMkLst>
            <pc:docMk/>
            <pc:sldMk cId="636562131" sldId="264"/>
            <ac:spMk id="50" creationId="{B1D9E2B8-90BA-D0E2-EC54-7CA2C170D9F4}"/>
          </ac:spMkLst>
        </pc:spChg>
        <pc:spChg chg="add mod">
          <ac:chgData name="adilton junio" userId="66b3fade76ecdf97" providerId="LiveId" clId="{3A2DA7F4-19D8-4203-BFEA-26254F7BE44A}" dt="2024-07-16T12:09:30.213" v="275" actId="20577"/>
          <ac:spMkLst>
            <pc:docMk/>
            <pc:sldMk cId="636562131" sldId="264"/>
            <ac:spMk id="51" creationId="{F69A3152-00B5-2F7C-B322-DD009CCAF487}"/>
          </ac:spMkLst>
        </pc:spChg>
        <pc:spChg chg="add mod">
          <ac:chgData name="adilton junio" userId="66b3fade76ecdf97" providerId="LiveId" clId="{3A2DA7F4-19D8-4203-BFEA-26254F7BE44A}" dt="2024-07-16T11:33:46.370" v="152" actId="1076"/>
          <ac:spMkLst>
            <pc:docMk/>
            <pc:sldMk cId="636562131" sldId="264"/>
            <ac:spMk id="52" creationId="{CA079BB5-DA40-6C4A-6902-7B72984656C2}"/>
          </ac:spMkLst>
        </pc:spChg>
        <pc:spChg chg="add mod">
          <ac:chgData name="adilton junio" userId="66b3fade76ecdf97" providerId="LiveId" clId="{3A2DA7F4-19D8-4203-BFEA-26254F7BE44A}" dt="2024-07-16T11:33:46.370" v="152" actId="1076"/>
          <ac:spMkLst>
            <pc:docMk/>
            <pc:sldMk cId="636562131" sldId="264"/>
            <ac:spMk id="53" creationId="{7C60AE91-BCF9-7D85-02AB-8755CBC3DB95}"/>
          </ac:spMkLst>
        </pc:spChg>
        <pc:spChg chg="mod">
          <ac:chgData name="adilton junio" userId="66b3fade76ecdf97" providerId="LiveId" clId="{3A2DA7F4-19D8-4203-BFEA-26254F7BE44A}" dt="2024-07-16T11:33:40.183" v="150"/>
          <ac:spMkLst>
            <pc:docMk/>
            <pc:sldMk cId="636562131" sldId="264"/>
            <ac:spMk id="57" creationId="{A33254F0-9B0E-CFB8-A8C5-3833C37E6F8D}"/>
          </ac:spMkLst>
        </pc:spChg>
        <pc:spChg chg="add mod">
          <ac:chgData name="adilton junio" userId="66b3fade76ecdf97" providerId="LiveId" clId="{3A2DA7F4-19D8-4203-BFEA-26254F7BE44A}" dt="2024-07-16T11:33:46.370" v="152" actId="1076"/>
          <ac:spMkLst>
            <pc:docMk/>
            <pc:sldMk cId="636562131" sldId="264"/>
            <ac:spMk id="58" creationId="{8F391185-CA32-543A-01BC-6740B763BECF}"/>
          </ac:spMkLst>
        </pc:spChg>
        <pc:spChg chg="del mod">
          <ac:chgData name="adilton junio" userId="66b3fade76ecdf97" providerId="LiveId" clId="{3A2DA7F4-19D8-4203-BFEA-26254F7BE44A}" dt="2024-07-16T11:49:37.239" v="250" actId="478"/>
          <ac:spMkLst>
            <pc:docMk/>
            <pc:sldMk cId="636562131" sldId="264"/>
            <ac:spMk id="62" creationId="{D3B0D3F3-B5AE-BF22-16BB-DA9ADB376C59}"/>
          </ac:spMkLst>
        </pc:spChg>
        <pc:spChg chg="add del mod">
          <ac:chgData name="adilton junio" userId="66b3fade76ecdf97" providerId="LiveId" clId="{3A2DA7F4-19D8-4203-BFEA-26254F7BE44A}" dt="2024-07-16T11:34:28.300" v="163" actId="693"/>
          <ac:spMkLst>
            <pc:docMk/>
            <pc:sldMk cId="636562131" sldId="264"/>
            <ac:spMk id="65" creationId="{9F9E1C86-2FCF-4931-04E1-C31DA62B0B66}"/>
          </ac:spMkLst>
        </pc:spChg>
        <pc:spChg chg="add mod">
          <ac:chgData name="adilton junio" userId="66b3fade76ecdf97" providerId="LiveId" clId="{3A2DA7F4-19D8-4203-BFEA-26254F7BE44A}" dt="2024-07-16T11:40:21.860" v="243" actId="164"/>
          <ac:spMkLst>
            <pc:docMk/>
            <pc:sldMk cId="636562131" sldId="264"/>
            <ac:spMk id="109" creationId="{A0B8D4DE-F9F8-F6D5-C61C-8C1B816CBBFD}"/>
          </ac:spMkLst>
        </pc:spChg>
        <pc:spChg chg="add mod">
          <ac:chgData name="adilton junio" userId="66b3fade76ecdf97" providerId="LiveId" clId="{3A2DA7F4-19D8-4203-BFEA-26254F7BE44A}" dt="2024-07-16T12:11:22.432" v="281" actId="164"/>
          <ac:spMkLst>
            <pc:docMk/>
            <pc:sldMk cId="636562131" sldId="264"/>
            <ac:spMk id="111" creationId="{7C216A02-B435-36DA-252F-00C5C38A1964}"/>
          </ac:spMkLst>
        </pc:spChg>
        <pc:spChg chg="add mod">
          <ac:chgData name="adilton junio" userId="66b3fade76ecdf97" providerId="LiveId" clId="{3A2DA7F4-19D8-4203-BFEA-26254F7BE44A}" dt="2024-07-16T12:11:22.432" v="281" actId="164"/>
          <ac:spMkLst>
            <pc:docMk/>
            <pc:sldMk cId="636562131" sldId="264"/>
            <ac:spMk id="112" creationId="{3F352A01-A99C-14D5-D842-992304D7CA8B}"/>
          </ac:spMkLst>
        </pc:spChg>
        <pc:spChg chg="add mod">
          <ac:chgData name="adilton junio" userId="66b3fade76ecdf97" providerId="LiveId" clId="{3A2DA7F4-19D8-4203-BFEA-26254F7BE44A}" dt="2024-07-16T11:50:02.622" v="257" actId="571"/>
          <ac:spMkLst>
            <pc:docMk/>
            <pc:sldMk cId="636562131" sldId="264"/>
            <ac:spMk id="113" creationId="{99301731-8175-DC00-83D2-9192C0FCFDF9}"/>
          </ac:spMkLst>
        </pc:spChg>
        <pc:spChg chg="add del mod">
          <ac:chgData name="adilton junio" userId="66b3fade76ecdf97" providerId="LiveId" clId="{3A2DA7F4-19D8-4203-BFEA-26254F7BE44A}" dt="2024-07-16T12:09:38.579" v="277" actId="478"/>
          <ac:spMkLst>
            <pc:docMk/>
            <pc:sldMk cId="636562131" sldId="264"/>
            <ac:spMk id="115" creationId="{3B7B3D3D-B294-3526-9D78-779743FA9673}"/>
          </ac:spMkLst>
        </pc:spChg>
        <pc:grpChg chg="del mod topLvl">
          <ac:chgData name="adilton junio" userId="66b3fade76ecdf97" providerId="LiveId" clId="{3A2DA7F4-19D8-4203-BFEA-26254F7BE44A}" dt="2024-07-16T11:20:57.246" v="7" actId="478"/>
          <ac:grpSpMkLst>
            <pc:docMk/>
            <pc:sldMk cId="636562131" sldId="264"/>
            <ac:grpSpMk id="2" creationId="{587DE305-919A-ACE1-A3D3-CDF39965511E}"/>
          </ac:grpSpMkLst>
        </pc:grpChg>
        <pc:grpChg chg="mod">
          <ac:chgData name="adilton junio" userId="66b3fade76ecdf97" providerId="LiveId" clId="{3A2DA7F4-19D8-4203-BFEA-26254F7BE44A}" dt="2024-07-16T11:20:53.595" v="5" actId="165"/>
          <ac:grpSpMkLst>
            <pc:docMk/>
            <pc:sldMk cId="636562131" sldId="264"/>
            <ac:grpSpMk id="3" creationId="{A3D52ACA-5894-285F-2693-F15C57F445EE}"/>
          </ac:grpSpMkLst>
        </pc:grpChg>
        <pc:grpChg chg="add mod">
          <ac:chgData name="adilton junio" userId="66b3fade76ecdf97" providerId="LiveId" clId="{3A2DA7F4-19D8-4203-BFEA-26254F7BE44A}" dt="2024-07-16T12:09:30.213" v="275" actId="20577"/>
          <ac:grpSpMkLst>
            <pc:docMk/>
            <pc:sldMk cId="636562131" sldId="264"/>
            <ac:grpSpMk id="10" creationId="{23459346-433C-A05E-ED13-3A4F2A59C594}"/>
          </ac:grpSpMkLst>
        </pc:grpChg>
        <pc:grpChg chg="mod">
          <ac:chgData name="adilton junio" userId="66b3fade76ecdf97" providerId="LiveId" clId="{3A2DA7F4-19D8-4203-BFEA-26254F7BE44A}" dt="2024-07-16T11:20:53.595" v="5" actId="165"/>
          <ac:grpSpMkLst>
            <pc:docMk/>
            <pc:sldMk cId="636562131" sldId="264"/>
            <ac:grpSpMk id="14" creationId="{86B056B2-2401-3645-A904-ACFC907286ED}"/>
          </ac:grpSpMkLst>
        </pc:grpChg>
        <pc:grpChg chg="del mod topLvl">
          <ac:chgData name="adilton junio" userId="66b3fade76ecdf97" providerId="LiveId" clId="{3A2DA7F4-19D8-4203-BFEA-26254F7BE44A}" dt="2024-07-16T11:24:16.827" v="17" actId="478"/>
          <ac:grpSpMkLst>
            <pc:docMk/>
            <pc:sldMk cId="636562131" sldId="264"/>
            <ac:grpSpMk id="16" creationId="{042E598C-E030-220C-1061-CC1FE3CDD6AB}"/>
          </ac:grpSpMkLst>
        </pc:grpChg>
        <pc:grpChg chg="mod">
          <ac:chgData name="adilton junio" userId="66b3fade76ecdf97" providerId="LiveId" clId="{3A2DA7F4-19D8-4203-BFEA-26254F7BE44A}" dt="2024-07-16T11:20:53.595" v="5" actId="165"/>
          <ac:grpSpMkLst>
            <pc:docMk/>
            <pc:sldMk cId="636562131" sldId="264"/>
            <ac:grpSpMk id="19" creationId="{60028412-EB8A-A3A3-41B8-B64C4A99BF63}"/>
          </ac:grpSpMkLst>
        </pc:grpChg>
        <pc:grpChg chg="del">
          <ac:chgData name="adilton junio" userId="66b3fade76ecdf97" providerId="LiveId" clId="{3A2DA7F4-19D8-4203-BFEA-26254F7BE44A}" dt="2024-07-16T11:20:53.595" v="5" actId="165"/>
          <ac:grpSpMkLst>
            <pc:docMk/>
            <pc:sldMk cId="636562131" sldId="264"/>
            <ac:grpSpMk id="43" creationId="{D1586919-6BA6-4364-9CEC-90559317DE4A}"/>
          </ac:grpSpMkLst>
        </pc:grpChg>
        <pc:grpChg chg="add mod">
          <ac:chgData name="adilton junio" userId="66b3fade76ecdf97" providerId="LiveId" clId="{3A2DA7F4-19D8-4203-BFEA-26254F7BE44A}" dt="2024-07-16T11:33:52.170" v="154" actId="1076"/>
          <ac:grpSpMkLst>
            <pc:docMk/>
            <pc:sldMk cId="636562131" sldId="264"/>
            <ac:grpSpMk id="54" creationId="{26DBD259-277D-7BC2-0F43-B64CB0433ABD}"/>
          </ac:grpSpMkLst>
        </pc:grpChg>
        <pc:grpChg chg="add mod">
          <ac:chgData name="adilton junio" userId="66b3fade76ecdf97" providerId="LiveId" clId="{3A2DA7F4-19D8-4203-BFEA-26254F7BE44A}" dt="2024-07-16T12:09:30.213" v="275" actId="20577"/>
          <ac:grpSpMkLst>
            <pc:docMk/>
            <pc:sldMk cId="636562131" sldId="264"/>
            <ac:grpSpMk id="59" creationId="{BFA6CD71-173A-7669-BD26-11E21ABD8274}"/>
          </ac:grpSpMkLst>
        </pc:grpChg>
        <pc:grpChg chg="add del mod ord">
          <ac:chgData name="adilton junio" userId="66b3fade76ecdf97" providerId="LiveId" clId="{3A2DA7F4-19D8-4203-BFEA-26254F7BE44A}" dt="2024-07-16T11:49:37.239" v="250" actId="478"/>
          <ac:grpSpMkLst>
            <pc:docMk/>
            <pc:sldMk cId="636562131" sldId="264"/>
            <ac:grpSpMk id="60" creationId="{D3540D4B-A162-AD7D-D9EE-34BB64A0483D}"/>
          </ac:grpSpMkLst>
        </pc:grpChg>
        <pc:grpChg chg="mod">
          <ac:chgData name="adilton junio" userId="66b3fade76ecdf97" providerId="LiveId" clId="{3A2DA7F4-19D8-4203-BFEA-26254F7BE44A}" dt="2024-07-16T11:34:03.076" v="157"/>
          <ac:grpSpMkLst>
            <pc:docMk/>
            <pc:sldMk cId="636562131" sldId="264"/>
            <ac:grpSpMk id="61" creationId="{7BC3E3E7-45E5-8EE3-0C8F-215648B50428}"/>
          </ac:grpSpMkLst>
        </pc:grpChg>
        <pc:grpChg chg="add mod">
          <ac:chgData name="adilton junio" userId="66b3fade76ecdf97" providerId="LiveId" clId="{3A2DA7F4-19D8-4203-BFEA-26254F7BE44A}" dt="2024-07-16T12:09:30.213" v="275" actId="20577"/>
          <ac:grpSpMkLst>
            <pc:docMk/>
            <pc:sldMk cId="636562131" sldId="264"/>
            <ac:grpSpMk id="66" creationId="{720F35AE-E66D-426D-EEF9-0E510B044415}"/>
          </ac:grpSpMkLst>
        </pc:grpChg>
        <pc:grpChg chg="add mod">
          <ac:chgData name="adilton junio" userId="66b3fade76ecdf97" providerId="LiveId" clId="{3A2DA7F4-19D8-4203-BFEA-26254F7BE44A}" dt="2024-07-16T11:39:43.021" v="231" actId="164"/>
          <ac:grpSpMkLst>
            <pc:docMk/>
            <pc:sldMk cId="636562131" sldId="264"/>
            <ac:grpSpMk id="97" creationId="{BA5AF2AB-7D82-B4DE-26DF-29CED8F9A650}"/>
          </ac:grpSpMkLst>
        </pc:grpChg>
        <pc:grpChg chg="add mod">
          <ac:chgData name="adilton junio" userId="66b3fade76ecdf97" providerId="LiveId" clId="{3A2DA7F4-19D8-4203-BFEA-26254F7BE44A}" dt="2024-07-16T11:39:43.021" v="231" actId="164"/>
          <ac:grpSpMkLst>
            <pc:docMk/>
            <pc:sldMk cId="636562131" sldId="264"/>
            <ac:grpSpMk id="98" creationId="{E92B19B3-C0D7-9A51-455F-BCC62DE3642C}"/>
          </ac:grpSpMkLst>
        </pc:grpChg>
        <pc:grpChg chg="add mod">
          <ac:chgData name="adilton junio" userId="66b3fade76ecdf97" providerId="LiveId" clId="{3A2DA7F4-19D8-4203-BFEA-26254F7BE44A}" dt="2024-07-16T11:40:21.860" v="243" actId="164"/>
          <ac:grpSpMkLst>
            <pc:docMk/>
            <pc:sldMk cId="636562131" sldId="264"/>
            <ac:grpSpMk id="108" creationId="{E865F3D3-E3B5-89EB-2E8F-749C1BF37132}"/>
          </ac:grpSpMkLst>
        </pc:grpChg>
        <pc:grpChg chg="add mod">
          <ac:chgData name="adilton junio" userId="66b3fade76ecdf97" providerId="LiveId" clId="{3A2DA7F4-19D8-4203-BFEA-26254F7BE44A}" dt="2024-07-16T12:11:22.432" v="281" actId="164"/>
          <ac:grpSpMkLst>
            <pc:docMk/>
            <pc:sldMk cId="636562131" sldId="264"/>
            <ac:grpSpMk id="110" creationId="{9D2A346C-8C9A-A1D8-B40A-BE4B91DF9A45}"/>
          </ac:grpSpMkLst>
        </pc:grpChg>
        <pc:grpChg chg="add mod">
          <ac:chgData name="adilton junio" userId="66b3fade76ecdf97" providerId="LiveId" clId="{3A2DA7F4-19D8-4203-BFEA-26254F7BE44A}" dt="2024-07-16T12:09:30.213" v="275" actId="20577"/>
          <ac:grpSpMkLst>
            <pc:docMk/>
            <pc:sldMk cId="636562131" sldId="264"/>
            <ac:grpSpMk id="114" creationId="{08044F5F-3210-63D8-02CE-D5A3CBBD3E15}"/>
          </ac:grpSpMkLst>
        </pc:grpChg>
        <pc:grpChg chg="add mod">
          <ac:chgData name="adilton junio" userId="66b3fade76ecdf97" providerId="LiveId" clId="{3A2DA7F4-19D8-4203-BFEA-26254F7BE44A}" dt="2024-07-16T12:11:22.432" v="281" actId="164"/>
          <ac:grpSpMkLst>
            <pc:docMk/>
            <pc:sldMk cId="636562131" sldId="264"/>
            <ac:grpSpMk id="116" creationId="{FE1BA46B-8BEE-F59C-724F-3354F27A9BAB}"/>
          </ac:grpSpMkLst>
        </pc:grpChg>
        <pc:picChg chg="add del mod ord">
          <ac:chgData name="adilton junio" userId="66b3fade76ecdf97" providerId="LiveId" clId="{3A2DA7F4-19D8-4203-BFEA-26254F7BE44A}" dt="2024-07-16T11:29:32.562" v="106" actId="478"/>
          <ac:picMkLst>
            <pc:docMk/>
            <pc:sldMk cId="636562131" sldId="264"/>
            <ac:picMk id="24" creationId="{1B57FE1A-8A68-5697-4886-81F0A713B718}"/>
          </ac:picMkLst>
        </pc:picChg>
        <pc:cxnChg chg="add mod">
          <ac:chgData name="adilton junio" userId="66b3fade76ecdf97" providerId="LiveId" clId="{3A2DA7F4-19D8-4203-BFEA-26254F7BE44A}" dt="2024-07-16T12:09:30.213" v="275" actId="20577"/>
          <ac:cxnSpMkLst>
            <pc:docMk/>
            <pc:sldMk cId="636562131" sldId="264"/>
            <ac:cxnSpMk id="6" creationId="{AB9FBC11-651D-11D1-CEB5-601DD47E5EC0}"/>
          </ac:cxnSpMkLst>
        </pc:cxnChg>
        <pc:cxnChg chg="add mod">
          <ac:chgData name="adilton junio" userId="66b3fade76ecdf97" providerId="LiveId" clId="{3A2DA7F4-19D8-4203-BFEA-26254F7BE44A}" dt="2024-07-16T12:09:30.213" v="275" actId="20577"/>
          <ac:cxnSpMkLst>
            <pc:docMk/>
            <pc:sldMk cId="636562131" sldId="264"/>
            <ac:cxnSpMk id="8" creationId="{7723BBC5-5E13-0524-3C9E-2E4B7783633A}"/>
          </ac:cxnSpMkLst>
        </pc:cxnChg>
        <pc:cxnChg chg="mod">
          <ac:chgData name="adilton junio" userId="66b3fade76ecdf97" providerId="LiveId" clId="{3A2DA7F4-19D8-4203-BFEA-26254F7BE44A}" dt="2024-07-16T11:20:53.595" v="5" actId="165"/>
          <ac:cxnSpMkLst>
            <pc:docMk/>
            <pc:sldMk cId="636562131" sldId="264"/>
            <ac:cxnSpMk id="17" creationId="{866AF87F-505B-F351-950E-30F67CF80CFB}"/>
          </ac:cxnSpMkLst>
        </pc:cxnChg>
        <pc:cxnChg chg="add del">
          <ac:chgData name="adilton junio" userId="66b3fade76ecdf97" providerId="LiveId" clId="{3A2DA7F4-19D8-4203-BFEA-26254F7BE44A}" dt="2024-07-16T11:25:21.595" v="42" actId="478"/>
          <ac:cxnSpMkLst>
            <pc:docMk/>
            <pc:sldMk cId="636562131" sldId="264"/>
            <ac:cxnSpMk id="21" creationId="{98FF7DB4-FE45-142A-76A5-BEF2E556205D}"/>
          </ac:cxnSpMkLst>
        </pc:cxnChg>
        <pc:cxnChg chg="mod">
          <ac:chgData name="adilton junio" userId="66b3fade76ecdf97" providerId="LiveId" clId="{3A2DA7F4-19D8-4203-BFEA-26254F7BE44A}" dt="2024-07-16T11:20:53.595" v="5" actId="165"/>
          <ac:cxnSpMkLst>
            <pc:docMk/>
            <pc:sldMk cId="636562131" sldId="264"/>
            <ac:cxnSpMk id="30" creationId="{269774F2-AE13-FEA6-A94B-C4E22D0F27BC}"/>
          </ac:cxnSpMkLst>
        </pc:cxnChg>
        <pc:cxnChg chg="mod">
          <ac:chgData name="adilton junio" userId="66b3fade76ecdf97" providerId="LiveId" clId="{3A2DA7F4-19D8-4203-BFEA-26254F7BE44A}" dt="2024-07-16T11:20:57.246" v="7" actId="478"/>
          <ac:cxnSpMkLst>
            <pc:docMk/>
            <pc:sldMk cId="636562131" sldId="264"/>
            <ac:cxnSpMk id="35" creationId="{E54E23FE-9CF3-B357-589A-ACAFD6A75581}"/>
          </ac:cxnSpMkLst>
        </pc:cxnChg>
        <pc:cxnChg chg="mod">
          <ac:chgData name="adilton junio" userId="66b3fade76ecdf97" providerId="LiveId" clId="{3A2DA7F4-19D8-4203-BFEA-26254F7BE44A}" dt="2024-07-16T11:33:46.370" v="152" actId="1076"/>
          <ac:cxnSpMkLst>
            <pc:docMk/>
            <pc:sldMk cId="636562131" sldId="264"/>
            <ac:cxnSpMk id="55" creationId="{DD83A9D4-5E39-615D-ADD4-BBD243ADCC3A}"/>
          </ac:cxnSpMkLst>
        </pc:cxnChg>
        <pc:cxnChg chg="mod">
          <ac:chgData name="adilton junio" userId="66b3fade76ecdf97" providerId="LiveId" clId="{3A2DA7F4-19D8-4203-BFEA-26254F7BE44A}" dt="2024-07-16T11:33:46.370" v="152" actId="1076"/>
          <ac:cxnSpMkLst>
            <pc:docMk/>
            <pc:sldMk cId="636562131" sldId="264"/>
            <ac:cxnSpMk id="56" creationId="{92F54FE4-548D-002F-7560-97D59D4CFB8D}"/>
          </ac:cxnSpMkLst>
        </pc:cxnChg>
        <pc:cxnChg chg="mod">
          <ac:chgData name="adilton junio" userId="66b3fade76ecdf97" providerId="LiveId" clId="{3A2DA7F4-19D8-4203-BFEA-26254F7BE44A}" dt="2024-07-16T11:49:37.239" v="250" actId="478"/>
          <ac:cxnSpMkLst>
            <pc:docMk/>
            <pc:sldMk cId="636562131" sldId="264"/>
            <ac:cxnSpMk id="63" creationId="{F113F0C8-55B7-34D5-A59A-73D8AC4715A3}"/>
          </ac:cxnSpMkLst>
        </pc:cxnChg>
        <pc:cxnChg chg="mod">
          <ac:chgData name="adilton junio" userId="66b3fade76ecdf97" providerId="LiveId" clId="{3A2DA7F4-19D8-4203-BFEA-26254F7BE44A}" dt="2024-07-16T11:49:37.239" v="250" actId="478"/>
          <ac:cxnSpMkLst>
            <pc:docMk/>
            <pc:sldMk cId="636562131" sldId="264"/>
            <ac:cxnSpMk id="64" creationId="{5D6FFFCA-A2C8-2DAC-86D3-0EDDBAE4B08D}"/>
          </ac:cxnSpMkLst>
        </pc:cxnChg>
        <pc:cxnChg chg="add mod">
          <ac:chgData name="adilton junio" userId="66b3fade76ecdf97" providerId="LiveId" clId="{3A2DA7F4-19D8-4203-BFEA-26254F7BE44A}" dt="2024-07-16T11:38:11.875" v="204" actId="164"/>
          <ac:cxnSpMkLst>
            <pc:docMk/>
            <pc:sldMk cId="636562131" sldId="264"/>
            <ac:cxnSpMk id="68" creationId="{03D06C2C-832D-65DA-EB6C-4622318D9C2B}"/>
          </ac:cxnSpMkLst>
        </pc:cxnChg>
        <pc:cxnChg chg="add mod">
          <ac:chgData name="adilton junio" userId="66b3fade76ecdf97" providerId="LiveId" clId="{3A2DA7F4-19D8-4203-BFEA-26254F7BE44A}" dt="2024-07-16T11:38:11.875" v="204" actId="164"/>
          <ac:cxnSpMkLst>
            <pc:docMk/>
            <pc:sldMk cId="636562131" sldId="264"/>
            <ac:cxnSpMk id="70" creationId="{A81B50AD-C383-421F-80E0-C15AA19AF737}"/>
          </ac:cxnSpMkLst>
        </pc:cxnChg>
        <pc:cxnChg chg="add mod">
          <ac:chgData name="adilton junio" userId="66b3fade76ecdf97" providerId="LiveId" clId="{3A2DA7F4-19D8-4203-BFEA-26254F7BE44A}" dt="2024-07-16T11:38:11.875" v="204" actId="164"/>
          <ac:cxnSpMkLst>
            <pc:docMk/>
            <pc:sldMk cId="636562131" sldId="264"/>
            <ac:cxnSpMk id="71" creationId="{BA400855-0B44-94C8-40A6-718A9DA7318A}"/>
          </ac:cxnSpMkLst>
        </pc:cxnChg>
        <pc:cxnChg chg="add del mod">
          <ac:chgData name="adilton junio" userId="66b3fade76ecdf97" providerId="LiveId" clId="{3A2DA7F4-19D8-4203-BFEA-26254F7BE44A}" dt="2024-07-16T11:36:44.590" v="179" actId="478"/>
          <ac:cxnSpMkLst>
            <pc:docMk/>
            <pc:sldMk cId="636562131" sldId="264"/>
            <ac:cxnSpMk id="72" creationId="{74F224C6-4CF4-C9A3-6775-8C65E5A04895}"/>
          </ac:cxnSpMkLst>
        </pc:cxnChg>
        <pc:cxnChg chg="add del mod">
          <ac:chgData name="adilton junio" userId="66b3fade76ecdf97" providerId="LiveId" clId="{3A2DA7F4-19D8-4203-BFEA-26254F7BE44A}" dt="2024-07-16T11:36:44.590" v="179" actId="478"/>
          <ac:cxnSpMkLst>
            <pc:docMk/>
            <pc:sldMk cId="636562131" sldId="264"/>
            <ac:cxnSpMk id="73" creationId="{B64305AF-5532-2965-E0CA-8F025EBCAF5F}"/>
          </ac:cxnSpMkLst>
        </pc:cxnChg>
        <pc:cxnChg chg="add del mod">
          <ac:chgData name="adilton junio" userId="66b3fade76ecdf97" providerId="LiveId" clId="{3A2DA7F4-19D8-4203-BFEA-26254F7BE44A}" dt="2024-07-16T11:36:44.590" v="179" actId="478"/>
          <ac:cxnSpMkLst>
            <pc:docMk/>
            <pc:sldMk cId="636562131" sldId="264"/>
            <ac:cxnSpMk id="74" creationId="{7F682D78-825A-6267-1B59-A636F6CB943C}"/>
          </ac:cxnSpMkLst>
        </pc:cxnChg>
        <pc:cxnChg chg="add mod">
          <ac:chgData name="adilton junio" userId="66b3fade76ecdf97" providerId="LiveId" clId="{3A2DA7F4-19D8-4203-BFEA-26254F7BE44A}" dt="2024-07-16T11:38:11.875" v="204" actId="164"/>
          <ac:cxnSpMkLst>
            <pc:docMk/>
            <pc:sldMk cId="636562131" sldId="264"/>
            <ac:cxnSpMk id="75" creationId="{28232F5A-4EF6-AA1A-90DC-E918915A4487}"/>
          </ac:cxnSpMkLst>
        </pc:cxnChg>
        <pc:cxnChg chg="add mod">
          <ac:chgData name="adilton junio" userId="66b3fade76ecdf97" providerId="LiveId" clId="{3A2DA7F4-19D8-4203-BFEA-26254F7BE44A}" dt="2024-07-16T11:38:11.875" v="204" actId="164"/>
          <ac:cxnSpMkLst>
            <pc:docMk/>
            <pc:sldMk cId="636562131" sldId="264"/>
            <ac:cxnSpMk id="76" creationId="{DBEC5BCB-B5D7-8E80-B683-924E62E35BD1}"/>
          </ac:cxnSpMkLst>
        </pc:cxnChg>
        <pc:cxnChg chg="add mod">
          <ac:chgData name="adilton junio" userId="66b3fade76ecdf97" providerId="LiveId" clId="{3A2DA7F4-19D8-4203-BFEA-26254F7BE44A}" dt="2024-07-16T11:38:11.875" v="204" actId="164"/>
          <ac:cxnSpMkLst>
            <pc:docMk/>
            <pc:sldMk cId="636562131" sldId="264"/>
            <ac:cxnSpMk id="77" creationId="{67A3523C-D1B9-BD48-FA17-0825B5212312}"/>
          </ac:cxnSpMkLst>
        </pc:cxnChg>
        <pc:cxnChg chg="add mod">
          <ac:chgData name="adilton junio" userId="66b3fade76ecdf97" providerId="LiveId" clId="{3A2DA7F4-19D8-4203-BFEA-26254F7BE44A}" dt="2024-07-16T11:38:11.875" v="204" actId="164"/>
          <ac:cxnSpMkLst>
            <pc:docMk/>
            <pc:sldMk cId="636562131" sldId="264"/>
            <ac:cxnSpMk id="78" creationId="{691D5DC8-0734-60F2-CC69-C2F6F868DFF8}"/>
          </ac:cxnSpMkLst>
        </pc:cxnChg>
        <pc:cxnChg chg="add mod">
          <ac:chgData name="adilton junio" userId="66b3fade76ecdf97" providerId="LiveId" clId="{3A2DA7F4-19D8-4203-BFEA-26254F7BE44A}" dt="2024-07-16T11:38:11.875" v="204" actId="164"/>
          <ac:cxnSpMkLst>
            <pc:docMk/>
            <pc:sldMk cId="636562131" sldId="264"/>
            <ac:cxnSpMk id="79" creationId="{99B4AB50-A2D1-FCE1-6BA9-B900AEA34F22}"/>
          </ac:cxnSpMkLst>
        </pc:cxnChg>
        <pc:cxnChg chg="add mod">
          <ac:chgData name="adilton junio" userId="66b3fade76ecdf97" providerId="LiveId" clId="{3A2DA7F4-19D8-4203-BFEA-26254F7BE44A}" dt="2024-07-16T11:38:06.124" v="203" actId="571"/>
          <ac:cxnSpMkLst>
            <pc:docMk/>
            <pc:sldMk cId="636562131" sldId="264"/>
            <ac:cxnSpMk id="86" creationId="{78172E47-C0F6-839D-8E33-B4D820C0C4AF}"/>
          </ac:cxnSpMkLst>
        </pc:cxnChg>
        <pc:cxnChg chg="add mod">
          <ac:chgData name="adilton junio" userId="66b3fade76ecdf97" providerId="LiveId" clId="{3A2DA7F4-19D8-4203-BFEA-26254F7BE44A}" dt="2024-07-16T11:38:06.124" v="203" actId="571"/>
          <ac:cxnSpMkLst>
            <pc:docMk/>
            <pc:sldMk cId="636562131" sldId="264"/>
            <ac:cxnSpMk id="87" creationId="{AA1597DC-9739-C58C-6927-BB7B36872F12}"/>
          </ac:cxnSpMkLst>
        </pc:cxnChg>
        <pc:cxnChg chg="add mod">
          <ac:chgData name="adilton junio" userId="66b3fade76ecdf97" providerId="LiveId" clId="{3A2DA7F4-19D8-4203-BFEA-26254F7BE44A}" dt="2024-07-16T11:38:06.124" v="203" actId="571"/>
          <ac:cxnSpMkLst>
            <pc:docMk/>
            <pc:sldMk cId="636562131" sldId="264"/>
            <ac:cxnSpMk id="88" creationId="{4A3117E4-1A74-8EAD-3B1B-702FEB12FBA0}"/>
          </ac:cxnSpMkLst>
        </pc:cxnChg>
        <pc:cxnChg chg="add mod">
          <ac:chgData name="adilton junio" userId="66b3fade76ecdf97" providerId="LiveId" clId="{3A2DA7F4-19D8-4203-BFEA-26254F7BE44A}" dt="2024-07-16T11:38:06.124" v="203" actId="571"/>
          <ac:cxnSpMkLst>
            <pc:docMk/>
            <pc:sldMk cId="636562131" sldId="264"/>
            <ac:cxnSpMk id="89" creationId="{07B6010C-85DC-EA71-712D-8A1B1537526E}"/>
          </ac:cxnSpMkLst>
        </pc:cxnChg>
        <pc:cxnChg chg="add mod">
          <ac:chgData name="adilton junio" userId="66b3fade76ecdf97" providerId="LiveId" clId="{3A2DA7F4-19D8-4203-BFEA-26254F7BE44A}" dt="2024-07-16T11:38:03.952" v="202" actId="571"/>
          <ac:cxnSpMkLst>
            <pc:docMk/>
            <pc:sldMk cId="636562131" sldId="264"/>
            <ac:cxnSpMk id="90" creationId="{23321312-8293-9AC5-7797-30239F4F9CCD}"/>
          </ac:cxnSpMkLst>
        </pc:cxnChg>
        <pc:cxnChg chg="add mod">
          <ac:chgData name="adilton junio" userId="66b3fade76ecdf97" providerId="LiveId" clId="{3A2DA7F4-19D8-4203-BFEA-26254F7BE44A}" dt="2024-07-16T11:38:03.952" v="202" actId="571"/>
          <ac:cxnSpMkLst>
            <pc:docMk/>
            <pc:sldMk cId="636562131" sldId="264"/>
            <ac:cxnSpMk id="91" creationId="{47363963-6225-9A44-BC2F-02081D073EC2}"/>
          </ac:cxnSpMkLst>
        </pc:cxnChg>
        <pc:cxnChg chg="add mod">
          <ac:chgData name="adilton junio" userId="66b3fade76ecdf97" providerId="LiveId" clId="{3A2DA7F4-19D8-4203-BFEA-26254F7BE44A}" dt="2024-07-16T11:38:03.952" v="202" actId="571"/>
          <ac:cxnSpMkLst>
            <pc:docMk/>
            <pc:sldMk cId="636562131" sldId="264"/>
            <ac:cxnSpMk id="92" creationId="{EF2471BA-DD8E-E80B-8A58-8EF8D586F5E0}"/>
          </ac:cxnSpMkLst>
        </pc:cxnChg>
        <pc:cxnChg chg="add mod">
          <ac:chgData name="adilton junio" userId="66b3fade76ecdf97" providerId="LiveId" clId="{3A2DA7F4-19D8-4203-BFEA-26254F7BE44A}" dt="2024-07-16T11:38:03.952" v="202" actId="571"/>
          <ac:cxnSpMkLst>
            <pc:docMk/>
            <pc:sldMk cId="636562131" sldId="264"/>
            <ac:cxnSpMk id="93" creationId="{3C1A2FE6-3BB4-AE3B-DBB8-6C229DFF569E}"/>
          </ac:cxnSpMkLst>
        </pc:cxnChg>
        <pc:cxnChg chg="add mod">
          <ac:chgData name="adilton junio" userId="66b3fade76ecdf97" providerId="LiveId" clId="{3A2DA7F4-19D8-4203-BFEA-26254F7BE44A}" dt="2024-07-16T11:38:03.952" v="202" actId="571"/>
          <ac:cxnSpMkLst>
            <pc:docMk/>
            <pc:sldMk cId="636562131" sldId="264"/>
            <ac:cxnSpMk id="94" creationId="{DA3A1F17-7DC1-7D63-1563-7F0B3142C337}"/>
          </ac:cxnSpMkLst>
        </pc:cxnChg>
        <pc:cxnChg chg="add mod">
          <ac:chgData name="adilton junio" userId="66b3fade76ecdf97" providerId="LiveId" clId="{3A2DA7F4-19D8-4203-BFEA-26254F7BE44A}" dt="2024-07-16T11:38:03.952" v="202" actId="571"/>
          <ac:cxnSpMkLst>
            <pc:docMk/>
            <pc:sldMk cId="636562131" sldId="264"/>
            <ac:cxnSpMk id="95" creationId="{783981B8-BB95-63B4-2D5F-FA835252CC22}"/>
          </ac:cxnSpMkLst>
        </pc:cxnChg>
        <pc:cxnChg chg="add mod">
          <ac:chgData name="adilton junio" userId="66b3fade76ecdf97" providerId="LiveId" clId="{3A2DA7F4-19D8-4203-BFEA-26254F7BE44A}" dt="2024-07-16T11:38:03.952" v="202" actId="571"/>
          <ac:cxnSpMkLst>
            <pc:docMk/>
            <pc:sldMk cId="636562131" sldId="264"/>
            <ac:cxnSpMk id="96" creationId="{4B77D4C9-31D2-23F3-31A2-495A9EF39C37}"/>
          </ac:cxnSpMkLst>
        </pc:cxnChg>
        <pc:cxnChg chg="mod">
          <ac:chgData name="adilton junio" userId="66b3fade76ecdf97" providerId="LiveId" clId="{3A2DA7F4-19D8-4203-BFEA-26254F7BE44A}" dt="2024-07-16T11:39:12.167" v="221" actId="1076"/>
          <ac:cxnSpMkLst>
            <pc:docMk/>
            <pc:sldMk cId="636562131" sldId="264"/>
            <ac:cxnSpMk id="99" creationId="{6E433578-D06C-4ED9-81CC-61646E03A69A}"/>
          </ac:cxnSpMkLst>
        </pc:cxnChg>
        <pc:cxnChg chg="mod">
          <ac:chgData name="adilton junio" userId="66b3fade76ecdf97" providerId="LiveId" clId="{3A2DA7F4-19D8-4203-BFEA-26254F7BE44A}" dt="2024-07-16T11:39:14.664" v="222" actId="1076"/>
          <ac:cxnSpMkLst>
            <pc:docMk/>
            <pc:sldMk cId="636562131" sldId="264"/>
            <ac:cxnSpMk id="100" creationId="{C3BF1B63-8A67-2952-ADB9-640C5023194D}"/>
          </ac:cxnSpMkLst>
        </pc:cxnChg>
        <pc:cxnChg chg="mod">
          <ac:chgData name="adilton junio" userId="66b3fade76ecdf97" providerId="LiveId" clId="{3A2DA7F4-19D8-4203-BFEA-26254F7BE44A}" dt="2024-07-16T11:39:16.754" v="223" actId="1076"/>
          <ac:cxnSpMkLst>
            <pc:docMk/>
            <pc:sldMk cId="636562131" sldId="264"/>
            <ac:cxnSpMk id="101" creationId="{021B00EC-64A6-391C-6ACC-79F6CCE95000}"/>
          </ac:cxnSpMkLst>
        </pc:cxnChg>
        <pc:cxnChg chg="mod">
          <ac:chgData name="adilton junio" userId="66b3fade76ecdf97" providerId="LiveId" clId="{3A2DA7F4-19D8-4203-BFEA-26254F7BE44A}" dt="2024-07-16T11:39:19.644" v="224" actId="1076"/>
          <ac:cxnSpMkLst>
            <pc:docMk/>
            <pc:sldMk cId="636562131" sldId="264"/>
            <ac:cxnSpMk id="102" creationId="{E28AF4FD-C305-0C68-8F47-DFAB12D5B0DE}"/>
          </ac:cxnSpMkLst>
        </pc:cxnChg>
        <pc:cxnChg chg="mod">
          <ac:chgData name="adilton junio" userId="66b3fade76ecdf97" providerId="LiveId" clId="{3A2DA7F4-19D8-4203-BFEA-26254F7BE44A}" dt="2024-07-16T11:39:22.309" v="225" actId="1076"/>
          <ac:cxnSpMkLst>
            <pc:docMk/>
            <pc:sldMk cId="636562131" sldId="264"/>
            <ac:cxnSpMk id="103" creationId="{47299D12-A30A-36B2-36E2-39A7AF67B5B3}"/>
          </ac:cxnSpMkLst>
        </pc:cxnChg>
        <pc:cxnChg chg="mod">
          <ac:chgData name="adilton junio" userId="66b3fade76ecdf97" providerId="LiveId" clId="{3A2DA7F4-19D8-4203-BFEA-26254F7BE44A}" dt="2024-07-16T11:39:26.499" v="226" actId="1076"/>
          <ac:cxnSpMkLst>
            <pc:docMk/>
            <pc:sldMk cId="636562131" sldId="264"/>
            <ac:cxnSpMk id="104" creationId="{504DC4A4-EA7D-5391-9893-5AACC484FE09}"/>
          </ac:cxnSpMkLst>
        </pc:cxnChg>
        <pc:cxnChg chg="mod">
          <ac:chgData name="adilton junio" userId="66b3fade76ecdf97" providerId="LiveId" clId="{3A2DA7F4-19D8-4203-BFEA-26254F7BE44A}" dt="2024-07-16T11:39:28.681" v="227" actId="1076"/>
          <ac:cxnSpMkLst>
            <pc:docMk/>
            <pc:sldMk cId="636562131" sldId="264"/>
            <ac:cxnSpMk id="105" creationId="{8F624F9F-A39F-8A22-2622-F5B02DACC052}"/>
          </ac:cxnSpMkLst>
        </pc:cxnChg>
        <pc:cxnChg chg="mod">
          <ac:chgData name="adilton junio" userId="66b3fade76ecdf97" providerId="LiveId" clId="{3A2DA7F4-19D8-4203-BFEA-26254F7BE44A}" dt="2024-07-16T11:39:31.431" v="228" actId="1076"/>
          <ac:cxnSpMkLst>
            <pc:docMk/>
            <pc:sldMk cId="636562131" sldId="264"/>
            <ac:cxnSpMk id="106" creationId="{2FC21A2A-BA5A-8069-743B-5FE245B8C9BB}"/>
          </ac:cxnSpMkLst>
        </pc:cxnChg>
        <pc:cxnChg chg="add mod">
          <ac:chgData name="adilton junio" userId="66b3fade76ecdf97" providerId="LiveId" clId="{3A2DA7F4-19D8-4203-BFEA-26254F7BE44A}" dt="2024-07-16T11:39:43.021" v="231" actId="164"/>
          <ac:cxnSpMkLst>
            <pc:docMk/>
            <pc:sldMk cId="636562131" sldId="264"/>
            <ac:cxnSpMk id="107" creationId="{AE7B0239-49ED-191A-3255-FCFC6659C93A}"/>
          </ac:cxnSpMkLst>
        </pc:cxnChg>
      </pc:sldChg>
      <pc:sldChg chg="addSp delSp modSp add mod">
        <pc:chgData name="adilton junio" userId="66b3fade76ecdf97" providerId="LiveId" clId="{3A2DA7F4-19D8-4203-BFEA-26254F7BE44A}" dt="2024-07-16T12:31:20.393" v="429" actId="693"/>
        <pc:sldMkLst>
          <pc:docMk/>
          <pc:sldMk cId="519801105" sldId="265"/>
        </pc:sldMkLst>
        <pc:spChg chg="mod">
          <ac:chgData name="adilton junio" userId="66b3fade76ecdf97" providerId="LiveId" clId="{3A2DA7F4-19D8-4203-BFEA-26254F7BE44A}" dt="2024-07-16T12:13:09.605" v="295" actId="165"/>
          <ac:spMkLst>
            <pc:docMk/>
            <pc:sldMk cId="519801105" sldId="265"/>
            <ac:spMk id="5" creationId="{A790BCCD-0592-6FA6-98D3-8B64D7FAE891}"/>
          </ac:spMkLst>
        </pc:spChg>
        <pc:spChg chg="add mod ord">
          <ac:chgData name="adilton junio" userId="66b3fade76ecdf97" providerId="LiveId" clId="{3A2DA7F4-19D8-4203-BFEA-26254F7BE44A}" dt="2024-07-16T12:14:49.540" v="330" actId="164"/>
          <ac:spMkLst>
            <pc:docMk/>
            <pc:sldMk cId="519801105" sldId="265"/>
            <ac:spMk id="7" creationId="{D5AB4974-7F33-2D29-24EC-EF0F440B000C}"/>
          </ac:spMkLst>
        </pc:spChg>
        <pc:spChg chg="add mod">
          <ac:chgData name="adilton junio" userId="66b3fade76ecdf97" providerId="LiveId" clId="{3A2DA7F4-19D8-4203-BFEA-26254F7BE44A}" dt="2024-07-16T12:14:49.540" v="330" actId="164"/>
          <ac:spMkLst>
            <pc:docMk/>
            <pc:sldMk cId="519801105" sldId="265"/>
            <ac:spMk id="9" creationId="{C4C62FA0-2554-C740-B43F-6979E70E9F6C}"/>
          </ac:spMkLst>
        </pc:spChg>
        <pc:spChg chg="add mod">
          <ac:chgData name="adilton junio" userId="66b3fade76ecdf97" providerId="LiveId" clId="{3A2DA7F4-19D8-4203-BFEA-26254F7BE44A}" dt="2024-07-16T12:14:49.540" v="330" actId="164"/>
          <ac:spMkLst>
            <pc:docMk/>
            <pc:sldMk cId="519801105" sldId="265"/>
            <ac:spMk id="11" creationId="{E41E8B59-2FDB-5188-1767-1E09A35552F3}"/>
          </ac:spMkLst>
        </pc:spChg>
        <pc:spChg chg="add mod">
          <ac:chgData name="adilton junio" userId="66b3fade76ecdf97" providerId="LiveId" clId="{3A2DA7F4-19D8-4203-BFEA-26254F7BE44A}" dt="2024-07-16T12:14:49.540" v="330" actId="164"/>
          <ac:spMkLst>
            <pc:docMk/>
            <pc:sldMk cId="519801105" sldId="265"/>
            <ac:spMk id="12" creationId="{5440CEF9-E9C8-DE55-99A2-893903DCC911}"/>
          </ac:spMkLst>
        </pc:spChg>
        <pc:spChg chg="mod">
          <ac:chgData name="adilton junio" userId="66b3fade76ecdf97" providerId="LiveId" clId="{3A2DA7F4-19D8-4203-BFEA-26254F7BE44A}" dt="2024-07-16T12:25:24.368" v="331"/>
          <ac:spMkLst>
            <pc:docMk/>
            <pc:sldMk cId="519801105" sldId="265"/>
            <ac:spMk id="15" creationId="{E79F62F5-3CE0-5B5F-F1CB-EB9FB9615AC5}"/>
          </ac:spMkLst>
        </pc:spChg>
        <pc:spChg chg="mod">
          <ac:chgData name="adilton junio" userId="66b3fade76ecdf97" providerId="LiveId" clId="{3A2DA7F4-19D8-4203-BFEA-26254F7BE44A}" dt="2024-07-16T12:25:24.368" v="331"/>
          <ac:spMkLst>
            <pc:docMk/>
            <pc:sldMk cId="519801105" sldId="265"/>
            <ac:spMk id="16" creationId="{1681E2DD-38B4-5C4A-9B12-CE155CEDB679}"/>
          </ac:spMkLst>
        </pc:spChg>
        <pc:spChg chg="mod">
          <ac:chgData name="adilton junio" userId="66b3fade76ecdf97" providerId="LiveId" clId="{3A2DA7F4-19D8-4203-BFEA-26254F7BE44A}" dt="2024-07-16T12:31:20.393" v="429" actId="693"/>
          <ac:spMkLst>
            <pc:docMk/>
            <pc:sldMk cId="519801105" sldId="265"/>
            <ac:spMk id="19" creationId="{3035D707-A415-0994-252D-C57E84366E60}"/>
          </ac:spMkLst>
        </pc:spChg>
        <pc:spChg chg="del mod">
          <ac:chgData name="adilton junio" userId="66b3fade76ecdf97" providerId="LiveId" clId="{3A2DA7F4-19D8-4203-BFEA-26254F7BE44A}" dt="2024-07-16T12:25:58.911" v="335" actId="478"/>
          <ac:spMkLst>
            <pc:docMk/>
            <pc:sldMk cId="519801105" sldId="265"/>
            <ac:spMk id="20" creationId="{EBEEA40A-074A-9F1E-4DB3-73938E39C9B7}"/>
          </ac:spMkLst>
        </pc:spChg>
        <pc:spChg chg="mod">
          <ac:chgData name="adilton junio" userId="66b3fade76ecdf97" providerId="LiveId" clId="{3A2DA7F4-19D8-4203-BFEA-26254F7BE44A}" dt="2024-07-16T12:25:24.368" v="331"/>
          <ac:spMkLst>
            <pc:docMk/>
            <pc:sldMk cId="519801105" sldId="265"/>
            <ac:spMk id="21" creationId="{47DF1D7F-A5BF-99D7-87D5-2DE96AED1F64}"/>
          </ac:spMkLst>
        </pc:spChg>
        <pc:spChg chg="mod">
          <ac:chgData name="adilton junio" userId="66b3fade76ecdf97" providerId="LiveId" clId="{3A2DA7F4-19D8-4203-BFEA-26254F7BE44A}" dt="2024-07-16T12:25:24.368" v="331"/>
          <ac:spMkLst>
            <pc:docMk/>
            <pc:sldMk cId="519801105" sldId="265"/>
            <ac:spMk id="22" creationId="{4C8BA81F-86CE-F71B-BBD1-2BCDDF954EF1}"/>
          </ac:spMkLst>
        </pc:spChg>
        <pc:spChg chg="add del mod">
          <ac:chgData name="adilton junio" userId="66b3fade76ecdf97" providerId="LiveId" clId="{3A2DA7F4-19D8-4203-BFEA-26254F7BE44A}" dt="2024-07-16T12:27:24.572" v="356" actId="478"/>
          <ac:spMkLst>
            <pc:docMk/>
            <pc:sldMk cId="519801105" sldId="265"/>
            <ac:spMk id="23" creationId="{0F047B10-6911-3082-4DEC-C29EDC6FC7D0}"/>
          </ac:spMkLst>
        </pc:spChg>
        <pc:spChg chg="add mod">
          <ac:chgData name="adilton junio" userId="66b3fade76ecdf97" providerId="LiveId" clId="{3A2DA7F4-19D8-4203-BFEA-26254F7BE44A}" dt="2024-07-16T12:28:26.863" v="392" actId="164"/>
          <ac:spMkLst>
            <pc:docMk/>
            <pc:sldMk cId="519801105" sldId="265"/>
            <ac:spMk id="24" creationId="{80D4E3BA-09B2-7F9E-DDEE-CE4A8A847FF3}"/>
          </ac:spMkLst>
        </pc:spChg>
        <pc:spChg chg="add mod">
          <ac:chgData name="adilton junio" userId="66b3fade76ecdf97" providerId="LiveId" clId="{3A2DA7F4-19D8-4203-BFEA-26254F7BE44A}" dt="2024-07-16T12:28:26.863" v="392" actId="164"/>
          <ac:spMkLst>
            <pc:docMk/>
            <pc:sldMk cId="519801105" sldId="265"/>
            <ac:spMk id="25" creationId="{41FBBE29-3D19-85D0-09A0-322A2E87B2F1}"/>
          </ac:spMkLst>
        </pc:spChg>
        <pc:spChg chg="mod">
          <ac:chgData name="adilton junio" userId="66b3fade76ecdf97" providerId="LiveId" clId="{3A2DA7F4-19D8-4203-BFEA-26254F7BE44A}" dt="2024-07-16T12:28:31.875" v="394" actId="571"/>
          <ac:spMkLst>
            <pc:docMk/>
            <pc:sldMk cId="519801105" sldId="265"/>
            <ac:spMk id="28" creationId="{A1C4609D-18C6-FD69-A818-86E150D85483}"/>
          </ac:spMkLst>
        </pc:spChg>
        <pc:spChg chg="mod">
          <ac:chgData name="adilton junio" userId="66b3fade76ecdf97" providerId="LiveId" clId="{3A2DA7F4-19D8-4203-BFEA-26254F7BE44A}" dt="2024-07-16T12:28:31.875" v="394" actId="571"/>
          <ac:spMkLst>
            <pc:docMk/>
            <pc:sldMk cId="519801105" sldId="265"/>
            <ac:spMk id="29" creationId="{26FFEAF2-27A4-516E-67E8-8F8E0DD9A386}"/>
          </ac:spMkLst>
        </pc:spChg>
        <pc:spChg chg="mod">
          <ac:chgData name="adilton junio" userId="66b3fade76ecdf97" providerId="LiveId" clId="{3A2DA7F4-19D8-4203-BFEA-26254F7BE44A}" dt="2024-07-16T12:28:33.598" v="395" actId="571"/>
          <ac:spMkLst>
            <pc:docMk/>
            <pc:sldMk cId="519801105" sldId="265"/>
            <ac:spMk id="31" creationId="{45E55E61-D1DC-2DC6-5C7A-5C3106FDABD4}"/>
          </ac:spMkLst>
        </pc:spChg>
        <pc:spChg chg="mod">
          <ac:chgData name="adilton junio" userId="66b3fade76ecdf97" providerId="LiveId" clId="{3A2DA7F4-19D8-4203-BFEA-26254F7BE44A}" dt="2024-07-16T12:28:33.598" v="395" actId="571"/>
          <ac:spMkLst>
            <pc:docMk/>
            <pc:sldMk cId="519801105" sldId="265"/>
            <ac:spMk id="32" creationId="{9F6B7406-A998-3E1C-9519-2E3640031595}"/>
          </ac:spMkLst>
        </pc:spChg>
        <pc:spChg chg="mod">
          <ac:chgData name="adilton junio" userId="66b3fade76ecdf97" providerId="LiveId" clId="{3A2DA7F4-19D8-4203-BFEA-26254F7BE44A}" dt="2024-07-16T12:13:09.605" v="295" actId="165"/>
          <ac:spMkLst>
            <pc:docMk/>
            <pc:sldMk cId="519801105" sldId="265"/>
            <ac:spMk id="33" creationId="{37ED2B51-CDDB-16AB-A818-52C1152C86AE}"/>
          </ac:spMkLst>
        </pc:spChg>
        <pc:spChg chg="mod">
          <ac:chgData name="adilton junio" userId="66b3fade76ecdf97" providerId="LiveId" clId="{3A2DA7F4-19D8-4203-BFEA-26254F7BE44A}" dt="2024-07-16T12:28:51.810" v="399" actId="571"/>
          <ac:spMkLst>
            <pc:docMk/>
            <pc:sldMk cId="519801105" sldId="265"/>
            <ac:spMk id="35" creationId="{EC013291-AF5D-B71D-BD75-D9324B02D3A7}"/>
          </ac:spMkLst>
        </pc:spChg>
        <pc:spChg chg="mod">
          <ac:chgData name="adilton junio" userId="66b3fade76ecdf97" providerId="LiveId" clId="{3A2DA7F4-19D8-4203-BFEA-26254F7BE44A}" dt="2024-07-16T12:28:51.810" v="399" actId="571"/>
          <ac:spMkLst>
            <pc:docMk/>
            <pc:sldMk cId="519801105" sldId="265"/>
            <ac:spMk id="36" creationId="{3A7EC2A2-1A5F-F66D-CE20-CD5D2DA87D22}"/>
          </ac:spMkLst>
        </pc:spChg>
        <pc:spChg chg="mod">
          <ac:chgData name="adilton junio" userId="66b3fade76ecdf97" providerId="LiveId" clId="{3A2DA7F4-19D8-4203-BFEA-26254F7BE44A}" dt="2024-07-16T12:28:54.649" v="400" actId="571"/>
          <ac:spMkLst>
            <pc:docMk/>
            <pc:sldMk cId="519801105" sldId="265"/>
            <ac:spMk id="38" creationId="{B437D17B-CDA4-4D70-AD93-2D1F140DE83D}"/>
          </ac:spMkLst>
        </pc:spChg>
        <pc:spChg chg="mod">
          <ac:chgData name="adilton junio" userId="66b3fade76ecdf97" providerId="LiveId" clId="{3A2DA7F4-19D8-4203-BFEA-26254F7BE44A}" dt="2024-07-16T12:28:54.649" v="400" actId="571"/>
          <ac:spMkLst>
            <pc:docMk/>
            <pc:sldMk cId="519801105" sldId="265"/>
            <ac:spMk id="39" creationId="{1FCB5323-E9AE-0E98-F4B9-F43A59635BD0}"/>
          </ac:spMkLst>
        </pc:spChg>
        <pc:spChg chg="mod ord topLvl">
          <ac:chgData name="adilton junio" userId="66b3fade76ecdf97" providerId="LiveId" clId="{3A2DA7F4-19D8-4203-BFEA-26254F7BE44A}" dt="2024-07-16T12:14:49.540" v="330" actId="164"/>
          <ac:spMkLst>
            <pc:docMk/>
            <pc:sldMk cId="519801105" sldId="265"/>
            <ac:spMk id="40" creationId="{758CB222-ED5A-3FEA-69FB-61051C83702E}"/>
          </ac:spMkLst>
        </pc:spChg>
        <pc:spChg chg="mod">
          <ac:chgData name="adilton junio" userId="66b3fade76ecdf97" providerId="LiveId" clId="{3A2DA7F4-19D8-4203-BFEA-26254F7BE44A}" dt="2024-07-16T12:29:40.412" v="412"/>
          <ac:spMkLst>
            <pc:docMk/>
            <pc:sldMk cId="519801105" sldId="265"/>
            <ac:spMk id="46" creationId="{AD5CEEC6-045E-C3CF-86C9-56414F7C9209}"/>
          </ac:spMkLst>
        </pc:spChg>
        <pc:spChg chg="mod">
          <ac:chgData name="adilton junio" userId="66b3fade76ecdf97" providerId="LiveId" clId="{3A2DA7F4-19D8-4203-BFEA-26254F7BE44A}" dt="2024-07-16T12:29:40.412" v="412"/>
          <ac:spMkLst>
            <pc:docMk/>
            <pc:sldMk cId="519801105" sldId="265"/>
            <ac:spMk id="47" creationId="{E21782F1-AA82-EBD3-816E-67E45A77A66F}"/>
          </ac:spMkLst>
        </pc:spChg>
        <pc:spChg chg="mod">
          <ac:chgData name="adilton junio" userId="66b3fade76ecdf97" providerId="LiveId" clId="{3A2DA7F4-19D8-4203-BFEA-26254F7BE44A}" dt="2024-07-16T12:29:40.412" v="412"/>
          <ac:spMkLst>
            <pc:docMk/>
            <pc:sldMk cId="519801105" sldId="265"/>
            <ac:spMk id="48" creationId="{5E4C1222-20A5-163A-E620-9B444513B03E}"/>
          </ac:spMkLst>
        </pc:spChg>
        <pc:spChg chg="mod">
          <ac:chgData name="adilton junio" userId="66b3fade76ecdf97" providerId="LiveId" clId="{3A2DA7F4-19D8-4203-BFEA-26254F7BE44A}" dt="2024-07-16T12:29:40.412" v="412"/>
          <ac:spMkLst>
            <pc:docMk/>
            <pc:sldMk cId="519801105" sldId="265"/>
            <ac:spMk id="49" creationId="{3081AE8B-F285-172A-4007-B2D963FC0B55}"/>
          </ac:spMkLst>
        </pc:spChg>
        <pc:spChg chg="mod">
          <ac:chgData name="adilton junio" userId="66b3fade76ecdf97" providerId="LiveId" clId="{3A2DA7F4-19D8-4203-BFEA-26254F7BE44A}" dt="2024-07-16T12:13:09.605" v="295" actId="165"/>
          <ac:spMkLst>
            <pc:docMk/>
            <pc:sldMk cId="519801105" sldId="265"/>
            <ac:spMk id="50" creationId="{B1D9E2B8-90BA-D0E2-EC54-7CA2C170D9F4}"/>
          </ac:spMkLst>
        </pc:spChg>
        <pc:spChg chg="mod topLvl">
          <ac:chgData name="adilton junio" userId="66b3fade76ecdf97" providerId="LiveId" clId="{3A2DA7F4-19D8-4203-BFEA-26254F7BE44A}" dt="2024-07-16T12:14:49.540" v="330" actId="164"/>
          <ac:spMkLst>
            <pc:docMk/>
            <pc:sldMk cId="519801105" sldId="265"/>
            <ac:spMk id="51" creationId="{F69A3152-00B5-2F7C-B322-DD009CCAF487}"/>
          </ac:spMkLst>
        </pc:spChg>
        <pc:spChg chg="mod">
          <ac:chgData name="adilton junio" userId="66b3fade76ecdf97" providerId="LiveId" clId="{3A2DA7F4-19D8-4203-BFEA-26254F7BE44A}" dt="2024-07-16T12:29:40.412" v="412"/>
          <ac:spMkLst>
            <pc:docMk/>
            <pc:sldMk cId="519801105" sldId="265"/>
            <ac:spMk id="52" creationId="{E2C91216-9354-58F9-348E-23E418277625}"/>
          </ac:spMkLst>
        </pc:spChg>
        <pc:spChg chg="mod">
          <ac:chgData name="adilton junio" userId="66b3fade76ecdf97" providerId="LiveId" clId="{3A2DA7F4-19D8-4203-BFEA-26254F7BE44A}" dt="2024-07-16T12:29:40.412" v="412"/>
          <ac:spMkLst>
            <pc:docMk/>
            <pc:sldMk cId="519801105" sldId="265"/>
            <ac:spMk id="53" creationId="{25950709-712F-F2E9-DA3C-AFA343905943}"/>
          </ac:spMkLst>
        </pc:spChg>
        <pc:spChg chg="mod">
          <ac:chgData name="adilton junio" userId="66b3fade76ecdf97" providerId="LiveId" clId="{3A2DA7F4-19D8-4203-BFEA-26254F7BE44A}" dt="2024-07-16T12:30:02.940" v="417" actId="571"/>
          <ac:spMkLst>
            <pc:docMk/>
            <pc:sldMk cId="519801105" sldId="265"/>
            <ac:spMk id="55" creationId="{D5DC03FD-08D7-C5A3-938F-EE54AE93FF45}"/>
          </ac:spMkLst>
        </pc:spChg>
        <pc:spChg chg="mod">
          <ac:chgData name="adilton junio" userId="66b3fade76ecdf97" providerId="LiveId" clId="{3A2DA7F4-19D8-4203-BFEA-26254F7BE44A}" dt="2024-07-16T12:30:02.940" v="417" actId="571"/>
          <ac:spMkLst>
            <pc:docMk/>
            <pc:sldMk cId="519801105" sldId="265"/>
            <ac:spMk id="56" creationId="{E408BF3F-79C9-5485-6F55-7C8D3FD03840}"/>
          </ac:spMkLst>
        </pc:spChg>
        <pc:spChg chg="mod">
          <ac:chgData name="adilton junio" userId="66b3fade76ecdf97" providerId="LiveId" clId="{3A2DA7F4-19D8-4203-BFEA-26254F7BE44A}" dt="2024-07-16T12:30:35.147" v="424" actId="571"/>
          <ac:spMkLst>
            <pc:docMk/>
            <pc:sldMk cId="519801105" sldId="265"/>
            <ac:spMk id="58" creationId="{86C34A24-FDFF-169D-BA5F-6CCB0C80DF29}"/>
          </ac:spMkLst>
        </pc:spChg>
        <pc:spChg chg="mod">
          <ac:chgData name="adilton junio" userId="66b3fade76ecdf97" providerId="LiveId" clId="{3A2DA7F4-19D8-4203-BFEA-26254F7BE44A}" dt="2024-07-16T12:30:35.147" v="424" actId="571"/>
          <ac:spMkLst>
            <pc:docMk/>
            <pc:sldMk cId="519801105" sldId="265"/>
            <ac:spMk id="60" creationId="{273595F7-C511-A140-ED3E-3A95E91631AE}"/>
          </ac:spMkLst>
        </pc:spChg>
        <pc:spChg chg="mod">
          <ac:chgData name="adilton junio" userId="66b3fade76ecdf97" providerId="LiveId" clId="{3A2DA7F4-19D8-4203-BFEA-26254F7BE44A}" dt="2024-07-16T12:30:30.829" v="422"/>
          <ac:spMkLst>
            <pc:docMk/>
            <pc:sldMk cId="519801105" sldId="265"/>
            <ac:spMk id="73" creationId="{2F36D718-1E5F-E1E6-C655-6970BC722017}"/>
          </ac:spMkLst>
        </pc:spChg>
        <pc:spChg chg="mod">
          <ac:chgData name="adilton junio" userId="66b3fade76ecdf97" providerId="LiveId" clId="{3A2DA7F4-19D8-4203-BFEA-26254F7BE44A}" dt="2024-07-16T12:30:30.829" v="422"/>
          <ac:spMkLst>
            <pc:docMk/>
            <pc:sldMk cId="519801105" sldId="265"/>
            <ac:spMk id="74" creationId="{F154C787-83A4-EF41-980C-D685518C5A7E}"/>
          </ac:spMkLst>
        </pc:spChg>
        <pc:spChg chg="mod">
          <ac:chgData name="adilton junio" userId="66b3fade76ecdf97" providerId="LiveId" clId="{3A2DA7F4-19D8-4203-BFEA-26254F7BE44A}" dt="2024-07-16T12:30:30.829" v="422"/>
          <ac:spMkLst>
            <pc:docMk/>
            <pc:sldMk cId="519801105" sldId="265"/>
            <ac:spMk id="80" creationId="{7F878D22-EFC5-7B2D-075C-FE0B7278B5D0}"/>
          </ac:spMkLst>
        </pc:spChg>
        <pc:spChg chg="mod">
          <ac:chgData name="adilton junio" userId="66b3fade76ecdf97" providerId="LiveId" clId="{3A2DA7F4-19D8-4203-BFEA-26254F7BE44A}" dt="2024-07-16T12:30:30.829" v="422"/>
          <ac:spMkLst>
            <pc:docMk/>
            <pc:sldMk cId="519801105" sldId="265"/>
            <ac:spMk id="81" creationId="{12027838-DCEA-4BDA-23F4-D61AF4C56880}"/>
          </ac:spMkLst>
        </pc:spChg>
        <pc:spChg chg="mod">
          <ac:chgData name="adilton junio" userId="66b3fade76ecdf97" providerId="LiveId" clId="{3A2DA7F4-19D8-4203-BFEA-26254F7BE44A}" dt="2024-07-16T12:30:30.829" v="422"/>
          <ac:spMkLst>
            <pc:docMk/>
            <pc:sldMk cId="519801105" sldId="265"/>
            <ac:spMk id="82" creationId="{7525C952-E8CF-AC8B-2A03-5D4A3C3D0C68}"/>
          </ac:spMkLst>
        </pc:spChg>
        <pc:spChg chg="mod">
          <ac:chgData name="adilton junio" userId="66b3fade76ecdf97" providerId="LiveId" clId="{3A2DA7F4-19D8-4203-BFEA-26254F7BE44A}" dt="2024-07-16T12:30:30.829" v="422"/>
          <ac:spMkLst>
            <pc:docMk/>
            <pc:sldMk cId="519801105" sldId="265"/>
            <ac:spMk id="83" creationId="{05DDC5B3-94B1-5947-9101-24702CB99E85}"/>
          </ac:spMkLst>
        </pc:spChg>
        <pc:spChg chg="mod">
          <ac:chgData name="adilton junio" userId="66b3fade76ecdf97" providerId="LiveId" clId="{3A2DA7F4-19D8-4203-BFEA-26254F7BE44A}" dt="2024-07-16T12:30:42.297" v="426"/>
          <ac:spMkLst>
            <pc:docMk/>
            <pc:sldMk cId="519801105" sldId="265"/>
            <ac:spMk id="91" creationId="{71BB6FB5-C574-7DE4-D142-10137DCCBC80}"/>
          </ac:spMkLst>
        </pc:spChg>
        <pc:spChg chg="mod">
          <ac:chgData name="adilton junio" userId="66b3fade76ecdf97" providerId="LiveId" clId="{3A2DA7F4-19D8-4203-BFEA-26254F7BE44A}" dt="2024-07-16T12:30:42.297" v="426"/>
          <ac:spMkLst>
            <pc:docMk/>
            <pc:sldMk cId="519801105" sldId="265"/>
            <ac:spMk id="92" creationId="{DE72426E-F365-B775-0EE5-4315FCAD3C7B}"/>
          </ac:spMkLst>
        </pc:spChg>
        <pc:spChg chg="mod">
          <ac:chgData name="adilton junio" userId="66b3fade76ecdf97" providerId="LiveId" clId="{3A2DA7F4-19D8-4203-BFEA-26254F7BE44A}" dt="2024-07-16T12:30:42.297" v="426"/>
          <ac:spMkLst>
            <pc:docMk/>
            <pc:sldMk cId="519801105" sldId="265"/>
            <ac:spMk id="93" creationId="{72D523C6-2EEB-F7CC-C179-2F4F30C13BE2}"/>
          </ac:spMkLst>
        </pc:spChg>
        <pc:spChg chg="mod">
          <ac:chgData name="adilton junio" userId="66b3fade76ecdf97" providerId="LiveId" clId="{3A2DA7F4-19D8-4203-BFEA-26254F7BE44A}" dt="2024-07-16T12:30:42.297" v="426"/>
          <ac:spMkLst>
            <pc:docMk/>
            <pc:sldMk cId="519801105" sldId="265"/>
            <ac:spMk id="94" creationId="{5ED04C47-3BA1-A70B-68AB-D07013337D00}"/>
          </ac:spMkLst>
        </pc:spChg>
        <pc:spChg chg="mod">
          <ac:chgData name="adilton junio" userId="66b3fade76ecdf97" providerId="LiveId" clId="{3A2DA7F4-19D8-4203-BFEA-26254F7BE44A}" dt="2024-07-16T12:30:42.297" v="426"/>
          <ac:spMkLst>
            <pc:docMk/>
            <pc:sldMk cId="519801105" sldId="265"/>
            <ac:spMk id="95" creationId="{D3366EA0-BD96-51BB-E1DE-05024E326EEB}"/>
          </ac:spMkLst>
        </pc:spChg>
        <pc:spChg chg="mod">
          <ac:chgData name="adilton junio" userId="66b3fade76ecdf97" providerId="LiveId" clId="{3A2DA7F4-19D8-4203-BFEA-26254F7BE44A}" dt="2024-07-16T12:30:42.297" v="426"/>
          <ac:spMkLst>
            <pc:docMk/>
            <pc:sldMk cId="519801105" sldId="265"/>
            <ac:spMk id="96" creationId="{BE3CEB04-0E54-F02A-522C-A4E89782D549}"/>
          </ac:spMkLst>
        </pc:spChg>
        <pc:spChg chg="del">
          <ac:chgData name="adilton junio" userId="66b3fade76ecdf97" providerId="LiveId" clId="{3A2DA7F4-19D8-4203-BFEA-26254F7BE44A}" dt="2024-07-16T12:11:14.123" v="280" actId="478"/>
          <ac:spMkLst>
            <pc:docMk/>
            <pc:sldMk cId="519801105" sldId="265"/>
            <ac:spMk id="111" creationId="{7C216A02-B435-36DA-252F-00C5C38A1964}"/>
          </ac:spMkLst>
        </pc:spChg>
        <pc:spChg chg="del">
          <ac:chgData name="adilton junio" userId="66b3fade76ecdf97" providerId="LiveId" clId="{3A2DA7F4-19D8-4203-BFEA-26254F7BE44A}" dt="2024-07-16T12:11:14.123" v="280" actId="478"/>
          <ac:spMkLst>
            <pc:docMk/>
            <pc:sldMk cId="519801105" sldId="265"/>
            <ac:spMk id="112" creationId="{3F352A01-A99C-14D5-D842-992304D7CA8B}"/>
          </ac:spMkLst>
        </pc:spChg>
        <pc:spChg chg="del">
          <ac:chgData name="adilton junio" userId="66b3fade76ecdf97" providerId="LiveId" clId="{3A2DA7F4-19D8-4203-BFEA-26254F7BE44A}" dt="2024-07-16T12:11:14.123" v="280" actId="478"/>
          <ac:spMkLst>
            <pc:docMk/>
            <pc:sldMk cId="519801105" sldId="265"/>
            <ac:spMk id="113" creationId="{99301731-8175-DC00-83D2-9192C0FCFDF9}"/>
          </ac:spMkLst>
        </pc:spChg>
        <pc:spChg chg="mod">
          <ac:chgData name="adilton junio" userId="66b3fade76ecdf97" providerId="LiveId" clId="{3A2DA7F4-19D8-4203-BFEA-26254F7BE44A}" dt="2024-07-16T12:30:42.297" v="426"/>
          <ac:spMkLst>
            <pc:docMk/>
            <pc:sldMk cId="519801105" sldId="265"/>
            <ac:spMk id="118" creationId="{6FCBC590-96E3-1978-B412-B68874DBF81F}"/>
          </ac:spMkLst>
        </pc:spChg>
        <pc:spChg chg="mod">
          <ac:chgData name="adilton junio" userId="66b3fade76ecdf97" providerId="LiveId" clId="{3A2DA7F4-19D8-4203-BFEA-26254F7BE44A}" dt="2024-07-16T12:30:42.297" v="426"/>
          <ac:spMkLst>
            <pc:docMk/>
            <pc:sldMk cId="519801105" sldId="265"/>
            <ac:spMk id="119" creationId="{74862A0F-C718-BB81-3E39-F0B6720E8EA9}"/>
          </ac:spMkLst>
        </pc:spChg>
        <pc:spChg chg="mod">
          <ac:chgData name="adilton junio" userId="66b3fade76ecdf97" providerId="LiveId" clId="{3A2DA7F4-19D8-4203-BFEA-26254F7BE44A}" dt="2024-07-16T12:30:42.297" v="426"/>
          <ac:spMkLst>
            <pc:docMk/>
            <pc:sldMk cId="519801105" sldId="265"/>
            <ac:spMk id="120" creationId="{218C452A-311D-1EA4-73A3-BD75B415261F}"/>
          </ac:spMkLst>
        </pc:spChg>
        <pc:spChg chg="mod">
          <ac:chgData name="adilton junio" userId="66b3fade76ecdf97" providerId="LiveId" clId="{3A2DA7F4-19D8-4203-BFEA-26254F7BE44A}" dt="2024-07-16T12:30:42.297" v="426"/>
          <ac:spMkLst>
            <pc:docMk/>
            <pc:sldMk cId="519801105" sldId="265"/>
            <ac:spMk id="121" creationId="{44FAD734-4B68-703E-B80E-017D94881B7D}"/>
          </ac:spMkLst>
        </pc:spChg>
        <pc:spChg chg="mod">
          <ac:chgData name="adilton junio" userId="66b3fade76ecdf97" providerId="LiveId" clId="{3A2DA7F4-19D8-4203-BFEA-26254F7BE44A}" dt="2024-07-16T12:30:42.297" v="426"/>
          <ac:spMkLst>
            <pc:docMk/>
            <pc:sldMk cId="519801105" sldId="265"/>
            <ac:spMk id="122" creationId="{AF75420A-6FF7-292F-3C08-9192EBB5A392}"/>
          </ac:spMkLst>
        </pc:spChg>
        <pc:spChg chg="mod">
          <ac:chgData name="adilton junio" userId="66b3fade76ecdf97" providerId="LiveId" clId="{3A2DA7F4-19D8-4203-BFEA-26254F7BE44A}" dt="2024-07-16T12:30:42.297" v="426"/>
          <ac:spMkLst>
            <pc:docMk/>
            <pc:sldMk cId="519801105" sldId="265"/>
            <ac:spMk id="123" creationId="{CF35B683-0809-61EA-6DCC-6641EAC8D091}"/>
          </ac:spMkLst>
        </pc:spChg>
        <pc:grpChg chg="mod">
          <ac:chgData name="adilton junio" userId="66b3fade76ecdf97" providerId="LiveId" clId="{3A2DA7F4-19D8-4203-BFEA-26254F7BE44A}" dt="2024-07-16T12:13:09.605" v="295" actId="165"/>
          <ac:grpSpMkLst>
            <pc:docMk/>
            <pc:sldMk cId="519801105" sldId="265"/>
            <ac:grpSpMk id="10" creationId="{23459346-433C-A05E-ED13-3A4F2A59C594}"/>
          </ac:grpSpMkLst>
        </pc:grpChg>
        <pc:grpChg chg="add mod">
          <ac:chgData name="adilton junio" userId="66b3fade76ecdf97" providerId="LiveId" clId="{3A2DA7F4-19D8-4203-BFEA-26254F7BE44A}" dt="2024-07-16T12:14:49.540" v="330" actId="164"/>
          <ac:grpSpMkLst>
            <pc:docMk/>
            <pc:sldMk cId="519801105" sldId="265"/>
            <ac:grpSpMk id="13" creationId="{33D1CCA9-C701-8F48-AB0F-762A7BC6A610}"/>
          </ac:grpSpMkLst>
        </pc:grpChg>
        <pc:grpChg chg="add mod">
          <ac:chgData name="adilton junio" userId="66b3fade76ecdf97" providerId="LiveId" clId="{3A2DA7F4-19D8-4203-BFEA-26254F7BE44A}" dt="2024-07-16T12:30:18.930" v="420" actId="1037"/>
          <ac:grpSpMkLst>
            <pc:docMk/>
            <pc:sldMk cId="519801105" sldId="265"/>
            <ac:grpSpMk id="14" creationId="{B0202161-10F4-94A0-A2EA-E822EA77303A}"/>
          </ac:grpSpMkLst>
        </pc:grpChg>
        <pc:grpChg chg="add mod ord">
          <ac:chgData name="adilton junio" userId="66b3fade76ecdf97" providerId="LiveId" clId="{3A2DA7F4-19D8-4203-BFEA-26254F7BE44A}" dt="2024-07-16T12:30:18.930" v="420" actId="1037"/>
          <ac:grpSpMkLst>
            <pc:docMk/>
            <pc:sldMk cId="519801105" sldId="265"/>
            <ac:grpSpMk id="26" creationId="{C1519862-7486-4030-2D53-DD2DA5253C79}"/>
          </ac:grpSpMkLst>
        </pc:grpChg>
        <pc:grpChg chg="add mod ord">
          <ac:chgData name="adilton junio" userId="66b3fade76ecdf97" providerId="LiveId" clId="{3A2DA7F4-19D8-4203-BFEA-26254F7BE44A}" dt="2024-07-16T12:29:39.650" v="411" actId="164"/>
          <ac:grpSpMkLst>
            <pc:docMk/>
            <pc:sldMk cId="519801105" sldId="265"/>
            <ac:grpSpMk id="27" creationId="{A327B8A3-803D-BC4E-B358-65E302BE5987}"/>
          </ac:grpSpMkLst>
        </pc:grpChg>
        <pc:grpChg chg="add mod ord">
          <ac:chgData name="adilton junio" userId="66b3fade76ecdf97" providerId="LiveId" clId="{3A2DA7F4-19D8-4203-BFEA-26254F7BE44A}" dt="2024-07-16T12:29:39.650" v="411" actId="164"/>
          <ac:grpSpMkLst>
            <pc:docMk/>
            <pc:sldMk cId="519801105" sldId="265"/>
            <ac:grpSpMk id="30" creationId="{42C00065-CDAC-1C11-FF10-8F65EA83894F}"/>
          </ac:grpSpMkLst>
        </pc:grpChg>
        <pc:grpChg chg="add mod ord">
          <ac:chgData name="adilton junio" userId="66b3fade76ecdf97" providerId="LiveId" clId="{3A2DA7F4-19D8-4203-BFEA-26254F7BE44A}" dt="2024-07-16T12:30:18.930" v="420" actId="1037"/>
          <ac:grpSpMkLst>
            <pc:docMk/>
            <pc:sldMk cId="519801105" sldId="265"/>
            <ac:grpSpMk id="34" creationId="{AC8AD181-379D-EAB0-6058-CF21A20C12A7}"/>
          </ac:grpSpMkLst>
        </pc:grpChg>
        <pc:grpChg chg="add mod ord">
          <ac:chgData name="adilton junio" userId="66b3fade76ecdf97" providerId="LiveId" clId="{3A2DA7F4-19D8-4203-BFEA-26254F7BE44A}" dt="2024-07-16T12:29:39.650" v="411" actId="164"/>
          <ac:grpSpMkLst>
            <pc:docMk/>
            <pc:sldMk cId="519801105" sldId="265"/>
            <ac:grpSpMk id="37" creationId="{4237499E-0209-AC4B-0FB8-74D3AFF48E78}"/>
          </ac:grpSpMkLst>
        </pc:grpChg>
        <pc:grpChg chg="add mod">
          <ac:chgData name="adilton junio" userId="66b3fade76ecdf97" providerId="LiveId" clId="{3A2DA7F4-19D8-4203-BFEA-26254F7BE44A}" dt="2024-07-16T12:30:41.004" v="425" actId="164"/>
          <ac:grpSpMkLst>
            <pc:docMk/>
            <pc:sldMk cId="519801105" sldId="265"/>
            <ac:grpSpMk id="41" creationId="{BA42F24D-B192-4726-AA95-F3E421D34599}"/>
          </ac:grpSpMkLst>
        </pc:grpChg>
        <pc:grpChg chg="add mod">
          <ac:chgData name="adilton junio" userId="66b3fade76ecdf97" providerId="LiveId" clId="{3A2DA7F4-19D8-4203-BFEA-26254F7BE44A}" dt="2024-07-16T12:30:41.004" v="425" actId="164"/>
          <ac:grpSpMkLst>
            <pc:docMk/>
            <pc:sldMk cId="519801105" sldId="265"/>
            <ac:grpSpMk id="42" creationId="{CF1D72B2-4778-4B03-9110-1BF886201BCC}"/>
          </ac:grpSpMkLst>
        </pc:grpChg>
        <pc:grpChg chg="mod">
          <ac:chgData name="adilton junio" userId="66b3fade76ecdf97" providerId="LiveId" clId="{3A2DA7F4-19D8-4203-BFEA-26254F7BE44A}" dt="2024-07-16T12:29:40.412" v="412"/>
          <ac:grpSpMkLst>
            <pc:docMk/>
            <pc:sldMk cId="519801105" sldId="265"/>
            <ac:grpSpMk id="43" creationId="{A4FE89B1-3479-93A6-E1C6-68AA441D22E1}"/>
          </ac:grpSpMkLst>
        </pc:grpChg>
        <pc:grpChg chg="mod">
          <ac:chgData name="adilton junio" userId="66b3fade76ecdf97" providerId="LiveId" clId="{3A2DA7F4-19D8-4203-BFEA-26254F7BE44A}" dt="2024-07-16T12:29:40.412" v="412"/>
          <ac:grpSpMkLst>
            <pc:docMk/>
            <pc:sldMk cId="519801105" sldId="265"/>
            <ac:grpSpMk id="44" creationId="{A76D340E-7B0D-07FB-A6CF-5E1A7C55F8BD}"/>
          </ac:grpSpMkLst>
        </pc:grpChg>
        <pc:grpChg chg="mod">
          <ac:chgData name="adilton junio" userId="66b3fade76ecdf97" providerId="LiveId" clId="{3A2DA7F4-19D8-4203-BFEA-26254F7BE44A}" dt="2024-07-16T12:29:40.412" v="412"/>
          <ac:grpSpMkLst>
            <pc:docMk/>
            <pc:sldMk cId="519801105" sldId="265"/>
            <ac:grpSpMk id="45" creationId="{FAED1684-1538-1458-831A-90223C99905E}"/>
          </ac:grpSpMkLst>
        </pc:grpChg>
        <pc:grpChg chg="add mod">
          <ac:chgData name="adilton junio" userId="66b3fade76ecdf97" providerId="LiveId" clId="{3A2DA7F4-19D8-4203-BFEA-26254F7BE44A}" dt="2024-07-16T12:30:18.930" v="420" actId="1037"/>
          <ac:grpSpMkLst>
            <pc:docMk/>
            <pc:sldMk cId="519801105" sldId="265"/>
            <ac:grpSpMk id="54" creationId="{DB23AB93-C4D4-69DE-50AE-71A7274F30E7}"/>
          </ac:grpSpMkLst>
        </pc:grpChg>
        <pc:grpChg chg="add mod">
          <ac:chgData name="adilton junio" userId="66b3fade76ecdf97" providerId="LiveId" clId="{3A2DA7F4-19D8-4203-BFEA-26254F7BE44A}" dt="2024-07-16T12:30:35.147" v="424" actId="571"/>
          <ac:grpSpMkLst>
            <pc:docMk/>
            <pc:sldMk cId="519801105" sldId="265"/>
            <ac:grpSpMk id="57" creationId="{64D683DF-A8ED-51E2-7764-7E1800D456CF}"/>
          </ac:grpSpMkLst>
        </pc:grpChg>
        <pc:grpChg chg="mod">
          <ac:chgData name="adilton junio" userId="66b3fade76ecdf97" providerId="LiveId" clId="{3A2DA7F4-19D8-4203-BFEA-26254F7BE44A}" dt="2024-07-16T12:13:09.605" v="295" actId="165"/>
          <ac:grpSpMkLst>
            <pc:docMk/>
            <pc:sldMk cId="519801105" sldId="265"/>
            <ac:grpSpMk id="59" creationId="{BFA6CD71-173A-7669-BD26-11E21ABD8274}"/>
          </ac:grpSpMkLst>
        </pc:grpChg>
        <pc:grpChg chg="add mod">
          <ac:chgData name="adilton junio" userId="66b3fade76ecdf97" providerId="LiveId" clId="{3A2DA7F4-19D8-4203-BFEA-26254F7BE44A}" dt="2024-07-16T12:30:30.829" v="422"/>
          <ac:grpSpMkLst>
            <pc:docMk/>
            <pc:sldMk cId="519801105" sldId="265"/>
            <ac:grpSpMk id="62" creationId="{F29798A2-AE29-BC66-5FBD-4805D05EDA92}"/>
          </ac:grpSpMkLst>
        </pc:grpChg>
        <pc:grpChg chg="del mod topLvl">
          <ac:chgData name="adilton junio" userId="66b3fade76ecdf97" providerId="LiveId" clId="{3A2DA7F4-19D8-4203-BFEA-26254F7BE44A}" dt="2024-07-16T12:14:09.216" v="317" actId="478"/>
          <ac:grpSpMkLst>
            <pc:docMk/>
            <pc:sldMk cId="519801105" sldId="265"/>
            <ac:grpSpMk id="66" creationId="{720F35AE-E66D-426D-EEF9-0E510B044415}"/>
          </ac:grpSpMkLst>
        </pc:grpChg>
        <pc:grpChg chg="mod">
          <ac:chgData name="adilton junio" userId="66b3fade76ecdf97" providerId="LiveId" clId="{3A2DA7F4-19D8-4203-BFEA-26254F7BE44A}" dt="2024-07-16T12:30:30.829" v="422"/>
          <ac:grpSpMkLst>
            <pc:docMk/>
            <pc:sldMk cId="519801105" sldId="265"/>
            <ac:grpSpMk id="67" creationId="{786FEF22-6DA7-3908-49B5-89DBCEA0EE87}"/>
          </ac:grpSpMkLst>
        </pc:grpChg>
        <pc:grpChg chg="mod">
          <ac:chgData name="adilton junio" userId="66b3fade76ecdf97" providerId="LiveId" clId="{3A2DA7F4-19D8-4203-BFEA-26254F7BE44A}" dt="2024-07-16T12:30:30.829" v="422"/>
          <ac:grpSpMkLst>
            <pc:docMk/>
            <pc:sldMk cId="519801105" sldId="265"/>
            <ac:grpSpMk id="69" creationId="{DD859468-DA36-D97A-6D37-483788B68B04}"/>
          </ac:grpSpMkLst>
        </pc:grpChg>
        <pc:grpChg chg="mod">
          <ac:chgData name="adilton junio" userId="66b3fade76ecdf97" providerId="LiveId" clId="{3A2DA7F4-19D8-4203-BFEA-26254F7BE44A}" dt="2024-07-16T12:30:30.829" v="422"/>
          <ac:grpSpMkLst>
            <pc:docMk/>
            <pc:sldMk cId="519801105" sldId="265"/>
            <ac:grpSpMk id="72" creationId="{65EEC101-4973-6F51-BBD4-A34B1E1E79EF}"/>
          </ac:grpSpMkLst>
        </pc:grpChg>
        <pc:grpChg chg="add mod">
          <ac:chgData name="adilton junio" userId="66b3fade76ecdf97" providerId="LiveId" clId="{3A2DA7F4-19D8-4203-BFEA-26254F7BE44A}" dt="2024-07-16T12:30:41.004" v="425" actId="164"/>
          <ac:grpSpMkLst>
            <pc:docMk/>
            <pc:sldMk cId="519801105" sldId="265"/>
            <ac:grpSpMk id="84" creationId="{AC25F8F0-B63D-A0F2-6109-B5D7EAC74B16}"/>
          </ac:grpSpMkLst>
        </pc:grpChg>
        <pc:grpChg chg="add mod">
          <ac:chgData name="adilton junio" userId="66b3fade76ecdf97" providerId="LiveId" clId="{3A2DA7F4-19D8-4203-BFEA-26254F7BE44A}" dt="2024-07-16T12:31:04.448" v="428" actId="1076"/>
          <ac:grpSpMkLst>
            <pc:docMk/>
            <pc:sldMk cId="519801105" sldId="265"/>
            <ac:grpSpMk id="85" creationId="{C1D5CAE3-94C6-FD8A-CC64-02BD313939C1}"/>
          </ac:grpSpMkLst>
        </pc:grpChg>
        <pc:grpChg chg="mod">
          <ac:chgData name="adilton junio" userId="66b3fade76ecdf97" providerId="LiveId" clId="{3A2DA7F4-19D8-4203-BFEA-26254F7BE44A}" dt="2024-07-16T12:30:42.297" v="426"/>
          <ac:grpSpMkLst>
            <pc:docMk/>
            <pc:sldMk cId="519801105" sldId="265"/>
            <ac:grpSpMk id="86" creationId="{7196F826-14FE-90AC-700E-BA777D860423}"/>
          </ac:grpSpMkLst>
        </pc:grpChg>
        <pc:grpChg chg="mod">
          <ac:chgData name="adilton junio" userId="66b3fade76ecdf97" providerId="LiveId" clId="{3A2DA7F4-19D8-4203-BFEA-26254F7BE44A}" dt="2024-07-16T12:30:42.297" v="426"/>
          <ac:grpSpMkLst>
            <pc:docMk/>
            <pc:sldMk cId="519801105" sldId="265"/>
            <ac:grpSpMk id="87" creationId="{ED7FE62B-FEB4-BD22-3DD0-9B1A700EF7EB}"/>
          </ac:grpSpMkLst>
        </pc:grpChg>
        <pc:grpChg chg="mod">
          <ac:chgData name="adilton junio" userId="66b3fade76ecdf97" providerId="LiveId" clId="{3A2DA7F4-19D8-4203-BFEA-26254F7BE44A}" dt="2024-07-16T12:30:42.297" v="426"/>
          <ac:grpSpMkLst>
            <pc:docMk/>
            <pc:sldMk cId="519801105" sldId="265"/>
            <ac:grpSpMk id="88" creationId="{34505DDE-B5D6-4FBF-D323-B35485CDA95C}"/>
          </ac:grpSpMkLst>
        </pc:grpChg>
        <pc:grpChg chg="mod">
          <ac:chgData name="adilton junio" userId="66b3fade76ecdf97" providerId="LiveId" clId="{3A2DA7F4-19D8-4203-BFEA-26254F7BE44A}" dt="2024-07-16T12:30:42.297" v="426"/>
          <ac:grpSpMkLst>
            <pc:docMk/>
            <pc:sldMk cId="519801105" sldId="265"/>
            <ac:grpSpMk id="89" creationId="{744817D0-6212-499F-602F-6BBF039E810A}"/>
          </ac:grpSpMkLst>
        </pc:grpChg>
        <pc:grpChg chg="mod">
          <ac:chgData name="adilton junio" userId="66b3fade76ecdf97" providerId="LiveId" clId="{3A2DA7F4-19D8-4203-BFEA-26254F7BE44A}" dt="2024-07-16T12:30:42.297" v="426"/>
          <ac:grpSpMkLst>
            <pc:docMk/>
            <pc:sldMk cId="519801105" sldId="265"/>
            <ac:grpSpMk id="90" creationId="{CEECBADB-34A0-638F-5F9F-DD6A8E33629E}"/>
          </ac:grpSpMkLst>
        </pc:grpChg>
        <pc:grpChg chg="del">
          <ac:chgData name="adilton junio" userId="66b3fade76ecdf97" providerId="LiveId" clId="{3A2DA7F4-19D8-4203-BFEA-26254F7BE44A}" dt="2024-07-16T12:11:12.288" v="279" actId="478"/>
          <ac:grpSpMkLst>
            <pc:docMk/>
            <pc:sldMk cId="519801105" sldId="265"/>
            <ac:grpSpMk id="110" creationId="{9D2A346C-8C9A-A1D8-B40A-BE4B91DF9A45}"/>
          </ac:grpSpMkLst>
        </pc:grpChg>
        <pc:grpChg chg="del">
          <ac:chgData name="adilton junio" userId="66b3fade76ecdf97" providerId="LiveId" clId="{3A2DA7F4-19D8-4203-BFEA-26254F7BE44A}" dt="2024-07-16T12:13:09.605" v="295" actId="165"/>
          <ac:grpSpMkLst>
            <pc:docMk/>
            <pc:sldMk cId="519801105" sldId="265"/>
            <ac:grpSpMk id="114" creationId="{08044F5F-3210-63D8-02CE-D5A3CBBD3E15}"/>
          </ac:grpSpMkLst>
        </pc:grpChg>
        <pc:grpChg chg="mod">
          <ac:chgData name="adilton junio" userId="66b3fade76ecdf97" providerId="LiveId" clId="{3A2DA7F4-19D8-4203-BFEA-26254F7BE44A}" dt="2024-07-16T12:30:42.297" v="426"/>
          <ac:grpSpMkLst>
            <pc:docMk/>
            <pc:sldMk cId="519801105" sldId="265"/>
            <ac:grpSpMk id="115" creationId="{9B35676F-A30E-7697-B799-A302CD0440ED}"/>
          </ac:grpSpMkLst>
        </pc:grpChg>
        <pc:grpChg chg="mod">
          <ac:chgData name="adilton junio" userId="66b3fade76ecdf97" providerId="LiveId" clId="{3A2DA7F4-19D8-4203-BFEA-26254F7BE44A}" dt="2024-07-16T12:30:42.297" v="426"/>
          <ac:grpSpMkLst>
            <pc:docMk/>
            <pc:sldMk cId="519801105" sldId="265"/>
            <ac:grpSpMk id="116" creationId="{9953A879-3BB7-9BF7-58B7-07396B4BB159}"/>
          </ac:grpSpMkLst>
        </pc:grpChg>
        <pc:grpChg chg="mod">
          <ac:chgData name="adilton junio" userId="66b3fade76ecdf97" providerId="LiveId" clId="{3A2DA7F4-19D8-4203-BFEA-26254F7BE44A}" dt="2024-07-16T12:30:42.297" v="426"/>
          <ac:grpSpMkLst>
            <pc:docMk/>
            <pc:sldMk cId="519801105" sldId="265"/>
            <ac:grpSpMk id="117" creationId="{66078660-5A08-DDFD-AF86-890CDF14F837}"/>
          </ac:grpSpMkLst>
        </pc:grpChg>
        <pc:cxnChg chg="add mod">
          <ac:chgData name="adilton junio" userId="66b3fade76ecdf97" providerId="LiveId" clId="{3A2DA7F4-19D8-4203-BFEA-26254F7BE44A}" dt="2024-07-16T12:14:49.540" v="330" actId="164"/>
          <ac:cxnSpMkLst>
            <pc:docMk/>
            <pc:sldMk cId="519801105" sldId="265"/>
            <ac:cxnSpMk id="3" creationId="{F0AF39B9-F471-9A1B-89DE-97EA4078C2C5}"/>
          </ac:cxnSpMkLst>
        </pc:cxnChg>
        <pc:cxnChg chg="add mod">
          <ac:chgData name="adilton junio" userId="66b3fade76ecdf97" providerId="LiveId" clId="{3A2DA7F4-19D8-4203-BFEA-26254F7BE44A}" dt="2024-07-16T12:14:49.540" v="330" actId="164"/>
          <ac:cxnSpMkLst>
            <pc:docMk/>
            <pc:sldMk cId="519801105" sldId="265"/>
            <ac:cxnSpMk id="4" creationId="{F029EF53-C5A2-C3CA-453D-3BA24274A7BE}"/>
          </ac:cxnSpMkLst>
        </pc:cxnChg>
        <pc:cxnChg chg="mod">
          <ac:chgData name="adilton junio" userId="66b3fade76ecdf97" providerId="LiveId" clId="{3A2DA7F4-19D8-4203-BFEA-26254F7BE44A}" dt="2024-07-16T12:14:09.216" v="317" actId="478"/>
          <ac:cxnSpMkLst>
            <pc:docMk/>
            <pc:sldMk cId="519801105" sldId="265"/>
            <ac:cxnSpMk id="6" creationId="{AB9FBC11-651D-11D1-CEB5-601DD47E5EC0}"/>
          </ac:cxnSpMkLst>
        </pc:cxnChg>
        <pc:cxnChg chg="mod">
          <ac:chgData name="adilton junio" userId="66b3fade76ecdf97" providerId="LiveId" clId="{3A2DA7F4-19D8-4203-BFEA-26254F7BE44A}" dt="2024-07-16T12:14:09.216" v="317" actId="478"/>
          <ac:cxnSpMkLst>
            <pc:docMk/>
            <pc:sldMk cId="519801105" sldId="265"/>
            <ac:cxnSpMk id="8" creationId="{7723BBC5-5E13-0524-3C9E-2E4B7783633A}"/>
          </ac:cxnSpMkLst>
        </pc:cxnChg>
        <pc:cxnChg chg="mod">
          <ac:chgData name="adilton junio" userId="66b3fade76ecdf97" providerId="LiveId" clId="{3A2DA7F4-19D8-4203-BFEA-26254F7BE44A}" dt="2024-07-16T12:25:24.368" v="331"/>
          <ac:cxnSpMkLst>
            <pc:docMk/>
            <pc:sldMk cId="519801105" sldId="265"/>
            <ac:cxnSpMk id="17" creationId="{680A9E06-2EA0-822A-C7F3-5E450A24AA85}"/>
          </ac:cxnSpMkLst>
        </pc:cxnChg>
        <pc:cxnChg chg="mod">
          <ac:chgData name="adilton junio" userId="66b3fade76ecdf97" providerId="LiveId" clId="{3A2DA7F4-19D8-4203-BFEA-26254F7BE44A}" dt="2024-07-16T12:25:24.368" v="331"/>
          <ac:cxnSpMkLst>
            <pc:docMk/>
            <pc:sldMk cId="519801105" sldId="265"/>
            <ac:cxnSpMk id="18" creationId="{F938D7C5-1166-62BF-8E53-72106ADEDFAA}"/>
          </ac:cxnSpMkLst>
        </pc:cxnChg>
      </pc:sldChg>
    </pc:docChg>
  </pc:docChgLst>
  <pc:docChgLst>
    <pc:chgData name="adilton junio" userId="66b3fade76ecdf97" providerId="LiveId" clId="{A46F4E48-C705-44C9-A099-EA6ACF000FB9}"/>
    <pc:docChg chg="undo redo custSel addSld delSld modSld sldOrd addSection modSection">
      <pc:chgData name="adilton junio" userId="66b3fade76ecdf97" providerId="LiveId" clId="{A46F4E48-C705-44C9-A099-EA6ACF000FB9}" dt="2024-07-17T21:14:26.498" v="5363" actId="6549"/>
      <pc:docMkLst>
        <pc:docMk/>
      </pc:docMkLst>
      <pc:sldChg chg="del mod modShow">
        <pc:chgData name="adilton junio" userId="66b3fade76ecdf97" providerId="LiveId" clId="{A46F4E48-C705-44C9-A099-EA6ACF000FB9}" dt="2024-07-17T18:27:12.960" v="3713" actId="47"/>
        <pc:sldMkLst>
          <pc:docMk/>
          <pc:sldMk cId="3689878838" sldId="256"/>
        </pc:sldMkLst>
      </pc:sldChg>
      <pc:sldChg chg="mod modShow">
        <pc:chgData name="adilton junio" userId="66b3fade76ecdf97" providerId="LiveId" clId="{A46F4E48-C705-44C9-A099-EA6ACF000FB9}" dt="2024-07-17T16:16:33.489" v="2813" actId="729"/>
        <pc:sldMkLst>
          <pc:docMk/>
          <pc:sldMk cId="2576449578" sldId="257"/>
        </pc:sldMkLst>
      </pc:sldChg>
      <pc:sldChg chg="mod modShow">
        <pc:chgData name="adilton junio" userId="66b3fade76ecdf97" providerId="LiveId" clId="{A46F4E48-C705-44C9-A099-EA6ACF000FB9}" dt="2024-07-17T16:16:33.489" v="2813" actId="729"/>
        <pc:sldMkLst>
          <pc:docMk/>
          <pc:sldMk cId="2285816010" sldId="258"/>
        </pc:sldMkLst>
      </pc:sldChg>
      <pc:sldChg chg="mod modShow">
        <pc:chgData name="adilton junio" userId="66b3fade76ecdf97" providerId="LiveId" clId="{A46F4E48-C705-44C9-A099-EA6ACF000FB9}" dt="2024-07-17T16:16:33.489" v="2813" actId="729"/>
        <pc:sldMkLst>
          <pc:docMk/>
          <pc:sldMk cId="2979574403" sldId="259"/>
        </pc:sldMkLst>
      </pc:sldChg>
      <pc:sldChg chg="mod modShow">
        <pc:chgData name="adilton junio" userId="66b3fade76ecdf97" providerId="LiveId" clId="{A46F4E48-C705-44C9-A099-EA6ACF000FB9}" dt="2024-07-17T16:16:33.489" v="2813" actId="729"/>
        <pc:sldMkLst>
          <pc:docMk/>
          <pc:sldMk cId="1157765011" sldId="260"/>
        </pc:sldMkLst>
      </pc:sldChg>
      <pc:sldChg chg="mod modShow">
        <pc:chgData name="adilton junio" userId="66b3fade76ecdf97" providerId="LiveId" clId="{A46F4E48-C705-44C9-A099-EA6ACF000FB9}" dt="2024-07-17T16:16:33.489" v="2813" actId="729"/>
        <pc:sldMkLst>
          <pc:docMk/>
          <pc:sldMk cId="2120586955" sldId="261"/>
        </pc:sldMkLst>
      </pc:sldChg>
      <pc:sldChg chg="mod modShow">
        <pc:chgData name="adilton junio" userId="66b3fade76ecdf97" providerId="LiveId" clId="{A46F4E48-C705-44C9-A099-EA6ACF000FB9}" dt="2024-07-17T16:16:33.489" v="2813" actId="729"/>
        <pc:sldMkLst>
          <pc:docMk/>
          <pc:sldMk cId="3045026756" sldId="262"/>
        </pc:sldMkLst>
      </pc:sldChg>
      <pc:sldChg chg="del">
        <pc:chgData name="adilton junio" userId="66b3fade76ecdf97" providerId="LiveId" clId="{A46F4E48-C705-44C9-A099-EA6ACF000FB9}" dt="2024-07-17T15:08:16.731" v="1762" actId="47"/>
        <pc:sldMkLst>
          <pc:docMk/>
          <pc:sldMk cId="2584336074" sldId="263"/>
        </pc:sldMkLst>
      </pc:sldChg>
      <pc:sldChg chg="mod modShow">
        <pc:chgData name="adilton junio" userId="66b3fade76ecdf97" providerId="LiveId" clId="{A46F4E48-C705-44C9-A099-EA6ACF000FB9}" dt="2024-07-17T15:07:45.401" v="1757" actId="729"/>
        <pc:sldMkLst>
          <pc:docMk/>
          <pc:sldMk cId="636562131" sldId="264"/>
        </pc:sldMkLst>
      </pc:sldChg>
      <pc:sldChg chg="addSp modSp del">
        <pc:chgData name="adilton junio" userId="66b3fade76ecdf97" providerId="LiveId" clId="{A46F4E48-C705-44C9-A099-EA6ACF000FB9}" dt="2024-07-16T18:28:06.510" v="577" actId="47"/>
        <pc:sldMkLst>
          <pc:docMk/>
          <pc:sldMk cId="519801105" sldId="265"/>
        </pc:sldMkLst>
        <pc:grpChg chg="add mod">
          <ac:chgData name="adilton junio" userId="66b3fade76ecdf97" providerId="LiveId" clId="{A46F4E48-C705-44C9-A099-EA6ACF000FB9}" dt="2024-07-16T18:09:25.132" v="396" actId="164"/>
          <ac:grpSpMkLst>
            <pc:docMk/>
            <pc:sldMk cId="519801105" sldId="265"/>
            <ac:grpSpMk id="2" creationId="{0C185B48-D43D-B232-C161-DCC55C18F0E7}"/>
          </ac:grpSpMkLst>
        </pc:grpChg>
        <pc:grpChg chg="mod">
          <ac:chgData name="adilton junio" userId="66b3fade76ecdf97" providerId="LiveId" clId="{A46F4E48-C705-44C9-A099-EA6ACF000FB9}" dt="2024-07-16T18:09:25.132" v="396" actId="164"/>
          <ac:grpSpMkLst>
            <pc:docMk/>
            <pc:sldMk cId="519801105" sldId="265"/>
            <ac:grpSpMk id="14" creationId="{B0202161-10F4-94A0-A2EA-E822EA77303A}"/>
          </ac:grpSpMkLst>
        </pc:grpChg>
        <pc:grpChg chg="mod">
          <ac:chgData name="adilton junio" userId="66b3fade76ecdf97" providerId="LiveId" clId="{A46F4E48-C705-44C9-A099-EA6ACF000FB9}" dt="2024-07-16T18:09:25.132" v="396" actId="164"/>
          <ac:grpSpMkLst>
            <pc:docMk/>
            <pc:sldMk cId="519801105" sldId="265"/>
            <ac:grpSpMk id="26" creationId="{C1519862-7486-4030-2D53-DD2DA5253C79}"/>
          </ac:grpSpMkLst>
        </pc:grpChg>
        <pc:grpChg chg="mod">
          <ac:chgData name="adilton junio" userId="66b3fade76ecdf97" providerId="LiveId" clId="{A46F4E48-C705-44C9-A099-EA6ACF000FB9}" dt="2024-07-16T18:09:25.132" v="396" actId="164"/>
          <ac:grpSpMkLst>
            <pc:docMk/>
            <pc:sldMk cId="519801105" sldId="265"/>
            <ac:grpSpMk id="34" creationId="{AC8AD181-379D-EAB0-6058-CF21A20C12A7}"/>
          </ac:grpSpMkLst>
        </pc:grpChg>
        <pc:grpChg chg="mod">
          <ac:chgData name="adilton junio" userId="66b3fade76ecdf97" providerId="LiveId" clId="{A46F4E48-C705-44C9-A099-EA6ACF000FB9}" dt="2024-07-16T18:09:25.132" v="396" actId="164"/>
          <ac:grpSpMkLst>
            <pc:docMk/>
            <pc:sldMk cId="519801105" sldId="265"/>
            <ac:grpSpMk id="54" creationId="{DB23AB93-C4D4-69DE-50AE-71A7274F30E7}"/>
          </ac:grpSpMkLst>
        </pc:grpChg>
        <pc:grpChg chg="mod">
          <ac:chgData name="adilton junio" userId="66b3fade76ecdf97" providerId="LiveId" clId="{A46F4E48-C705-44C9-A099-EA6ACF000FB9}" dt="2024-07-16T18:09:25.132" v="396" actId="164"/>
          <ac:grpSpMkLst>
            <pc:docMk/>
            <pc:sldMk cId="519801105" sldId="265"/>
            <ac:grpSpMk id="57" creationId="{64D683DF-A8ED-51E2-7764-7E1800D456CF}"/>
          </ac:grpSpMkLst>
        </pc:grpChg>
        <pc:grpChg chg="mod">
          <ac:chgData name="adilton junio" userId="66b3fade76ecdf97" providerId="LiveId" clId="{A46F4E48-C705-44C9-A099-EA6ACF000FB9}" dt="2024-07-16T18:09:25.132" v="396" actId="164"/>
          <ac:grpSpMkLst>
            <pc:docMk/>
            <pc:sldMk cId="519801105" sldId="265"/>
            <ac:grpSpMk id="84" creationId="{AC25F8F0-B63D-A0F2-6109-B5D7EAC74B16}"/>
          </ac:grpSpMkLst>
        </pc:grpChg>
        <pc:grpChg chg="mod">
          <ac:chgData name="adilton junio" userId="66b3fade76ecdf97" providerId="LiveId" clId="{A46F4E48-C705-44C9-A099-EA6ACF000FB9}" dt="2024-07-16T18:09:25.132" v="396" actId="164"/>
          <ac:grpSpMkLst>
            <pc:docMk/>
            <pc:sldMk cId="519801105" sldId="265"/>
            <ac:grpSpMk id="85" creationId="{C1D5CAE3-94C6-FD8A-CC64-02BD313939C1}"/>
          </ac:grpSpMkLst>
        </pc:grpChg>
      </pc:sldChg>
      <pc:sldChg chg="modSp mod">
        <pc:chgData name="adilton junio" userId="66b3fade76ecdf97" providerId="LiveId" clId="{A46F4E48-C705-44C9-A099-EA6ACF000FB9}" dt="2024-07-17T18:09:32.117" v="3663" actId="404"/>
        <pc:sldMkLst>
          <pc:docMk/>
          <pc:sldMk cId="2638793871" sldId="266"/>
        </pc:sldMkLst>
        <pc:spChg chg="mod">
          <ac:chgData name="adilton junio" userId="66b3fade76ecdf97" providerId="LiveId" clId="{A46F4E48-C705-44C9-A099-EA6ACF000FB9}" dt="2024-07-17T18:09:32.117" v="3663" actId="404"/>
          <ac:spMkLst>
            <pc:docMk/>
            <pc:sldMk cId="2638793871" sldId="266"/>
            <ac:spMk id="7" creationId="{31D06EC5-8553-0F5A-D878-AF0600CAF2F8}"/>
          </ac:spMkLst>
        </pc:spChg>
      </pc:sldChg>
      <pc:sldChg chg="addSp delSp modSp mod">
        <pc:chgData name="adilton junio" userId="66b3fade76ecdf97" providerId="LiveId" clId="{A46F4E48-C705-44C9-A099-EA6ACF000FB9}" dt="2024-07-17T18:26:45.975" v="3706" actId="20577"/>
        <pc:sldMkLst>
          <pc:docMk/>
          <pc:sldMk cId="617235767" sldId="267"/>
        </pc:sldMkLst>
        <pc:spChg chg="add mod">
          <ac:chgData name="adilton junio" userId="66b3fade76ecdf97" providerId="LiveId" clId="{A46F4E48-C705-44C9-A099-EA6ACF000FB9}" dt="2024-07-17T14:51:26.327" v="1674" actId="404"/>
          <ac:spMkLst>
            <pc:docMk/>
            <pc:sldMk cId="617235767" sldId="267"/>
            <ac:spMk id="2" creationId="{0C43B13E-C4EE-A25A-6982-9F0B0562FC84}"/>
          </ac:spMkLst>
        </pc:spChg>
        <pc:spChg chg="add mod topLvl">
          <ac:chgData name="adilton junio" userId="66b3fade76ecdf97" providerId="LiveId" clId="{A46F4E48-C705-44C9-A099-EA6ACF000FB9}" dt="2024-07-17T14:51:26.327" v="1674" actId="404"/>
          <ac:spMkLst>
            <pc:docMk/>
            <pc:sldMk cId="617235767" sldId="267"/>
            <ac:spMk id="3" creationId="{95FB76DA-5C4C-83C3-D3CB-D54A13B9EBB3}"/>
          </ac:spMkLst>
        </pc:spChg>
        <pc:spChg chg="add mod">
          <ac:chgData name="adilton junio" userId="66b3fade76ecdf97" providerId="LiveId" clId="{A46F4E48-C705-44C9-A099-EA6ACF000FB9}" dt="2024-07-17T18:26:45.975" v="3706" actId="20577"/>
          <ac:spMkLst>
            <pc:docMk/>
            <pc:sldMk cId="617235767" sldId="267"/>
            <ac:spMk id="7" creationId="{6CFC6BC1-C2A1-3FD9-AB78-53163EB453F2}"/>
          </ac:spMkLst>
        </pc:spChg>
        <pc:spChg chg="add mod">
          <ac:chgData name="adilton junio" userId="66b3fade76ecdf97" providerId="LiveId" clId="{A46F4E48-C705-44C9-A099-EA6ACF000FB9}" dt="2024-07-17T14:51:26.327" v="1674" actId="404"/>
          <ac:spMkLst>
            <pc:docMk/>
            <pc:sldMk cId="617235767" sldId="267"/>
            <ac:spMk id="10" creationId="{BE4C5CB9-A872-5589-E8F0-23900DB00F48}"/>
          </ac:spMkLst>
        </pc:spChg>
        <pc:spChg chg="mod topLvl">
          <ac:chgData name="adilton junio" userId="66b3fade76ecdf97" providerId="LiveId" clId="{A46F4E48-C705-44C9-A099-EA6ACF000FB9}" dt="2024-07-17T14:47:03.770" v="1553" actId="165"/>
          <ac:spMkLst>
            <pc:docMk/>
            <pc:sldMk cId="617235767" sldId="267"/>
            <ac:spMk id="92" creationId="{389AD4BA-DE4A-1658-2487-F94C2EEF6666}"/>
          </ac:spMkLst>
        </pc:spChg>
        <pc:spChg chg="mod">
          <ac:chgData name="adilton junio" userId="66b3fade76ecdf97" providerId="LiveId" clId="{A46F4E48-C705-44C9-A099-EA6ACF000FB9}" dt="2024-07-17T18:12:48.405" v="3704" actId="20577"/>
          <ac:spMkLst>
            <pc:docMk/>
            <pc:sldMk cId="617235767" sldId="267"/>
            <ac:spMk id="94" creationId="{D1D8FCDA-4632-6080-1621-67CDF796C564}"/>
          </ac:spMkLst>
        </pc:spChg>
        <pc:grpChg chg="add del mod">
          <ac:chgData name="adilton junio" userId="66b3fade76ecdf97" providerId="LiveId" clId="{A46F4E48-C705-44C9-A099-EA6ACF000FB9}" dt="2024-07-17T14:47:03.770" v="1553" actId="165"/>
          <ac:grpSpMkLst>
            <pc:docMk/>
            <pc:sldMk cId="617235767" sldId="267"/>
            <ac:grpSpMk id="5" creationId="{73F982E8-ECAD-3D8E-4FD7-33881BD63181}"/>
          </ac:grpSpMkLst>
        </pc:grpChg>
        <pc:grpChg chg="add mod">
          <ac:chgData name="adilton junio" userId="66b3fade76ecdf97" providerId="LiveId" clId="{A46F4E48-C705-44C9-A099-EA6ACF000FB9}" dt="2024-07-17T14:51:27.843" v="1675" actId="1076"/>
          <ac:grpSpMkLst>
            <pc:docMk/>
            <pc:sldMk cId="617235767" sldId="267"/>
            <ac:grpSpMk id="11" creationId="{96FC2B6A-907E-63C0-CCB5-7DC9482E1284}"/>
          </ac:grpSpMkLst>
        </pc:grpChg>
      </pc:sldChg>
      <pc:sldChg chg="modSp mod">
        <pc:chgData name="adilton junio" userId="66b3fade76ecdf97" providerId="LiveId" clId="{A46F4E48-C705-44C9-A099-EA6ACF000FB9}" dt="2024-07-17T19:48:54.695" v="4236" actId="14100"/>
        <pc:sldMkLst>
          <pc:docMk/>
          <pc:sldMk cId="929919720" sldId="268"/>
        </pc:sldMkLst>
        <pc:spChg chg="mod">
          <ac:chgData name="adilton junio" userId="66b3fade76ecdf97" providerId="LiveId" clId="{A46F4E48-C705-44C9-A099-EA6ACF000FB9}" dt="2024-07-17T19:48:54.695" v="4236" actId="14100"/>
          <ac:spMkLst>
            <pc:docMk/>
            <pc:sldMk cId="929919720" sldId="268"/>
            <ac:spMk id="9" creationId="{6712AAAE-5D61-5AD9-F1A7-A27ACC47ED61}"/>
          </ac:spMkLst>
        </pc:spChg>
        <pc:spChg chg="mod">
          <ac:chgData name="adilton junio" userId="66b3fade76ecdf97" providerId="LiveId" clId="{A46F4E48-C705-44C9-A099-EA6ACF000FB9}" dt="2024-07-17T18:37:52.655" v="3877" actId="20577"/>
          <ac:spMkLst>
            <pc:docMk/>
            <pc:sldMk cId="929919720" sldId="268"/>
            <ac:spMk id="94" creationId="{D1D8FCDA-4632-6080-1621-67CDF796C564}"/>
          </ac:spMkLst>
        </pc:spChg>
      </pc:sldChg>
      <pc:sldChg chg="addSp delSp modSp mod">
        <pc:chgData name="adilton junio" userId="66b3fade76ecdf97" providerId="LiveId" clId="{A46F4E48-C705-44C9-A099-EA6ACF000FB9}" dt="2024-07-17T20:44:30.349" v="4732" actId="20577"/>
        <pc:sldMkLst>
          <pc:docMk/>
          <pc:sldMk cId="488082418" sldId="269"/>
        </pc:sldMkLst>
        <pc:spChg chg="mod">
          <ac:chgData name="adilton junio" userId="66b3fade76ecdf97" providerId="LiveId" clId="{A46F4E48-C705-44C9-A099-EA6ACF000FB9}" dt="2024-07-17T20:44:30.349" v="4732" actId="20577"/>
          <ac:spMkLst>
            <pc:docMk/>
            <pc:sldMk cId="488082418" sldId="269"/>
            <ac:spMk id="5" creationId="{C4C62FA0-2554-C740-B43F-6979E70E9F6C}"/>
          </ac:spMkLst>
        </pc:spChg>
        <pc:spChg chg="mod">
          <ac:chgData name="adilton junio" userId="66b3fade76ecdf97" providerId="LiveId" clId="{A46F4E48-C705-44C9-A099-EA6ACF000FB9}" dt="2024-07-17T20:44:30.349" v="4732" actId="20577"/>
          <ac:spMkLst>
            <pc:docMk/>
            <pc:sldMk cId="488082418" sldId="269"/>
            <ac:spMk id="7" creationId="{D5AB4974-7F33-2D29-24EC-EF0F440B000C}"/>
          </ac:spMkLst>
        </pc:spChg>
        <pc:spChg chg="add del mod topLvl">
          <ac:chgData name="adilton junio" userId="66b3fade76ecdf97" providerId="LiveId" clId="{A46F4E48-C705-44C9-A099-EA6ACF000FB9}" dt="2024-07-17T14:50:27.991" v="1666" actId="478"/>
          <ac:spMkLst>
            <pc:docMk/>
            <pc:sldMk cId="488082418" sldId="269"/>
            <ac:spMk id="10" creationId="{48165E74-21D8-345C-6B13-50560A9DC298}"/>
          </ac:spMkLst>
        </pc:spChg>
        <pc:spChg chg="mod">
          <ac:chgData name="adilton junio" userId="66b3fade76ecdf97" providerId="LiveId" clId="{A46F4E48-C705-44C9-A099-EA6ACF000FB9}" dt="2024-07-17T20:44:30.349" v="4732" actId="20577"/>
          <ac:spMkLst>
            <pc:docMk/>
            <pc:sldMk cId="488082418" sldId="269"/>
            <ac:spMk id="11" creationId="{E41E8B59-2FDB-5188-1767-1E09A35552F3}"/>
          </ac:spMkLst>
        </pc:spChg>
        <pc:spChg chg="mod">
          <ac:chgData name="adilton junio" userId="66b3fade76ecdf97" providerId="LiveId" clId="{A46F4E48-C705-44C9-A099-EA6ACF000FB9}" dt="2024-07-17T20:44:30.349" v="4732" actId="20577"/>
          <ac:spMkLst>
            <pc:docMk/>
            <pc:sldMk cId="488082418" sldId="269"/>
            <ac:spMk id="12" creationId="{5440CEF9-E9C8-DE55-99A2-893903DCC911}"/>
          </ac:spMkLst>
        </pc:spChg>
        <pc:spChg chg="add mod">
          <ac:chgData name="adilton junio" userId="66b3fade76ecdf97" providerId="LiveId" clId="{A46F4E48-C705-44C9-A099-EA6ACF000FB9}" dt="2024-07-17T15:58:28.142" v="2434" actId="404"/>
          <ac:spMkLst>
            <pc:docMk/>
            <pc:sldMk cId="488082418" sldId="269"/>
            <ac:spMk id="17" creationId="{C5678170-CA2D-8AB7-0A6B-835769EDCC0C}"/>
          </ac:spMkLst>
        </pc:spChg>
        <pc:spChg chg="add mod">
          <ac:chgData name="adilton junio" userId="66b3fade76ecdf97" providerId="LiveId" clId="{A46F4E48-C705-44C9-A099-EA6ACF000FB9}" dt="2024-07-17T16:00:10.439" v="2464" actId="114"/>
          <ac:spMkLst>
            <pc:docMk/>
            <pc:sldMk cId="488082418" sldId="269"/>
            <ac:spMk id="18" creationId="{55254BAB-9DE3-54E5-C42C-F5DBAE4432FF}"/>
          </ac:spMkLst>
        </pc:spChg>
        <pc:spChg chg="add mod">
          <ac:chgData name="adilton junio" userId="66b3fade76ecdf97" providerId="LiveId" clId="{A46F4E48-C705-44C9-A099-EA6ACF000FB9}" dt="2024-07-17T15:58:31.709" v="2435" actId="404"/>
          <ac:spMkLst>
            <pc:docMk/>
            <pc:sldMk cId="488082418" sldId="269"/>
            <ac:spMk id="19" creationId="{839CBF87-0713-E3FD-6F4E-E3F16CE31027}"/>
          </ac:spMkLst>
        </pc:spChg>
        <pc:spChg chg="add mod">
          <ac:chgData name="adilton junio" userId="66b3fade76ecdf97" providerId="LiveId" clId="{A46F4E48-C705-44C9-A099-EA6ACF000FB9}" dt="2024-07-17T16:00:06.718" v="2463" actId="108"/>
          <ac:spMkLst>
            <pc:docMk/>
            <pc:sldMk cId="488082418" sldId="269"/>
            <ac:spMk id="20" creationId="{5FE0C7CC-AE87-FA0E-B84D-749F9AD42BB8}"/>
          </ac:spMkLst>
        </pc:spChg>
        <pc:spChg chg="add mod">
          <ac:chgData name="adilton junio" userId="66b3fade76ecdf97" providerId="LiveId" clId="{A46F4E48-C705-44C9-A099-EA6ACF000FB9}" dt="2024-07-17T20:44:15.541" v="4725" actId="20577"/>
          <ac:spMkLst>
            <pc:docMk/>
            <pc:sldMk cId="488082418" sldId="269"/>
            <ac:spMk id="21" creationId="{92A8F3F1-BF54-4A8F-5B07-7B0AB07EE379}"/>
          </ac:spMkLst>
        </pc:spChg>
        <pc:spChg chg="add mod">
          <ac:chgData name="adilton junio" userId="66b3fade76ecdf97" providerId="LiveId" clId="{A46F4E48-C705-44C9-A099-EA6ACF000FB9}" dt="2024-07-16T18:01:40.631" v="381" actId="14100"/>
          <ac:spMkLst>
            <pc:docMk/>
            <pc:sldMk cId="488082418" sldId="269"/>
            <ac:spMk id="22" creationId="{49077367-370F-EE24-E168-4960C19983BE}"/>
          </ac:spMkLst>
        </pc:spChg>
        <pc:spChg chg="mod">
          <ac:chgData name="adilton junio" userId="66b3fade76ecdf97" providerId="LiveId" clId="{A46F4E48-C705-44C9-A099-EA6ACF000FB9}" dt="2024-07-17T20:44:30.349" v="4732" actId="20577"/>
          <ac:spMkLst>
            <pc:docMk/>
            <pc:sldMk cId="488082418" sldId="269"/>
            <ac:spMk id="23" creationId="{D6D06EBE-4136-BEE1-0D40-356D7BCDD7B3}"/>
          </ac:spMkLst>
        </pc:spChg>
        <pc:spChg chg="mod">
          <ac:chgData name="adilton junio" userId="66b3fade76ecdf97" providerId="LiveId" clId="{A46F4E48-C705-44C9-A099-EA6ACF000FB9}" dt="2024-07-17T14:50:28.300" v="1667"/>
          <ac:spMkLst>
            <pc:docMk/>
            <pc:sldMk cId="488082418" sldId="269"/>
            <ac:spMk id="25" creationId="{78C06A97-B907-F391-DF50-09F23AC2B5BE}"/>
          </ac:spMkLst>
        </pc:spChg>
        <pc:spChg chg="mod">
          <ac:chgData name="adilton junio" userId="66b3fade76ecdf97" providerId="LiveId" clId="{A46F4E48-C705-44C9-A099-EA6ACF000FB9}" dt="2024-07-17T14:50:28.300" v="1667"/>
          <ac:spMkLst>
            <pc:docMk/>
            <pc:sldMk cId="488082418" sldId="269"/>
            <ac:spMk id="26" creationId="{8B974E0A-185E-A35D-EA5A-67FCCC457382}"/>
          </ac:spMkLst>
        </pc:spChg>
        <pc:spChg chg="mod">
          <ac:chgData name="adilton junio" userId="66b3fade76ecdf97" providerId="LiveId" clId="{A46F4E48-C705-44C9-A099-EA6ACF000FB9}" dt="2024-07-17T14:50:28.300" v="1667"/>
          <ac:spMkLst>
            <pc:docMk/>
            <pc:sldMk cId="488082418" sldId="269"/>
            <ac:spMk id="27" creationId="{DA691263-F071-ABC5-59CB-801B778CCA35}"/>
          </ac:spMkLst>
        </pc:spChg>
        <pc:spChg chg="mod">
          <ac:chgData name="adilton junio" userId="66b3fade76ecdf97" providerId="LiveId" clId="{A46F4E48-C705-44C9-A099-EA6ACF000FB9}" dt="2024-07-17T14:50:28.300" v="1667"/>
          <ac:spMkLst>
            <pc:docMk/>
            <pc:sldMk cId="488082418" sldId="269"/>
            <ac:spMk id="28" creationId="{B8280E43-61F7-BB79-54A3-A599229949E6}"/>
          </ac:spMkLst>
        </pc:spChg>
        <pc:spChg chg="mod">
          <ac:chgData name="adilton junio" userId="66b3fade76ecdf97" providerId="LiveId" clId="{A46F4E48-C705-44C9-A099-EA6ACF000FB9}" dt="2024-07-17T14:51:36.316" v="1677"/>
          <ac:spMkLst>
            <pc:docMk/>
            <pc:sldMk cId="488082418" sldId="269"/>
            <ac:spMk id="30" creationId="{14DFDECB-0BDD-2589-CB78-B703AC78C54D}"/>
          </ac:spMkLst>
        </pc:spChg>
        <pc:spChg chg="mod">
          <ac:chgData name="adilton junio" userId="66b3fade76ecdf97" providerId="LiveId" clId="{A46F4E48-C705-44C9-A099-EA6ACF000FB9}" dt="2024-07-17T14:51:36.316" v="1677"/>
          <ac:spMkLst>
            <pc:docMk/>
            <pc:sldMk cId="488082418" sldId="269"/>
            <ac:spMk id="31" creationId="{9A010F09-EB6C-E016-AB68-489800DAB286}"/>
          </ac:spMkLst>
        </pc:spChg>
        <pc:spChg chg="mod">
          <ac:chgData name="adilton junio" userId="66b3fade76ecdf97" providerId="LiveId" clId="{A46F4E48-C705-44C9-A099-EA6ACF000FB9}" dt="2024-07-17T18:26:47.789" v="3707" actId="20577"/>
          <ac:spMkLst>
            <pc:docMk/>
            <pc:sldMk cId="488082418" sldId="269"/>
            <ac:spMk id="32" creationId="{4DB6C471-4B75-88CB-D110-8FD209D315E5}"/>
          </ac:spMkLst>
        </pc:spChg>
        <pc:spChg chg="mod">
          <ac:chgData name="adilton junio" userId="66b3fade76ecdf97" providerId="LiveId" clId="{A46F4E48-C705-44C9-A099-EA6ACF000FB9}" dt="2024-07-17T14:51:36.316" v="1677"/>
          <ac:spMkLst>
            <pc:docMk/>
            <pc:sldMk cId="488082418" sldId="269"/>
            <ac:spMk id="33" creationId="{FB44FC3A-8280-2734-466C-68A24D21A91E}"/>
          </ac:spMkLst>
        </pc:spChg>
        <pc:spChg chg="mod">
          <ac:chgData name="adilton junio" userId="66b3fade76ecdf97" providerId="LiveId" clId="{A46F4E48-C705-44C9-A099-EA6ACF000FB9}" dt="2024-07-16T18:09:29.316" v="397"/>
          <ac:spMkLst>
            <pc:docMk/>
            <pc:sldMk cId="488082418" sldId="269"/>
            <ac:spMk id="36" creationId="{FF27E0E9-B02B-46FD-0695-A204C59D6BFA}"/>
          </ac:spMkLst>
        </pc:spChg>
        <pc:spChg chg="mod">
          <ac:chgData name="adilton junio" userId="66b3fade76ecdf97" providerId="LiveId" clId="{A46F4E48-C705-44C9-A099-EA6ACF000FB9}" dt="2024-07-16T18:09:29.316" v="397"/>
          <ac:spMkLst>
            <pc:docMk/>
            <pc:sldMk cId="488082418" sldId="269"/>
            <ac:spMk id="37" creationId="{1DAE727E-37DF-0F20-A7AC-41B329D9DA10}"/>
          </ac:spMkLst>
        </pc:spChg>
        <pc:spChg chg="mod">
          <ac:chgData name="adilton junio" userId="66b3fade76ecdf97" providerId="LiveId" clId="{A46F4E48-C705-44C9-A099-EA6ACF000FB9}" dt="2024-07-16T18:09:29.316" v="397"/>
          <ac:spMkLst>
            <pc:docMk/>
            <pc:sldMk cId="488082418" sldId="269"/>
            <ac:spMk id="38" creationId="{6F5665FA-86DB-F885-66BB-3C32C3670AD1}"/>
          </ac:spMkLst>
        </pc:spChg>
        <pc:spChg chg="mod">
          <ac:chgData name="adilton junio" userId="66b3fade76ecdf97" providerId="LiveId" clId="{A46F4E48-C705-44C9-A099-EA6ACF000FB9}" dt="2024-07-16T18:09:29.316" v="397"/>
          <ac:spMkLst>
            <pc:docMk/>
            <pc:sldMk cId="488082418" sldId="269"/>
            <ac:spMk id="39" creationId="{CF7C7C56-BEA9-5467-8B46-02F39C810BF9}"/>
          </ac:spMkLst>
        </pc:spChg>
        <pc:spChg chg="mod">
          <ac:chgData name="adilton junio" userId="66b3fade76ecdf97" providerId="LiveId" clId="{A46F4E48-C705-44C9-A099-EA6ACF000FB9}" dt="2024-07-17T20:44:30.349" v="4732" actId="20577"/>
          <ac:spMkLst>
            <pc:docMk/>
            <pc:sldMk cId="488082418" sldId="269"/>
            <ac:spMk id="40" creationId="{758CB222-ED5A-3FEA-69FB-61051C83702E}"/>
          </ac:spMkLst>
        </pc:spChg>
        <pc:spChg chg="mod">
          <ac:chgData name="adilton junio" userId="66b3fade76ecdf97" providerId="LiveId" clId="{A46F4E48-C705-44C9-A099-EA6ACF000FB9}" dt="2024-07-16T18:09:29.316" v="397"/>
          <ac:spMkLst>
            <pc:docMk/>
            <pc:sldMk cId="488082418" sldId="269"/>
            <ac:spMk id="41" creationId="{C62FDDFF-C701-E04F-FFFD-3FF4C1A4080E}"/>
          </ac:spMkLst>
        </pc:spChg>
        <pc:spChg chg="mod">
          <ac:chgData name="adilton junio" userId="66b3fade76ecdf97" providerId="LiveId" clId="{A46F4E48-C705-44C9-A099-EA6ACF000FB9}" dt="2024-07-16T18:09:29.316" v="397"/>
          <ac:spMkLst>
            <pc:docMk/>
            <pc:sldMk cId="488082418" sldId="269"/>
            <ac:spMk id="42" creationId="{B8D5300A-F935-9502-6A83-1BCA20036A5A}"/>
          </ac:spMkLst>
        </pc:spChg>
        <pc:spChg chg="mod">
          <ac:chgData name="adilton junio" userId="66b3fade76ecdf97" providerId="LiveId" clId="{A46F4E48-C705-44C9-A099-EA6ACF000FB9}" dt="2024-07-16T18:09:29.316" v="397"/>
          <ac:spMkLst>
            <pc:docMk/>
            <pc:sldMk cId="488082418" sldId="269"/>
            <ac:spMk id="46" creationId="{928DCBBC-8B34-7DF2-3AFE-0762DF92FB49}"/>
          </ac:spMkLst>
        </pc:spChg>
        <pc:spChg chg="mod">
          <ac:chgData name="adilton junio" userId="66b3fade76ecdf97" providerId="LiveId" clId="{A46F4E48-C705-44C9-A099-EA6ACF000FB9}" dt="2024-07-16T18:09:29.316" v="397"/>
          <ac:spMkLst>
            <pc:docMk/>
            <pc:sldMk cId="488082418" sldId="269"/>
            <ac:spMk id="47" creationId="{B74A0118-4CDC-520B-026A-25330566F5F0}"/>
          </ac:spMkLst>
        </pc:spChg>
        <pc:spChg chg="mod">
          <ac:chgData name="adilton junio" userId="66b3fade76ecdf97" providerId="LiveId" clId="{A46F4E48-C705-44C9-A099-EA6ACF000FB9}" dt="2024-07-16T18:09:29.316" v="397"/>
          <ac:spMkLst>
            <pc:docMk/>
            <pc:sldMk cId="488082418" sldId="269"/>
            <ac:spMk id="48" creationId="{AF4C0FDB-1C12-71C9-5200-D40FD3AE6DAF}"/>
          </ac:spMkLst>
        </pc:spChg>
        <pc:spChg chg="mod">
          <ac:chgData name="adilton junio" userId="66b3fade76ecdf97" providerId="LiveId" clId="{A46F4E48-C705-44C9-A099-EA6ACF000FB9}" dt="2024-07-16T18:09:29.316" v="397"/>
          <ac:spMkLst>
            <pc:docMk/>
            <pc:sldMk cId="488082418" sldId="269"/>
            <ac:spMk id="49" creationId="{23C80113-F807-A839-2E24-FADE3B0CED1B}"/>
          </ac:spMkLst>
        </pc:spChg>
        <pc:spChg chg="mod">
          <ac:chgData name="adilton junio" userId="66b3fade76ecdf97" providerId="LiveId" clId="{A46F4E48-C705-44C9-A099-EA6ACF000FB9}" dt="2024-07-16T18:09:29.316" v="397"/>
          <ac:spMkLst>
            <pc:docMk/>
            <pc:sldMk cId="488082418" sldId="269"/>
            <ac:spMk id="50" creationId="{CDD7FCB6-5F78-A9B4-FC2E-E6B0BDA903A3}"/>
          </ac:spMkLst>
        </pc:spChg>
        <pc:spChg chg="mod">
          <ac:chgData name="adilton junio" userId="66b3fade76ecdf97" providerId="LiveId" clId="{A46F4E48-C705-44C9-A099-EA6ACF000FB9}" dt="2024-07-17T20:44:30.349" v="4732" actId="20577"/>
          <ac:spMkLst>
            <pc:docMk/>
            <pc:sldMk cId="488082418" sldId="269"/>
            <ac:spMk id="51" creationId="{F69A3152-00B5-2F7C-B322-DD009CCAF487}"/>
          </ac:spMkLst>
        </pc:spChg>
        <pc:spChg chg="mod">
          <ac:chgData name="adilton junio" userId="66b3fade76ecdf97" providerId="LiveId" clId="{A46F4E48-C705-44C9-A099-EA6ACF000FB9}" dt="2024-07-16T18:09:29.316" v="397"/>
          <ac:spMkLst>
            <pc:docMk/>
            <pc:sldMk cId="488082418" sldId="269"/>
            <ac:spMk id="52" creationId="{4AB1EF8C-FE4A-39C7-0435-9A222CAE4E73}"/>
          </ac:spMkLst>
        </pc:spChg>
        <pc:spChg chg="mod">
          <ac:chgData name="adilton junio" userId="66b3fade76ecdf97" providerId="LiveId" clId="{A46F4E48-C705-44C9-A099-EA6ACF000FB9}" dt="2024-07-16T18:09:29.316" v="397"/>
          <ac:spMkLst>
            <pc:docMk/>
            <pc:sldMk cId="488082418" sldId="269"/>
            <ac:spMk id="53" creationId="{5615AAEC-BE13-E7CE-BAFC-819F3C78D390}"/>
          </ac:spMkLst>
        </pc:spChg>
        <pc:spChg chg="mod">
          <ac:chgData name="adilton junio" userId="66b3fade76ecdf97" providerId="LiveId" clId="{A46F4E48-C705-44C9-A099-EA6ACF000FB9}" dt="2024-07-16T18:09:29.316" v="397"/>
          <ac:spMkLst>
            <pc:docMk/>
            <pc:sldMk cId="488082418" sldId="269"/>
            <ac:spMk id="54" creationId="{8AC7919E-B3FC-0160-44F7-C379A2FFE7AA}"/>
          </ac:spMkLst>
        </pc:spChg>
        <pc:spChg chg="mod">
          <ac:chgData name="adilton junio" userId="66b3fade76ecdf97" providerId="LiveId" clId="{A46F4E48-C705-44C9-A099-EA6ACF000FB9}" dt="2024-07-16T18:09:29.316" v="397"/>
          <ac:spMkLst>
            <pc:docMk/>
            <pc:sldMk cId="488082418" sldId="269"/>
            <ac:spMk id="55" creationId="{7D17BA35-5BC6-31C5-6679-105AF695AAC7}"/>
          </ac:spMkLst>
        </pc:spChg>
        <pc:spChg chg="mod">
          <ac:chgData name="adilton junio" userId="66b3fade76ecdf97" providerId="LiveId" clId="{A46F4E48-C705-44C9-A099-EA6ACF000FB9}" dt="2024-07-16T18:09:29.316" v="397"/>
          <ac:spMkLst>
            <pc:docMk/>
            <pc:sldMk cId="488082418" sldId="269"/>
            <ac:spMk id="56" creationId="{83276700-E4F6-999D-BDCF-30CC12A7D502}"/>
          </ac:spMkLst>
        </pc:spChg>
        <pc:spChg chg="mod">
          <ac:chgData name="adilton junio" userId="66b3fade76ecdf97" providerId="LiveId" clId="{A46F4E48-C705-44C9-A099-EA6ACF000FB9}" dt="2024-07-16T18:09:29.316" v="397"/>
          <ac:spMkLst>
            <pc:docMk/>
            <pc:sldMk cId="488082418" sldId="269"/>
            <ac:spMk id="62" creationId="{46C9E4ED-BEC7-B240-42E9-83EC377DAFAA}"/>
          </ac:spMkLst>
        </pc:spChg>
        <pc:spChg chg="mod">
          <ac:chgData name="adilton junio" userId="66b3fade76ecdf97" providerId="LiveId" clId="{A46F4E48-C705-44C9-A099-EA6ACF000FB9}" dt="2024-07-16T18:09:29.316" v="397"/>
          <ac:spMkLst>
            <pc:docMk/>
            <pc:sldMk cId="488082418" sldId="269"/>
            <ac:spMk id="63" creationId="{4843AE11-D9FA-9752-01FB-CA1FE061A3C0}"/>
          </ac:spMkLst>
        </pc:spChg>
        <pc:spChg chg="mod">
          <ac:chgData name="adilton junio" userId="66b3fade76ecdf97" providerId="LiveId" clId="{A46F4E48-C705-44C9-A099-EA6ACF000FB9}" dt="2024-07-16T18:09:29.316" v="397"/>
          <ac:spMkLst>
            <pc:docMk/>
            <pc:sldMk cId="488082418" sldId="269"/>
            <ac:spMk id="64" creationId="{D49DDF87-1A70-9DD1-E830-44F1724DB5F2}"/>
          </ac:spMkLst>
        </pc:spChg>
        <pc:spChg chg="mod">
          <ac:chgData name="adilton junio" userId="66b3fade76ecdf97" providerId="LiveId" clId="{A46F4E48-C705-44C9-A099-EA6ACF000FB9}" dt="2024-07-16T18:09:29.316" v="397"/>
          <ac:spMkLst>
            <pc:docMk/>
            <pc:sldMk cId="488082418" sldId="269"/>
            <ac:spMk id="65" creationId="{7ADCBB2F-48A4-BC95-E387-BC674585F363}"/>
          </ac:spMkLst>
        </pc:spChg>
        <pc:spChg chg="mod">
          <ac:chgData name="adilton junio" userId="66b3fade76ecdf97" providerId="LiveId" clId="{A46F4E48-C705-44C9-A099-EA6ACF000FB9}" dt="2024-07-16T18:09:29.316" v="397"/>
          <ac:spMkLst>
            <pc:docMk/>
            <pc:sldMk cId="488082418" sldId="269"/>
            <ac:spMk id="66" creationId="{ABB9605C-A33D-49DD-8981-FBD6BB7F5D35}"/>
          </ac:spMkLst>
        </pc:spChg>
        <pc:spChg chg="mod">
          <ac:chgData name="adilton junio" userId="66b3fade76ecdf97" providerId="LiveId" clId="{A46F4E48-C705-44C9-A099-EA6ACF000FB9}" dt="2024-07-16T18:09:29.316" v="397"/>
          <ac:spMkLst>
            <pc:docMk/>
            <pc:sldMk cId="488082418" sldId="269"/>
            <ac:spMk id="67" creationId="{52C07B5F-FB51-234E-4C1F-0CC698EB2EDF}"/>
          </ac:spMkLst>
        </pc:spChg>
        <pc:spChg chg="mod">
          <ac:chgData name="adilton junio" userId="66b3fade76ecdf97" providerId="LiveId" clId="{A46F4E48-C705-44C9-A099-EA6ACF000FB9}" dt="2024-07-16T18:09:29.316" v="397"/>
          <ac:spMkLst>
            <pc:docMk/>
            <pc:sldMk cId="488082418" sldId="269"/>
            <ac:spMk id="71" creationId="{33EE02B0-BA23-356D-41F8-107D32E33D86}"/>
          </ac:spMkLst>
        </pc:spChg>
        <pc:spChg chg="mod">
          <ac:chgData name="adilton junio" userId="66b3fade76ecdf97" providerId="LiveId" clId="{A46F4E48-C705-44C9-A099-EA6ACF000FB9}" dt="2024-07-16T18:09:29.316" v="397"/>
          <ac:spMkLst>
            <pc:docMk/>
            <pc:sldMk cId="488082418" sldId="269"/>
            <ac:spMk id="72" creationId="{772AE97F-0250-3EC9-5DF3-2006BCB37F5C}"/>
          </ac:spMkLst>
        </pc:spChg>
        <pc:spChg chg="mod">
          <ac:chgData name="adilton junio" userId="66b3fade76ecdf97" providerId="LiveId" clId="{A46F4E48-C705-44C9-A099-EA6ACF000FB9}" dt="2024-07-16T18:09:29.316" v="397"/>
          <ac:spMkLst>
            <pc:docMk/>
            <pc:sldMk cId="488082418" sldId="269"/>
            <ac:spMk id="73" creationId="{6DD2A9CA-DBE8-A2A0-3CE5-9F1125D74FCE}"/>
          </ac:spMkLst>
        </pc:spChg>
        <pc:spChg chg="mod">
          <ac:chgData name="adilton junio" userId="66b3fade76ecdf97" providerId="LiveId" clId="{A46F4E48-C705-44C9-A099-EA6ACF000FB9}" dt="2024-07-16T18:09:29.316" v="397"/>
          <ac:spMkLst>
            <pc:docMk/>
            <pc:sldMk cId="488082418" sldId="269"/>
            <ac:spMk id="74" creationId="{700EF7A7-BD70-D51A-4375-DF7F182BBD01}"/>
          </ac:spMkLst>
        </pc:spChg>
        <pc:spChg chg="mod">
          <ac:chgData name="adilton junio" userId="66b3fade76ecdf97" providerId="LiveId" clId="{A46F4E48-C705-44C9-A099-EA6ACF000FB9}" dt="2024-07-16T18:09:29.316" v="397"/>
          <ac:spMkLst>
            <pc:docMk/>
            <pc:sldMk cId="488082418" sldId="269"/>
            <ac:spMk id="75" creationId="{BD79764D-D1E3-1A1D-8733-7F0D3BC0CC89}"/>
          </ac:spMkLst>
        </pc:spChg>
        <pc:spChg chg="mod">
          <ac:chgData name="adilton junio" userId="66b3fade76ecdf97" providerId="LiveId" clId="{A46F4E48-C705-44C9-A099-EA6ACF000FB9}" dt="2024-07-16T18:09:29.316" v="397"/>
          <ac:spMkLst>
            <pc:docMk/>
            <pc:sldMk cId="488082418" sldId="269"/>
            <ac:spMk id="76" creationId="{1DF4BAA2-E0C4-0C1B-3DBA-170A41BD7986}"/>
          </ac:spMkLst>
        </pc:spChg>
        <pc:spChg chg="mod">
          <ac:chgData name="adilton junio" userId="66b3fade76ecdf97" providerId="LiveId" clId="{A46F4E48-C705-44C9-A099-EA6ACF000FB9}" dt="2024-07-16T18:09:29.316" v="397"/>
          <ac:spMkLst>
            <pc:docMk/>
            <pc:sldMk cId="488082418" sldId="269"/>
            <ac:spMk id="77" creationId="{4687FB89-0690-D9C6-FEDC-80182A21F1F8}"/>
          </ac:spMkLst>
        </pc:spChg>
        <pc:spChg chg="mod">
          <ac:chgData name="adilton junio" userId="66b3fade76ecdf97" providerId="LiveId" clId="{A46F4E48-C705-44C9-A099-EA6ACF000FB9}" dt="2024-07-16T18:09:29.316" v="397"/>
          <ac:spMkLst>
            <pc:docMk/>
            <pc:sldMk cId="488082418" sldId="269"/>
            <ac:spMk id="78" creationId="{7DEDEA53-C3E7-70D0-B23C-9272E074F805}"/>
          </ac:spMkLst>
        </pc:spChg>
        <pc:spChg chg="mod">
          <ac:chgData name="adilton junio" userId="66b3fade76ecdf97" providerId="LiveId" clId="{A46F4E48-C705-44C9-A099-EA6ACF000FB9}" dt="2024-07-16T18:09:29.316" v="397"/>
          <ac:spMkLst>
            <pc:docMk/>
            <pc:sldMk cId="488082418" sldId="269"/>
            <ac:spMk id="79" creationId="{86B0708E-38CF-4B6F-FCA3-05BFFA7104D8}"/>
          </ac:spMkLst>
        </pc:spChg>
        <pc:spChg chg="mod">
          <ac:chgData name="adilton junio" userId="66b3fade76ecdf97" providerId="LiveId" clId="{A46F4E48-C705-44C9-A099-EA6ACF000FB9}" dt="2024-07-16T18:09:29.316" v="397"/>
          <ac:spMkLst>
            <pc:docMk/>
            <pc:sldMk cId="488082418" sldId="269"/>
            <ac:spMk id="80" creationId="{99018997-7312-2E66-301B-9CD78364AB2F}"/>
          </ac:spMkLst>
        </pc:spChg>
        <pc:spChg chg="mod">
          <ac:chgData name="adilton junio" userId="66b3fade76ecdf97" providerId="LiveId" clId="{A46F4E48-C705-44C9-A099-EA6ACF000FB9}" dt="2024-07-16T18:09:29.316" v="397"/>
          <ac:spMkLst>
            <pc:docMk/>
            <pc:sldMk cId="488082418" sldId="269"/>
            <ac:spMk id="81" creationId="{982DA735-B387-C331-E003-2664E37E8623}"/>
          </ac:spMkLst>
        </pc:spChg>
        <pc:spChg chg="mod">
          <ac:chgData name="adilton junio" userId="66b3fade76ecdf97" providerId="LiveId" clId="{A46F4E48-C705-44C9-A099-EA6ACF000FB9}" dt="2024-07-16T18:09:29.316" v="397"/>
          <ac:spMkLst>
            <pc:docMk/>
            <pc:sldMk cId="488082418" sldId="269"/>
            <ac:spMk id="82" creationId="{51FC77E0-937E-EA60-698E-B52BB93B2CFA}"/>
          </ac:spMkLst>
        </pc:spChg>
        <pc:spChg chg="mod">
          <ac:chgData name="adilton junio" userId="66b3fade76ecdf97" providerId="LiveId" clId="{A46F4E48-C705-44C9-A099-EA6ACF000FB9}" dt="2024-07-16T18:09:29.316" v="397"/>
          <ac:spMkLst>
            <pc:docMk/>
            <pc:sldMk cId="488082418" sldId="269"/>
            <ac:spMk id="85" creationId="{622B22B7-F3C5-6196-532E-A40CD1212AB8}"/>
          </ac:spMkLst>
        </pc:spChg>
        <pc:spChg chg="mod">
          <ac:chgData name="adilton junio" userId="66b3fade76ecdf97" providerId="LiveId" clId="{A46F4E48-C705-44C9-A099-EA6ACF000FB9}" dt="2024-07-16T18:09:29.316" v="397"/>
          <ac:spMkLst>
            <pc:docMk/>
            <pc:sldMk cId="488082418" sldId="269"/>
            <ac:spMk id="86" creationId="{6F28AD4E-55BD-E158-83DC-CB47A80C2B1E}"/>
          </ac:spMkLst>
        </pc:spChg>
        <pc:spChg chg="mod">
          <ac:chgData name="adilton junio" userId="66b3fade76ecdf97" providerId="LiveId" clId="{A46F4E48-C705-44C9-A099-EA6ACF000FB9}" dt="2024-07-16T18:09:29.316" v="397"/>
          <ac:spMkLst>
            <pc:docMk/>
            <pc:sldMk cId="488082418" sldId="269"/>
            <ac:spMk id="87" creationId="{6CE38F45-C2C2-452C-A6E5-873FFFE19492}"/>
          </ac:spMkLst>
        </pc:spChg>
        <pc:spChg chg="mod topLvl">
          <ac:chgData name="adilton junio" userId="66b3fade76ecdf97" providerId="LiveId" clId="{A46F4E48-C705-44C9-A099-EA6ACF000FB9}" dt="2024-07-17T14:50:25.489" v="1665" actId="165"/>
          <ac:spMkLst>
            <pc:docMk/>
            <pc:sldMk cId="488082418" sldId="269"/>
            <ac:spMk id="92" creationId="{389AD4BA-DE4A-1658-2487-F94C2EEF6666}"/>
          </ac:spMkLst>
        </pc:spChg>
        <pc:spChg chg="mod">
          <ac:chgData name="adilton junio" userId="66b3fade76ecdf97" providerId="LiveId" clId="{A46F4E48-C705-44C9-A099-EA6ACF000FB9}" dt="2024-07-17T18:13:33.667" v="3705" actId="6549"/>
          <ac:spMkLst>
            <pc:docMk/>
            <pc:sldMk cId="488082418" sldId="269"/>
            <ac:spMk id="94" creationId="{D1D8FCDA-4632-6080-1621-67CDF796C564}"/>
          </ac:spMkLst>
        </pc:spChg>
        <pc:grpChg chg="mod">
          <ac:chgData name="adilton junio" userId="66b3fade76ecdf97" providerId="LiveId" clId="{A46F4E48-C705-44C9-A099-EA6ACF000FB9}" dt="2024-07-17T20:44:30.349" v="4732" actId="20577"/>
          <ac:grpSpMkLst>
            <pc:docMk/>
            <pc:sldMk cId="488082418" sldId="269"/>
            <ac:grpSpMk id="13" creationId="{33D1CCA9-C701-8F48-AB0F-762A7BC6A610}"/>
          </ac:grpSpMkLst>
        </pc:grpChg>
        <pc:grpChg chg="add del mod">
          <ac:chgData name="adilton junio" userId="66b3fade76ecdf97" providerId="LiveId" clId="{A46F4E48-C705-44C9-A099-EA6ACF000FB9}" dt="2024-07-17T14:50:25.489" v="1665" actId="165"/>
          <ac:grpSpMkLst>
            <pc:docMk/>
            <pc:sldMk cId="488082418" sldId="269"/>
            <ac:grpSpMk id="14" creationId="{A8AB5EAB-0AC4-0A3B-1E64-7267ACEE3EC3}"/>
          </ac:grpSpMkLst>
        </pc:grpChg>
        <pc:grpChg chg="add mod">
          <ac:chgData name="adilton junio" userId="66b3fade76ecdf97" providerId="LiveId" clId="{A46F4E48-C705-44C9-A099-EA6ACF000FB9}" dt="2024-07-17T20:44:30.349" v="4732" actId="20577"/>
          <ac:grpSpMkLst>
            <pc:docMk/>
            <pc:sldMk cId="488082418" sldId="269"/>
            <ac:grpSpMk id="15" creationId="{7556C963-A053-B59E-3C4E-41069B8691D6}"/>
          </ac:grpSpMkLst>
        </pc:grpChg>
        <pc:grpChg chg="add del mod">
          <ac:chgData name="adilton junio" userId="66b3fade76ecdf97" providerId="LiveId" clId="{A46F4E48-C705-44C9-A099-EA6ACF000FB9}" dt="2024-07-16T18:09:34.897" v="399" actId="21"/>
          <ac:grpSpMkLst>
            <pc:docMk/>
            <pc:sldMk cId="488082418" sldId="269"/>
            <ac:grpSpMk id="23" creationId="{6068577E-2FB3-F014-C6A7-DCBF178530F8}"/>
          </ac:grpSpMkLst>
        </pc:grpChg>
        <pc:grpChg chg="mod">
          <ac:chgData name="adilton junio" userId="66b3fade76ecdf97" providerId="LiveId" clId="{A46F4E48-C705-44C9-A099-EA6ACF000FB9}" dt="2024-07-16T18:09:29.316" v="397"/>
          <ac:grpSpMkLst>
            <pc:docMk/>
            <pc:sldMk cId="488082418" sldId="269"/>
            <ac:grpSpMk id="24" creationId="{168DDC4B-E085-D055-3A01-2A75AEF0F540}"/>
          </ac:grpSpMkLst>
        </pc:grpChg>
        <pc:grpChg chg="add del mod">
          <ac:chgData name="adilton junio" userId="66b3fade76ecdf97" providerId="LiveId" clId="{A46F4E48-C705-44C9-A099-EA6ACF000FB9}" dt="2024-07-17T14:51:36.026" v="1676" actId="478"/>
          <ac:grpSpMkLst>
            <pc:docMk/>
            <pc:sldMk cId="488082418" sldId="269"/>
            <ac:grpSpMk id="24" creationId="{8D00798B-2E58-3690-F5FB-584903977383}"/>
          </ac:grpSpMkLst>
        </pc:grpChg>
        <pc:grpChg chg="mod">
          <ac:chgData name="adilton junio" userId="66b3fade76ecdf97" providerId="LiveId" clId="{A46F4E48-C705-44C9-A099-EA6ACF000FB9}" dt="2024-07-16T18:09:29.316" v="397"/>
          <ac:grpSpMkLst>
            <pc:docMk/>
            <pc:sldMk cId="488082418" sldId="269"/>
            <ac:grpSpMk id="25" creationId="{6BEFE313-B14A-D407-6382-DD66DB533993}"/>
          </ac:grpSpMkLst>
        </pc:grpChg>
        <pc:grpChg chg="mod">
          <ac:chgData name="adilton junio" userId="66b3fade76ecdf97" providerId="LiveId" clId="{A46F4E48-C705-44C9-A099-EA6ACF000FB9}" dt="2024-07-16T18:09:29.316" v="397"/>
          <ac:grpSpMkLst>
            <pc:docMk/>
            <pc:sldMk cId="488082418" sldId="269"/>
            <ac:grpSpMk id="26" creationId="{39E01C4A-DE56-014D-C604-4AF36AE9FE03}"/>
          </ac:grpSpMkLst>
        </pc:grpChg>
        <pc:grpChg chg="mod">
          <ac:chgData name="adilton junio" userId="66b3fade76ecdf97" providerId="LiveId" clId="{A46F4E48-C705-44C9-A099-EA6ACF000FB9}" dt="2024-07-16T18:09:29.316" v="397"/>
          <ac:grpSpMkLst>
            <pc:docMk/>
            <pc:sldMk cId="488082418" sldId="269"/>
            <ac:grpSpMk id="27" creationId="{41091304-8D76-4C76-51D1-909D24952854}"/>
          </ac:grpSpMkLst>
        </pc:grpChg>
        <pc:grpChg chg="mod">
          <ac:chgData name="adilton junio" userId="66b3fade76ecdf97" providerId="LiveId" clId="{A46F4E48-C705-44C9-A099-EA6ACF000FB9}" dt="2024-07-16T18:09:29.316" v="397"/>
          <ac:grpSpMkLst>
            <pc:docMk/>
            <pc:sldMk cId="488082418" sldId="269"/>
            <ac:grpSpMk id="28" creationId="{7D660E8D-787D-A022-9F06-967B1DFF2571}"/>
          </ac:grpSpMkLst>
        </pc:grpChg>
        <pc:grpChg chg="add mod">
          <ac:chgData name="adilton junio" userId="66b3fade76ecdf97" providerId="LiveId" clId="{A46F4E48-C705-44C9-A099-EA6ACF000FB9}" dt="2024-07-17T14:51:36.316" v="1677"/>
          <ac:grpSpMkLst>
            <pc:docMk/>
            <pc:sldMk cId="488082418" sldId="269"/>
            <ac:grpSpMk id="29" creationId="{13074E31-F171-A258-2619-50EFDB2F72CE}"/>
          </ac:grpSpMkLst>
        </pc:grpChg>
        <pc:grpChg chg="mod">
          <ac:chgData name="adilton junio" userId="66b3fade76ecdf97" providerId="LiveId" clId="{A46F4E48-C705-44C9-A099-EA6ACF000FB9}" dt="2024-07-16T18:09:29.316" v="397"/>
          <ac:grpSpMkLst>
            <pc:docMk/>
            <pc:sldMk cId="488082418" sldId="269"/>
            <ac:grpSpMk id="29" creationId="{B250C30A-6CE2-1012-5635-92F7879C2CF1}"/>
          </ac:grpSpMkLst>
        </pc:grpChg>
        <pc:grpChg chg="mod">
          <ac:chgData name="adilton junio" userId="66b3fade76ecdf97" providerId="LiveId" clId="{A46F4E48-C705-44C9-A099-EA6ACF000FB9}" dt="2024-07-16T18:09:29.316" v="397"/>
          <ac:grpSpMkLst>
            <pc:docMk/>
            <pc:sldMk cId="488082418" sldId="269"/>
            <ac:grpSpMk id="30" creationId="{38B9229B-2BCB-DF21-7E6F-132FE24AE70E}"/>
          </ac:grpSpMkLst>
        </pc:grpChg>
        <pc:grpChg chg="mod">
          <ac:chgData name="adilton junio" userId="66b3fade76ecdf97" providerId="LiveId" clId="{A46F4E48-C705-44C9-A099-EA6ACF000FB9}" dt="2024-07-16T18:09:29.316" v="397"/>
          <ac:grpSpMkLst>
            <pc:docMk/>
            <pc:sldMk cId="488082418" sldId="269"/>
            <ac:grpSpMk id="31" creationId="{71B021F0-3D3A-6095-F6CD-9FBA64242535}"/>
          </ac:grpSpMkLst>
        </pc:grpChg>
        <pc:grpChg chg="mod">
          <ac:chgData name="adilton junio" userId="66b3fade76ecdf97" providerId="LiveId" clId="{A46F4E48-C705-44C9-A099-EA6ACF000FB9}" dt="2024-07-16T18:09:29.316" v="397"/>
          <ac:grpSpMkLst>
            <pc:docMk/>
            <pc:sldMk cId="488082418" sldId="269"/>
            <ac:grpSpMk id="32" creationId="{293045BA-99E7-D671-3F8E-E14BB47FA8AA}"/>
          </ac:grpSpMkLst>
        </pc:grpChg>
        <pc:grpChg chg="mod">
          <ac:chgData name="adilton junio" userId="66b3fade76ecdf97" providerId="LiveId" clId="{A46F4E48-C705-44C9-A099-EA6ACF000FB9}" dt="2024-07-16T18:09:29.316" v="397"/>
          <ac:grpSpMkLst>
            <pc:docMk/>
            <pc:sldMk cId="488082418" sldId="269"/>
            <ac:grpSpMk id="33" creationId="{EF5E9994-4109-95EA-F3B9-E6DF3FEE96BA}"/>
          </ac:grpSpMkLst>
        </pc:grpChg>
        <pc:grpChg chg="mod">
          <ac:chgData name="adilton junio" userId="66b3fade76ecdf97" providerId="LiveId" clId="{A46F4E48-C705-44C9-A099-EA6ACF000FB9}" dt="2024-07-16T18:09:29.316" v="397"/>
          <ac:grpSpMkLst>
            <pc:docMk/>
            <pc:sldMk cId="488082418" sldId="269"/>
            <ac:grpSpMk id="34" creationId="{360B3166-D5C9-720C-8445-72519847650E}"/>
          </ac:grpSpMkLst>
        </pc:grpChg>
        <pc:grpChg chg="add mod">
          <ac:chgData name="adilton junio" userId="66b3fade76ecdf97" providerId="LiveId" clId="{A46F4E48-C705-44C9-A099-EA6ACF000FB9}" dt="2024-07-17T20:44:30.349" v="4732" actId="20577"/>
          <ac:grpSpMkLst>
            <pc:docMk/>
            <pc:sldMk cId="488082418" sldId="269"/>
            <ac:grpSpMk id="34" creationId="{F4BFB5B1-5E57-4044-49BD-F47EB8076502}"/>
          </ac:grpSpMkLst>
        </pc:grpChg>
        <pc:grpChg chg="mod">
          <ac:chgData name="adilton junio" userId="66b3fade76ecdf97" providerId="LiveId" clId="{A46F4E48-C705-44C9-A099-EA6ACF000FB9}" dt="2024-07-16T18:09:29.316" v="397"/>
          <ac:grpSpMkLst>
            <pc:docMk/>
            <pc:sldMk cId="488082418" sldId="269"/>
            <ac:grpSpMk id="35" creationId="{B913DE2A-DCE7-BDB8-3D45-8A84A8C4F108}"/>
          </ac:grpSpMkLst>
        </pc:grpChg>
        <pc:grpChg chg="mod">
          <ac:chgData name="adilton junio" userId="66b3fade76ecdf97" providerId="LiveId" clId="{A46F4E48-C705-44C9-A099-EA6ACF000FB9}" dt="2024-07-16T18:09:29.316" v="397"/>
          <ac:grpSpMkLst>
            <pc:docMk/>
            <pc:sldMk cId="488082418" sldId="269"/>
            <ac:grpSpMk id="43" creationId="{451FE359-130F-81AA-C329-76C80F6A4AD3}"/>
          </ac:grpSpMkLst>
        </pc:grpChg>
        <pc:grpChg chg="mod">
          <ac:chgData name="adilton junio" userId="66b3fade76ecdf97" providerId="LiveId" clId="{A46F4E48-C705-44C9-A099-EA6ACF000FB9}" dt="2024-07-16T18:09:29.316" v="397"/>
          <ac:grpSpMkLst>
            <pc:docMk/>
            <pc:sldMk cId="488082418" sldId="269"/>
            <ac:grpSpMk id="44" creationId="{C5831D2D-B59F-AC92-2BD4-F4D435711B40}"/>
          </ac:grpSpMkLst>
        </pc:grpChg>
        <pc:grpChg chg="mod">
          <ac:chgData name="adilton junio" userId="66b3fade76ecdf97" providerId="LiveId" clId="{A46F4E48-C705-44C9-A099-EA6ACF000FB9}" dt="2024-07-16T18:09:29.316" v="397"/>
          <ac:grpSpMkLst>
            <pc:docMk/>
            <pc:sldMk cId="488082418" sldId="269"/>
            <ac:grpSpMk id="45" creationId="{C391C2C3-7034-5A05-3393-B5EE941C856D}"/>
          </ac:grpSpMkLst>
        </pc:grpChg>
        <pc:grpChg chg="mod">
          <ac:chgData name="adilton junio" userId="66b3fade76ecdf97" providerId="LiveId" clId="{A46F4E48-C705-44C9-A099-EA6ACF000FB9}" dt="2024-07-16T18:09:29.316" v="397"/>
          <ac:grpSpMkLst>
            <pc:docMk/>
            <pc:sldMk cId="488082418" sldId="269"/>
            <ac:grpSpMk id="57" creationId="{84A39BD2-2E52-CE94-F777-3E8980F1AD5A}"/>
          </ac:grpSpMkLst>
        </pc:grpChg>
        <pc:grpChg chg="mod">
          <ac:chgData name="adilton junio" userId="66b3fade76ecdf97" providerId="LiveId" clId="{A46F4E48-C705-44C9-A099-EA6ACF000FB9}" dt="2024-07-16T18:09:29.316" v="397"/>
          <ac:grpSpMkLst>
            <pc:docMk/>
            <pc:sldMk cId="488082418" sldId="269"/>
            <ac:grpSpMk id="58" creationId="{EBC53ECE-D9D2-4204-F676-1D740015A584}"/>
          </ac:grpSpMkLst>
        </pc:grpChg>
        <pc:grpChg chg="mod">
          <ac:chgData name="adilton junio" userId="66b3fade76ecdf97" providerId="LiveId" clId="{A46F4E48-C705-44C9-A099-EA6ACF000FB9}" dt="2024-07-16T18:09:29.316" v="397"/>
          <ac:grpSpMkLst>
            <pc:docMk/>
            <pc:sldMk cId="488082418" sldId="269"/>
            <ac:grpSpMk id="59" creationId="{E8B8AEE6-23A8-79CC-232F-B30A93A38D9D}"/>
          </ac:grpSpMkLst>
        </pc:grpChg>
        <pc:grpChg chg="mod">
          <ac:chgData name="adilton junio" userId="66b3fade76ecdf97" providerId="LiveId" clId="{A46F4E48-C705-44C9-A099-EA6ACF000FB9}" dt="2024-07-16T18:09:29.316" v="397"/>
          <ac:grpSpMkLst>
            <pc:docMk/>
            <pc:sldMk cId="488082418" sldId="269"/>
            <ac:grpSpMk id="60" creationId="{0A1D1C32-B085-D113-FACC-BFF3F40101D9}"/>
          </ac:grpSpMkLst>
        </pc:grpChg>
        <pc:grpChg chg="mod">
          <ac:chgData name="adilton junio" userId="66b3fade76ecdf97" providerId="LiveId" clId="{A46F4E48-C705-44C9-A099-EA6ACF000FB9}" dt="2024-07-16T18:09:29.316" v="397"/>
          <ac:grpSpMkLst>
            <pc:docMk/>
            <pc:sldMk cId="488082418" sldId="269"/>
            <ac:grpSpMk id="61" creationId="{32AE42AD-E017-1AAC-B014-F1E1C88B619F}"/>
          </ac:grpSpMkLst>
        </pc:grpChg>
        <pc:grpChg chg="mod">
          <ac:chgData name="adilton junio" userId="66b3fade76ecdf97" providerId="LiveId" clId="{A46F4E48-C705-44C9-A099-EA6ACF000FB9}" dt="2024-07-16T18:09:29.316" v="397"/>
          <ac:grpSpMkLst>
            <pc:docMk/>
            <pc:sldMk cId="488082418" sldId="269"/>
            <ac:grpSpMk id="68" creationId="{1FA733FE-1CBC-4390-83AE-16ED047453B2}"/>
          </ac:grpSpMkLst>
        </pc:grpChg>
        <pc:grpChg chg="mod">
          <ac:chgData name="adilton junio" userId="66b3fade76ecdf97" providerId="LiveId" clId="{A46F4E48-C705-44C9-A099-EA6ACF000FB9}" dt="2024-07-16T18:09:29.316" v="397"/>
          <ac:grpSpMkLst>
            <pc:docMk/>
            <pc:sldMk cId="488082418" sldId="269"/>
            <ac:grpSpMk id="69" creationId="{11E9F967-20AC-8519-A18A-C89703C95000}"/>
          </ac:grpSpMkLst>
        </pc:grpChg>
        <pc:grpChg chg="mod">
          <ac:chgData name="adilton junio" userId="66b3fade76ecdf97" providerId="LiveId" clId="{A46F4E48-C705-44C9-A099-EA6ACF000FB9}" dt="2024-07-16T18:09:29.316" v="397"/>
          <ac:grpSpMkLst>
            <pc:docMk/>
            <pc:sldMk cId="488082418" sldId="269"/>
            <ac:grpSpMk id="70" creationId="{0F51439C-8121-B17D-F18F-7C86338B6D36}"/>
          </ac:grpSpMkLst>
        </pc:grpChg>
        <pc:picChg chg="add del mod">
          <ac:chgData name="adilton junio" userId="66b3fade76ecdf97" providerId="LiveId" clId="{A46F4E48-C705-44C9-A099-EA6ACF000FB9}" dt="2024-07-16T17:50:50.183" v="350" actId="478"/>
          <ac:picMkLst>
            <pc:docMk/>
            <pc:sldMk cId="488082418" sldId="269"/>
            <ac:picMk id="16" creationId="{DC078B00-817E-24CE-8463-F2D3781AEC03}"/>
          </ac:picMkLst>
        </pc:picChg>
        <pc:cxnChg chg="mod">
          <ac:chgData name="adilton junio" userId="66b3fade76ecdf97" providerId="LiveId" clId="{A46F4E48-C705-44C9-A099-EA6ACF000FB9}" dt="2024-07-17T20:44:30.349" v="4732" actId="20577"/>
          <ac:cxnSpMkLst>
            <pc:docMk/>
            <pc:sldMk cId="488082418" sldId="269"/>
            <ac:cxnSpMk id="2" creationId="{F029EF53-C5A2-C3CA-453D-3BA24274A7BE}"/>
          </ac:cxnSpMkLst>
        </pc:cxnChg>
        <pc:cxnChg chg="mod">
          <ac:chgData name="adilton junio" userId="66b3fade76ecdf97" providerId="LiveId" clId="{A46F4E48-C705-44C9-A099-EA6ACF000FB9}" dt="2024-07-17T20:44:30.349" v="4732" actId="20577"/>
          <ac:cxnSpMkLst>
            <pc:docMk/>
            <pc:sldMk cId="488082418" sldId="269"/>
            <ac:cxnSpMk id="3" creationId="{F0AF39B9-F471-9A1B-89DE-97EA4078C2C5}"/>
          </ac:cxnSpMkLst>
        </pc:cxnChg>
        <pc:cxnChg chg="mod">
          <ac:chgData name="adilton junio" userId="66b3fade76ecdf97" providerId="LiveId" clId="{A46F4E48-C705-44C9-A099-EA6ACF000FB9}" dt="2024-07-17T20:44:30.349" v="4732" actId="20577"/>
          <ac:cxnSpMkLst>
            <pc:docMk/>
            <pc:sldMk cId="488082418" sldId="269"/>
            <ac:cxnSpMk id="16" creationId="{E3A528D2-BB9D-3C47-B4C3-6FBD427AC634}"/>
          </ac:cxnSpMkLst>
        </pc:cxnChg>
        <pc:cxnChg chg="mod">
          <ac:chgData name="adilton junio" userId="66b3fade76ecdf97" providerId="LiveId" clId="{A46F4E48-C705-44C9-A099-EA6ACF000FB9}" dt="2024-07-16T18:09:29.316" v="397"/>
          <ac:cxnSpMkLst>
            <pc:docMk/>
            <pc:sldMk cId="488082418" sldId="269"/>
            <ac:cxnSpMk id="83" creationId="{29BACBC2-A9C9-49A1-3EBE-A6BB117842D8}"/>
          </ac:cxnSpMkLst>
        </pc:cxnChg>
        <pc:cxnChg chg="mod">
          <ac:chgData name="adilton junio" userId="66b3fade76ecdf97" providerId="LiveId" clId="{A46F4E48-C705-44C9-A099-EA6ACF000FB9}" dt="2024-07-16T18:09:29.316" v="397"/>
          <ac:cxnSpMkLst>
            <pc:docMk/>
            <pc:sldMk cId="488082418" sldId="269"/>
            <ac:cxnSpMk id="84" creationId="{AEA365C5-49B6-5F94-4BC5-985FD89AC779}"/>
          </ac:cxnSpMkLst>
        </pc:cxnChg>
      </pc:sldChg>
      <pc:sldChg chg="modSp add mod ord">
        <pc:chgData name="adilton junio" userId="66b3fade76ecdf97" providerId="LiveId" clId="{A46F4E48-C705-44C9-A099-EA6ACF000FB9}" dt="2024-07-17T18:12:09.207" v="3669" actId="20577"/>
        <pc:sldMkLst>
          <pc:docMk/>
          <pc:sldMk cId="2475942690" sldId="270"/>
        </pc:sldMkLst>
        <pc:spChg chg="mod">
          <ac:chgData name="adilton junio" userId="66b3fade76ecdf97" providerId="LiveId" clId="{A46F4E48-C705-44C9-A099-EA6ACF000FB9}" dt="2024-07-16T17:35:16.297" v="6" actId="20577"/>
          <ac:spMkLst>
            <pc:docMk/>
            <pc:sldMk cId="2475942690" sldId="270"/>
            <ac:spMk id="92" creationId="{389AD4BA-DE4A-1658-2487-F94C2EEF6666}"/>
          </ac:spMkLst>
        </pc:spChg>
        <pc:spChg chg="mod">
          <ac:chgData name="adilton junio" userId="66b3fade76ecdf97" providerId="LiveId" clId="{A46F4E48-C705-44C9-A099-EA6ACF000FB9}" dt="2024-07-17T18:12:09.207" v="3669" actId="20577"/>
          <ac:spMkLst>
            <pc:docMk/>
            <pc:sldMk cId="2475942690" sldId="270"/>
            <ac:spMk id="94" creationId="{D1D8FCDA-4632-6080-1621-67CDF796C564}"/>
          </ac:spMkLst>
        </pc:spChg>
      </pc:sldChg>
      <pc:sldChg chg="addSp delSp modSp add mod ord">
        <pc:chgData name="adilton junio" userId="66b3fade76ecdf97" providerId="LiveId" clId="{A46F4E48-C705-44C9-A099-EA6ACF000FB9}" dt="2024-07-17T18:52:08.134" v="4037" actId="14100"/>
        <pc:sldMkLst>
          <pc:docMk/>
          <pc:sldMk cId="2338904911" sldId="271"/>
        </pc:sldMkLst>
        <pc:spChg chg="add del mod">
          <ac:chgData name="adilton junio" userId="66b3fade76ecdf97" providerId="LiveId" clId="{A46F4E48-C705-44C9-A099-EA6ACF000FB9}" dt="2024-07-17T13:39:08.136" v="1026" actId="478"/>
          <ac:spMkLst>
            <pc:docMk/>
            <pc:sldMk cId="2338904911" sldId="271"/>
            <ac:spMk id="2" creationId="{FE2F456D-615C-8BF7-CD26-FF9130981888}"/>
          </ac:spMkLst>
        </pc:spChg>
        <pc:spChg chg="add mod">
          <ac:chgData name="adilton junio" userId="66b3fade76ecdf97" providerId="LiveId" clId="{A46F4E48-C705-44C9-A099-EA6ACF000FB9}" dt="2024-07-17T13:44:51.548" v="1078" actId="6549"/>
          <ac:spMkLst>
            <pc:docMk/>
            <pc:sldMk cId="2338904911" sldId="271"/>
            <ac:spMk id="3" creationId="{13F9C8CD-445A-6FC1-D186-6C08122544F0}"/>
          </ac:spMkLst>
        </pc:spChg>
        <pc:spChg chg="add mod">
          <ac:chgData name="adilton junio" userId="66b3fade76ecdf97" providerId="LiveId" clId="{A46F4E48-C705-44C9-A099-EA6ACF000FB9}" dt="2024-07-17T15:58:49.488" v="2440" actId="404"/>
          <ac:spMkLst>
            <pc:docMk/>
            <pc:sldMk cId="2338904911" sldId="271"/>
            <ac:spMk id="5" creationId="{0E64F467-1CBD-0D40-C04E-6A79E9334EF1}"/>
          </ac:spMkLst>
        </pc:spChg>
        <pc:spChg chg="add mod topLvl">
          <ac:chgData name="adilton junio" userId="66b3fade76ecdf97" providerId="LiveId" clId="{A46F4E48-C705-44C9-A099-EA6ACF000FB9}" dt="2024-07-17T18:52:02.019" v="4035" actId="165"/>
          <ac:spMkLst>
            <pc:docMk/>
            <pc:sldMk cId="2338904911" sldId="271"/>
            <ac:spMk id="7" creationId="{BFA81BDE-7ADF-C7A3-01F4-C3EFE2D337C7}"/>
          </ac:spMkLst>
        </pc:spChg>
        <pc:spChg chg="del mod topLvl">
          <ac:chgData name="adilton junio" userId="66b3fade76ecdf97" providerId="LiveId" clId="{A46F4E48-C705-44C9-A099-EA6ACF000FB9}" dt="2024-07-17T14:51:53.367" v="1682" actId="478"/>
          <ac:spMkLst>
            <pc:docMk/>
            <pc:sldMk cId="2338904911" sldId="271"/>
            <ac:spMk id="10" creationId="{48165E74-21D8-345C-6B13-50560A9DC298}"/>
          </ac:spMkLst>
        </pc:spChg>
        <pc:spChg chg="add mod">
          <ac:chgData name="adilton junio" userId="66b3fade76ecdf97" providerId="LiveId" clId="{A46F4E48-C705-44C9-A099-EA6ACF000FB9}" dt="2024-07-17T16:00:43.996" v="2468" actId="14100"/>
          <ac:spMkLst>
            <pc:docMk/>
            <pc:sldMk cId="2338904911" sldId="271"/>
            <ac:spMk id="11" creationId="{D9C0E3F8-72FE-E9CE-67CD-95E09FB8EFB1}"/>
          </ac:spMkLst>
        </pc:spChg>
        <pc:spChg chg="mod">
          <ac:chgData name="adilton junio" userId="66b3fade76ecdf97" providerId="LiveId" clId="{A46F4E48-C705-44C9-A099-EA6ACF000FB9}" dt="2024-07-17T14:51:54.228" v="1683"/>
          <ac:spMkLst>
            <pc:docMk/>
            <pc:sldMk cId="2338904911" sldId="271"/>
            <ac:spMk id="15" creationId="{90543D0C-D6C7-C45D-B036-7A7A95357EAF}"/>
          </ac:spMkLst>
        </pc:spChg>
        <pc:spChg chg="mod">
          <ac:chgData name="adilton junio" userId="66b3fade76ecdf97" providerId="LiveId" clId="{A46F4E48-C705-44C9-A099-EA6ACF000FB9}" dt="2024-07-16T18:09:18.018" v="395"/>
          <ac:spMkLst>
            <pc:docMk/>
            <pc:sldMk cId="2338904911" sldId="271"/>
            <ac:spMk id="16" creationId="{7E5ACB6E-6C91-B13E-B645-C8B9FA633E69}"/>
          </ac:spMkLst>
        </pc:spChg>
        <pc:spChg chg="mod">
          <ac:chgData name="adilton junio" userId="66b3fade76ecdf97" providerId="LiveId" clId="{A46F4E48-C705-44C9-A099-EA6ACF000FB9}" dt="2024-07-17T14:51:54.228" v="1683"/>
          <ac:spMkLst>
            <pc:docMk/>
            <pc:sldMk cId="2338904911" sldId="271"/>
            <ac:spMk id="16" creationId="{848CDAC0-23C3-4C0E-2F62-5444AA778E7B}"/>
          </ac:spMkLst>
        </pc:spChg>
        <pc:spChg chg="del">
          <ac:chgData name="adilton junio" userId="66b3fade76ecdf97" providerId="LiveId" clId="{A46F4E48-C705-44C9-A099-EA6ACF000FB9}" dt="2024-07-16T18:15:34.739" v="486" actId="478"/>
          <ac:spMkLst>
            <pc:docMk/>
            <pc:sldMk cId="2338904911" sldId="271"/>
            <ac:spMk id="17" creationId="{C5678170-CA2D-8AB7-0A6B-835769EDCC0C}"/>
          </ac:spMkLst>
        </pc:spChg>
        <pc:spChg chg="mod">
          <ac:chgData name="adilton junio" userId="66b3fade76ecdf97" providerId="LiveId" clId="{A46F4E48-C705-44C9-A099-EA6ACF000FB9}" dt="2024-07-17T18:26:50.808" v="3709" actId="20577"/>
          <ac:spMkLst>
            <pc:docMk/>
            <pc:sldMk cId="2338904911" sldId="271"/>
            <ac:spMk id="17" creationId="{F660A0E0-E106-B903-FD50-134EAA98734D}"/>
          </ac:spMkLst>
        </pc:spChg>
        <pc:spChg chg="del">
          <ac:chgData name="adilton junio" userId="66b3fade76ecdf97" providerId="LiveId" clId="{A46F4E48-C705-44C9-A099-EA6ACF000FB9}" dt="2024-07-16T18:15:37.684" v="487" actId="478"/>
          <ac:spMkLst>
            <pc:docMk/>
            <pc:sldMk cId="2338904911" sldId="271"/>
            <ac:spMk id="18" creationId="{55254BAB-9DE3-54E5-C42C-F5DBAE4432FF}"/>
          </ac:spMkLst>
        </pc:spChg>
        <pc:spChg chg="mod">
          <ac:chgData name="adilton junio" userId="66b3fade76ecdf97" providerId="LiveId" clId="{A46F4E48-C705-44C9-A099-EA6ACF000FB9}" dt="2024-07-17T14:51:54.228" v="1683"/>
          <ac:spMkLst>
            <pc:docMk/>
            <pc:sldMk cId="2338904911" sldId="271"/>
            <ac:spMk id="18" creationId="{B671CFFD-6A37-A11F-F538-5BF8180B4DAC}"/>
          </ac:spMkLst>
        </pc:spChg>
        <pc:spChg chg="del">
          <ac:chgData name="adilton junio" userId="66b3fade76ecdf97" providerId="LiveId" clId="{A46F4E48-C705-44C9-A099-EA6ACF000FB9}" dt="2024-07-16T18:15:41.325" v="488" actId="478"/>
          <ac:spMkLst>
            <pc:docMk/>
            <pc:sldMk cId="2338904911" sldId="271"/>
            <ac:spMk id="19" creationId="{839CBF87-0713-E3FD-6F4E-E3F16CE31027}"/>
          </ac:spMkLst>
        </pc:spChg>
        <pc:spChg chg="del mod">
          <ac:chgData name="adilton junio" userId="66b3fade76ecdf97" providerId="LiveId" clId="{A46F4E48-C705-44C9-A099-EA6ACF000FB9}" dt="2024-07-16T18:31:09.929" v="609" actId="478"/>
          <ac:spMkLst>
            <pc:docMk/>
            <pc:sldMk cId="2338904911" sldId="271"/>
            <ac:spMk id="20" creationId="{5FE0C7CC-AE87-FA0E-B84D-749F9AD42BB8}"/>
          </ac:spMkLst>
        </pc:spChg>
        <pc:spChg chg="del mod">
          <ac:chgData name="adilton junio" userId="66b3fade76ecdf97" providerId="LiveId" clId="{A46F4E48-C705-44C9-A099-EA6ACF000FB9}" dt="2024-07-16T18:31:09.929" v="609" actId="478"/>
          <ac:spMkLst>
            <pc:docMk/>
            <pc:sldMk cId="2338904911" sldId="271"/>
            <ac:spMk id="21" creationId="{92A8F3F1-BF54-4A8F-5B07-7B0AB07EE379}"/>
          </ac:spMkLst>
        </pc:spChg>
        <pc:spChg chg="mod">
          <ac:chgData name="adilton junio" userId="66b3fade76ecdf97" providerId="LiveId" clId="{A46F4E48-C705-44C9-A099-EA6ACF000FB9}" dt="2024-07-16T18:10:56.401" v="417" actId="20577"/>
          <ac:spMkLst>
            <pc:docMk/>
            <pc:sldMk cId="2338904911" sldId="271"/>
            <ac:spMk id="22" creationId="{49077367-370F-EE24-E168-4960C19983BE}"/>
          </ac:spMkLst>
        </pc:spChg>
        <pc:spChg chg="mod">
          <ac:chgData name="adilton junio" userId="66b3fade76ecdf97" providerId="LiveId" clId="{A46F4E48-C705-44C9-A099-EA6ACF000FB9}" dt="2024-07-16T18:09:18.018" v="395"/>
          <ac:spMkLst>
            <pc:docMk/>
            <pc:sldMk cId="2338904911" sldId="271"/>
            <ac:spMk id="23" creationId="{4CF98A62-DF83-D8B9-C0FB-7AD06507AEC6}"/>
          </ac:spMkLst>
        </pc:spChg>
        <pc:spChg chg="mod">
          <ac:chgData name="adilton junio" userId="66b3fade76ecdf97" providerId="LiveId" clId="{A46F4E48-C705-44C9-A099-EA6ACF000FB9}" dt="2024-07-16T18:09:18.018" v="395"/>
          <ac:spMkLst>
            <pc:docMk/>
            <pc:sldMk cId="2338904911" sldId="271"/>
            <ac:spMk id="26" creationId="{FE0E06C9-9232-78E8-3B1C-5C4EB1B484AC}"/>
          </ac:spMkLst>
        </pc:spChg>
        <pc:spChg chg="mod">
          <ac:chgData name="adilton junio" userId="66b3fade76ecdf97" providerId="LiveId" clId="{A46F4E48-C705-44C9-A099-EA6ACF000FB9}" dt="2024-07-16T18:09:18.018" v="395"/>
          <ac:spMkLst>
            <pc:docMk/>
            <pc:sldMk cId="2338904911" sldId="271"/>
            <ac:spMk id="27" creationId="{66F6D751-825C-948C-71F3-CC46F55AC2C4}"/>
          </ac:spMkLst>
        </pc:spChg>
        <pc:spChg chg="mod">
          <ac:chgData name="adilton junio" userId="66b3fade76ecdf97" providerId="LiveId" clId="{A46F4E48-C705-44C9-A099-EA6ACF000FB9}" dt="2024-07-16T18:09:18.018" v="395"/>
          <ac:spMkLst>
            <pc:docMk/>
            <pc:sldMk cId="2338904911" sldId="271"/>
            <ac:spMk id="28" creationId="{501B9029-9305-A5F7-B15C-1D1EF7945BEB}"/>
          </ac:spMkLst>
        </pc:spChg>
        <pc:spChg chg="mod">
          <ac:chgData name="adilton junio" userId="66b3fade76ecdf97" providerId="LiveId" clId="{A46F4E48-C705-44C9-A099-EA6ACF000FB9}" dt="2024-07-16T18:20:21.055" v="576" actId="571"/>
          <ac:spMkLst>
            <pc:docMk/>
            <pc:sldMk cId="2338904911" sldId="271"/>
            <ac:spMk id="43" creationId="{FF27E0E9-B02B-46FD-0695-A204C59D6BFA}"/>
          </ac:spMkLst>
        </pc:spChg>
        <pc:spChg chg="mod">
          <ac:chgData name="adilton junio" userId="66b3fade76ecdf97" providerId="LiveId" clId="{A46F4E48-C705-44C9-A099-EA6ACF000FB9}" dt="2024-07-16T18:20:21.055" v="576" actId="571"/>
          <ac:spMkLst>
            <pc:docMk/>
            <pc:sldMk cId="2338904911" sldId="271"/>
            <ac:spMk id="44" creationId="{1DAE727E-37DF-0F20-A7AC-41B329D9DA10}"/>
          </ac:spMkLst>
        </pc:spChg>
        <pc:spChg chg="mod">
          <ac:chgData name="adilton junio" userId="66b3fade76ecdf97" providerId="LiveId" clId="{A46F4E48-C705-44C9-A099-EA6ACF000FB9}" dt="2024-07-16T18:20:21.055" v="576" actId="571"/>
          <ac:spMkLst>
            <pc:docMk/>
            <pc:sldMk cId="2338904911" sldId="271"/>
            <ac:spMk id="45" creationId="{6F5665FA-86DB-F885-66BB-3C32C3670AD1}"/>
          </ac:spMkLst>
        </pc:spChg>
        <pc:spChg chg="mod">
          <ac:chgData name="adilton junio" userId="66b3fade76ecdf97" providerId="LiveId" clId="{A46F4E48-C705-44C9-A099-EA6ACF000FB9}" dt="2024-07-16T18:20:21.055" v="576" actId="571"/>
          <ac:spMkLst>
            <pc:docMk/>
            <pc:sldMk cId="2338904911" sldId="271"/>
            <ac:spMk id="46" creationId="{CF7C7C56-BEA9-5467-8B46-02F39C810BF9}"/>
          </ac:spMkLst>
        </pc:spChg>
        <pc:spChg chg="mod">
          <ac:chgData name="adilton junio" userId="66b3fade76ecdf97" providerId="LiveId" clId="{A46F4E48-C705-44C9-A099-EA6ACF000FB9}" dt="2024-07-16T18:20:21.055" v="576" actId="571"/>
          <ac:spMkLst>
            <pc:docMk/>
            <pc:sldMk cId="2338904911" sldId="271"/>
            <ac:spMk id="47" creationId="{C62FDDFF-C701-E04F-FFFD-3FF4C1A4080E}"/>
          </ac:spMkLst>
        </pc:spChg>
        <pc:spChg chg="mod">
          <ac:chgData name="adilton junio" userId="66b3fade76ecdf97" providerId="LiveId" clId="{A46F4E48-C705-44C9-A099-EA6ACF000FB9}" dt="2024-07-16T18:20:21.055" v="576" actId="571"/>
          <ac:spMkLst>
            <pc:docMk/>
            <pc:sldMk cId="2338904911" sldId="271"/>
            <ac:spMk id="48" creationId="{B8D5300A-F935-9502-6A83-1BCA20036A5A}"/>
          </ac:spMkLst>
        </pc:spChg>
        <pc:spChg chg="mod">
          <ac:chgData name="adilton junio" userId="66b3fade76ecdf97" providerId="LiveId" clId="{A46F4E48-C705-44C9-A099-EA6ACF000FB9}" dt="2024-07-16T18:20:21.055" v="576" actId="571"/>
          <ac:spMkLst>
            <pc:docMk/>
            <pc:sldMk cId="2338904911" sldId="271"/>
            <ac:spMk id="53" creationId="{928DCBBC-8B34-7DF2-3AFE-0762DF92FB49}"/>
          </ac:spMkLst>
        </pc:spChg>
        <pc:spChg chg="mod">
          <ac:chgData name="adilton junio" userId="66b3fade76ecdf97" providerId="LiveId" clId="{A46F4E48-C705-44C9-A099-EA6ACF000FB9}" dt="2024-07-16T18:20:21.055" v="576" actId="571"/>
          <ac:spMkLst>
            <pc:docMk/>
            <pc:sldMk cId="2338904911" sldId="271"/>
            <ac:spMk id="54" creationId="{B74A0118-4CDC-520B-026A-25330566F5F0}"/>
          </ac:spMkLst>
        </pc:spChg>
        <pc:spChg chg="mod">
          <ac:chgData name="adilton junio" userId="66b3fade76ecdf97" providerId="LiveId" clId="{A46F4E48-C705-44C9-A099-EA6ACF000FB9}" dt="2024-07-16T18:20:21.055" v="576" actId="571"/>
          <ac:spMkLst>
            <pc:docMk/>
            <pc:sldMk cId="2338904911" sldId="271"/>
            <ac:spMk id="55" creationId="{AF4C0FDB-1C12-71C9-5200-D40FD3AE6DAF}"/>
          </ac:spMkLst>
        </pc:spChg>
        <pc:spChg chg="mod">
          <ac:chgData name="adilton junio" userId="66b3fade76ecdf97" providerId="LiveId" clId="{A46F4E48-C705-44C9-A099-EA6ACF000FB9}" dt="2024-07-16T18:20:21.055" v="576" actId="571"/>
          <ac:spMkLst>
            <pc:docMk/>
            <pc:sldMk cId="2338904911" sldId="271"/>
            <ac:spMk id="56" creationId="{23C80113-F807-A839-2E24-FADE3B0CED1B}"/>
          </ac:spMkLst>
        </pc:spChg>
        <pc:spChg chg="mod">
          <ac:chgData name="adilton junio" userId="66b3fade76ecdf97" providerId="LiveId" clId="{A46F4E48-C705-44C9-A099-EA6ACF000FB9}" dt="2024-07-16T18:20:21.055" v="576" actId="571"/>
          <ac:spMkLst>
            <pc:docMk/>
            <pc:sldMk cId="2338904911" sldId="271"/>
            <ac:spMk id="57" creationId="{CDD7FCB6-5F78-A9B4-FC2E-E6B0BDA903A3}"/>
          </ac:spMkLst>
        </pc:spChg>
        <pc:spChg chg="mod">
          <ac:chgData name="adilton junio" userId="66b3fade76ecdf97" providerId="LiveId" clId="{A46F4E48-C705-44C9-A099-EA6ACF000FB9}" dt="2024-07-16T18:20:21.055" v="576" actId="571"/>
          <ac:spMkLst>
            <pc:docMk/>
            <pc:sldMk cId="2338904911" sldId="271"/>
            <ac:spMk id="58" creationId="{4AB1EF8C-FE4A-39C7-0435-9A222CAE4E73}"/>
          </ac:spMkLst>
        </pc:spChg>
        <pc:spChg chg="mod">
          <ac:chgData name="adilton junio" userId="66b3fade76ecdf97" providerId="LiveId" clId="{A46F4E48-C705-44C9-A099-EA6ACF000FB9}" dt="2024-07-16T18:20:21.055" v="576" actId="571"/>
          <ac:spMkLst>
            <pc:docMk/>
            <pc:sldMk cId="2338904911" sldId="271"/>
            <ac:spMk id="59" creationId="{5615AAEC-BE13-E7CE-BAFC-819F3C78D390}"/>
          </ac:spMkLst>
        </pc:spChg>
        <pc:spChg chg="mod">
          <ac:chgData name="adilton junio" userId="66b3fade76ecdf97" providerId="LiveId" clId="{A46F4E48-C705-44C9-A099-EA6ACF000FB9}" dt="2024-07-16T18:20:21.055" v="576" actId="571"/>
          <ac:spMkLst>
            <pc:docMk/>
            <pc:sldMk cId="2338904911" sldId="271"/>
            <ac:spMk id="60" creationId="{8AC7919E-B3FC-0160-44F7-C379A2FFE7AA}"/>
          </ac:spMkLst>
        </pc:spChg>
        <pc:spChg chg="mod">
          <ac:chgData name="adilton junio" userId="66b3fade76ecdf97" providerId="LiveId" clId="{A46F4E48-C705-44C9-A099-EA6ACF000FB9}" dt="2024-07-16T18:20:21.055" v="576" actId="571"/>
          <ac:spMkLst>
            <pc:docMk/>
            <pc:sldMk cId="2338904911" sldId="271"/>
            <ac:spMk id="61" creationId="{7D17BA35-5BC6-31C5-6679-105AF695AAC7}"/>
          </ac:spMkLst>
        </pc:spChg>
        <pc:spChg chg="mod">
          <ac:chgData name="adilton junio" userId="66b3fade76ecdf97" providerId="LiveId" clId="{A46F4E48-C705-44C9-A099-EA6ACF000FB9}" dt="2024-07-16T18:20:21.055" v="576" actId="571"/>
          <ac:spMkLst>
            <pc:docMk/>
            <pc:sldMk cId="2338904911" sldId="271"/>
            <ac:spMk id="62" creationId="{83276700-E4F6-999D-BDCF-30CC12A7D502}"/>
          </ac:spMkLst>
        </pc:spChg>
        <pc:spChg chg="mod">
          <ac:chgData name="adilton junio" userId="66b3fade76ecdf97" providerId="LiveId" clId="{A46F4E48-C705-44C9-A099-EA6ACF000FB9}" dt="2024-07-16T18:20:21.055" v="576" actId="571"/>
          <ac:spMkLst>
            <pc:docMk/>
            <pc:sldMk cId="2338904911" sldId="271"/>
            <ac:spMk id="68" creationId="{46C9E4ED-BEC7-B240-42E9-83EC377DAFAA}"/>
          </ac:spMkLst>
        </pc:spChg>
        <pc:spChg chg="mod">
          <ac:chgData name="adilton junio" userId="66b3fade76ecdf97" providerId="LiveId" clId="{A46F4E48-C705-44C9-A099-EA6ACF000FB9}" dt="2024-07-16T18:20:21.055" v="576" actId="571"/>
          <ac:spMkLst>
            <pc:docMk/>
            <pc:sldMk cId="2338904911" sldId="271"/>
            <ac:spMk id="69" creationId="{4843AE11-D9FA-9752-01FB-CA1FE061A3C0}"/>
          </ac:spMkLst>
        </pc:spChg>
        <pc:spChg chg="mod">
          <ac:chgData name="adilton junio" userId="66b3fade76ecdf97" providerId="LiveId" clId="{A46F4E48-C705-44C9-A099-EA6ACF000FB9}" dt="2024-07-16T18:20:21.055" v="576" actId="571"/>
          <ac:spMkLst>
            <pc:docMk/>
            <pc:sldMk cId="2338904911" sldId="271"/>
            <ac:spMk id="70" creationId="{D49DDF87-1A70-9DD1-E830-44F1724DB5F2}"/>
          </ac:spMkLst>
        </pc:spChg>
        <pc:spChg chg="mod">
          <ac:chgData name="adilton junio" userId="66b3fade76ecdf97" providerId="LiveId" clId="{A46F4E48-C705-44C9-A099-EA6ACF000FB9}" dt="2024-07-16T18:20:21.055" v="576" actId="571"/>
          <ac:spMkLst>
            <pc:docMk/>
            <pc:sldMk cId="2338904911" sldId="271"/>
            <ac:spMk id="71" creationId="{7ADCBB2F-48A4-BC95-E387-BC674585F363}"/>
          </ac:spMkLst>
        </pc:spChg>
        <pc:spChg chg="mod">
          <ac:chgData name="adilton junio" userId="66b3fade76ecdf97" providerId="LiveId" clId="{A46F4E48-C705-44C9-A099-EA6ACF000FB9}" dt="2024-07-16T18:20:21.055" v="576" actId="571"/>
          <ac:spMkLst>
            <pc:docMk/>
            <pc:sldMk cId="2338904911" sldId="271"/>
            <ac:spMk id="72" creationId="{ABB9605C-A33D-49DD-8981-FBD6BB7F5D35}"/>
          </ac:spMkLst>
        </pc:spChg>
        <pc:spChg chg="mod">
          <ac:chgData name="adilton junio" userId="66b3fade76ecdf97" providerId="LiveId" clId="{A46F4E48-C705-44C9-A099-EA6ACF000FB9}" dt="2024-07-16T18:20:21.055" v="576" actId="571"/>
          <ac:spMkLst>
            <pc:docMk/>
            <pc:sldMk cId="2338904911" sldId="271"/>
            <ac:spMk id="73" creationId="{52C07B5F-FB51-234E-4C1F-0CC698EB2EDF}"/>
          </ac:spMkLst>
        </pc:spChg>
        <pc:spChg chg="mod">
          <ac:chgData name="adilton junio" userId="66b3fade76ecdf97" providerId="LiveId" clId="{A46F4E48-C705-44C9-A099-EA6ACF000FB9}" dt="2024-07-16T18:20:21.055" v="576" actId="571"/>
          <ac:spMkLst>
            <pc:docMk/>
            <pc:sldMk cId="2338904911" sldId="271"/>
            <ac:spMk id="77" creationId="{33EE02B0-BA23-356D-41F8-107D32E33D86}"/>
          </ac:spMkLst>
        </pc:spChg>
        <pc:spChg chg="mod">
          <ac:chgData name="adilton junio" userId="66b3fade76ecdf97" providerId="LiveId" clId="{A46F4E48-C705-44C9-A099-EA6ACF000FB9}" dt="2024-07-16T18:20:21.055" v="576" actId="571"/>
          <ac:spMkLst>
            <pc:docMk/>
            <pc:sldMk cId="2338904911" sldId="271"/>
            <ac:spMk id="78" creationId="{772AE97F-0250-3EC9-5DF3-2006BCB37F5C}"/>
          </ac:spMkLst>
        </pc:spChg>
        <pc:spChg chg="mod">
          <ac:chgData name="adilton junio" userId="66b3fade76ecdf97" providerId="LiveId" clId="{A46F4E48-C705-44C9-A099-EA6ACF000FB9}" dt="2024-07-16T18:20:21.055" v="576" actId="571"/>
          <ac:spMkLst>
            <pc:docMk/>
            <pc:sldMk cId="2338904911" sldId="271"/>
            <ac:spMk id="79" creationId="{6DD2A9CA-DBE8-A2A0-3CE5-9F1125D74FCE}"/>
          </ac:spMkLst>
        </pc:spChg>
        <pc:spChg chg="mod">
          <ac:chgData name="adilton junio" userId="66b3fade76ecdf97" providerId="LiveId" clId="{A46F4E48-C705-44C9-A099-EA6ACF000FB9}" dt="2024-07-16T18:20:21.055" v="576" actId="571"/>
          <ac:spMkLst>
            <pc:docMk/>
            <pc:sldMk cId="2338904911" sldId="271"/>
            <ac:spMk id="80" creationId="{700EF7A7-BD70-D51A-4375-DF7F182BBD01}"/>
          </ac:spMkLst>
        </pc:spChg>
        <pc:spChg chg="mod">
          <ac:chgData name="adilton junio" userId="66b3fade76ecdf97" providerId="LiveId" clId="{A46F4E48-C705-44C9-A099-EA6ACF000FB9}" dt="2024-07-16T18:20:21.055" v="576" actId="571"/>
          <ac:spMkLst>
            <pc:docMk/>
            <pc:sldMk cId="2338904911" sldId="271"/>
            <ac:spMk id="81" creationId="{BD79764D-D1E3-1A1D-8733-7F0D3BC0CC89}"/>
          </ac:spMkLst>
        </pc:spChg>
        <pc:spChg chg="mod">
          <ac:chgData name="adilton junio" userId="66b3fade76ecdf97" providerId="LiveId" clId="{A46F4E48-C705-44C9-A099-EA6ACF000FB9}" dt="2024-07-16T18:20:21.055" v="576" actId="571"/>
          <ac:spMkLst>
            <pc:docMk/>
            <pc:sldMk cId="2338904911" sldId="271"/>
            <ac:spMk id="82" creationId="{1DF4BAA2-E0C4-0C1B-3DBA-170A41BD7986}"/>
          </ac:spMkLst>
        </pc:spChg>
        <pc:spChg chg="mod">
          <ac:chgData name="adilton junio" userId="66b3fade76ecdf97" providerId="LiveId" clId="{A46F4E48-C705-44C9-A099-EA6ACF000FB9}" dt="2024-07-16T18:20:21.055" v="576" actId="571"/>
          <ac:spMkLst>
            <pc:docMk/>
            <pc:sldMk cId="2338904911" sldId="271"/>
            <ac:spMk id="83" creationId="{4687FB89-0690-D9C6-FEDC-80182A21F1F8}"/>
          </ac:spMkLst>
        </pc:spChg>
        <pc:spChg chg="mod">
          <ac:chgData name="adilton junio" userId="66b3fade76ecdf97" providerId="LiveId" clId="{A46F4E48-C705-44C9-A099-EA6ACF000FB9}" dt="2024-07-16T18:20:21.055" v="576" actId="571"/>
          <ac:spMkLst>
            <pc:docMk/>
            <pc:sldMk cId="2338904911" sldId="271"/>
            <ac:spMk id="84" creationId="{7DEDEA53-C3E7-70D0-B23C-9272E074F805}"/>
          </ac:spMkLst>
        </pc:spChg>
        <pc:spChg chg="mod">
          <ac:chgData name="adilton junio" userId="66b3fade76ecdf97" providerId="LiveId" clId="{A46F4E48-C705-44C9-A099-EA6ACF000FB9}" dt="2024-07-16T18:20:21.055" v="576" actId="571"/>
          <ac:spMkLst>
            <pc:docMk/>
            <pc:sldMk cId="2338904911" sldId="271"/>
            <ac:spMk id="85" creationId="{86B0708E-38CF-4B6F-FCA3-05BFFA7104D8}"/>
          </ac:spMkLst>
        </pc:spChg>
        <pc:spChg chg="mod">
          <ac:chgData name="adilton junio" userId="66b3fade76ecdf97" providerId="LiveId" clId="{A46F4E48-C705-44C9-A099-EA6ACF000FB9}" dt="2024-07-16T18:20:21.055" v="576" actId="571"/>
          <ac:spMkLst>
            <pc:docMk/>
            <pc:sldMk cId="2338904911" sldId="271"/>
            <ac:spMk id="86" creationId="{99018997-7312-2E66-301B-9CD78364AB2F}"/>
          </ac:spMkLst>
        </pc:spChg>
        <pc:spChg chg="mod">
          <ac:chgData name="adilton junio" userId="66b3fade76ecdf97" providerId="LiveId" clId="{A46F4E48-C705-44C9-A099-EA6ACF000FB9}" dt="2024-07-16T18:20:21.055" v="576" actId="571"/>
          <ac:spMkLst>
            <pc:docMk/>
            <pc:sldMk cId="2338904911" sldId="271"/>
            <ac:spMk id="87" creationId="{982DA735-B387-C331-E003-2664E37E8623}"/>
          </ac:spMkLst>
        </pc:spChg>
        <pc:spChg chg="mod">
          <ac:chgData name="adilton junio" userId="66b3fade76ecdf97" providerId="LiveId" clId="{A46F4E48-C705-44C9-A099-EA6ACF000FB9}" dt="2024-07-16T18:20:21.055" v="576" actId="571"/>
          <ac:spMkLst>
            <pc:docMk/>
            <pc:sldMk cId="2338904911" sldId="271"/>
            <ac:spMk id="88" creationId="{51FC77E0-937E-EA60-698E-B52BB93B2CFA}"/>
          </ac:spMkLst>
        </pc:spChg>
        <pc:spChg chg="mod">
          <ac:chgData name="adilton junio" userId="66b3fade76ecdf97" providerId="LiveId" clId="{A46F4E48-C705-44C9-A099-EA6ACF000FB9}" dt="2024-07-16T18:20:21.055" v="576" actId="571"/>
          <ac:spMkLst>
            <pc:docMk/>
            <pc:sldMk cId="2338904911" sldId="271"/>
            <ac:spMk id="91" creationId="{622B22B7-F3C5-6196-532E-A40CD1212AB8}"/>
          </ac:spMkLst>
        </pc:spChg>
        <pc:spChg chg="mod topLvl">
          <ac:chgData name="adilton junio" userId="66b3fade76ecdf97" providerId="LiveId" clId="{A46F4E48-C705-44C9-A099-EA6ACF000FB9}" dt="2024-07-17T15:58:44.980" v="2439" actId="1076"/>
          <ac:spMkLst>
            <pc:docMk/>
            <pc:sldMk cId="2338904911" sldId="271"/>
            <ac:spMk id="92" creationId="{389AD4BA-DE4A-1658-2487-F94C2EEF6666}"/>
          </ac:spMkLst>
        </pc:spChg>
        <pc:spChg chg="mod">
          <ac:chgData name="adilton junio" userId="66b3fade76ecdf97" providerId="LiveId" clId="{A46F4E48-C705-44C9-A099-EA6ACF000FB9}" dt="2024-07-16T18:20:21.055" v="576" actId="571"/>
          <ac:spMkLst>
            <pc:docMk/>
            <pc:sldMk cId="2338904911" sldId="271"/>
            <ac:spMk id="93" creationId="{6F28AD4E-55BD-E158-83DC-CB47A80C2B1E}"/>
          </ac:spMkLst>
        </pc:spChg>
        <pc:spChg chg="mod">
          <ac:chgData name="adilton junio" userId="66b3fade76ecdf97" providerId="LiveId" clId="{A46F4E48-C705-44C9-A099-EA6ACF000FB9}" dt="2024-07-17T18:03:34.247" v="3569" actId="1035"/>
          <ac:spMkLst>
            <pc:docMk/>
            <pc:sldMk cId="2338904911" sldId="271"/>
            <ac:spMk id="94" creationId="{D1D8FCDA-4632-6080-1621-67CDF796C564}"/>
          </ac:spMkLst>
        </pc:spChg>
        <pc:spChg chg="mod">
          <ac:chgData name="adilton junio" userId="66b3fade76ecdf97" providerId="LiveId" clId="{A46F4E48-C705-44C9-A099-EA6ACF000FB9}" dt="2024-07-16T18:20:21.055" v="576" actId="571"/>
          <ac:spMkLst>
            <pc:docMk/>
            <pc:sldMk cId="2338904911" sldId="271"/>
            <ac:spMk id="95" creationId="{6CE38F45-C2C2-452C-A6E5-873FFFE19492}"/>
          </ac:spMkLst>
        </pc:spChg>
        <pc:spChg chg="add del mod">
          <ac:chgData name="adilton junio" userId="66b3fade76ecdf97" providerId="LiveId" clId="{A46F4E48-C705-44C9-A099-EA6ACF000FB9}" dt="2024-07-16T18:31:09.929" v="609" actId="478"/>
          <ac:spMkLst>
            <pc:docMk/>
            <pc:sldMk cId="2338904911" sldId="271"/>
            <ac:spMk id="96" creationId="{CC52F910-04C1-D575-C91D-B1194B0B51FB}"/>
          </ac:spMkLst>
        </pc:spChg>
        <pc:spChg chg="add mod">
          <ac:chgData name="adilton junio" userId="66b3fade76ecdf97" providerId="LiveId" clId="{A46F4E48-C705-44C9-A099-EA6ACF000FB9}" dt="2024-07-16T18:20:21.055" v="576" actId="571"/>
          <ac:spMkLst>
            <pc:docMk/>
            <pc:sldMk cId="2338904911" sldId="271"/>
            <ac:spMk id="97" creationId="{CF28AD52-9479-96E4-DD50-2EE167AB3D15}"/>
          </ac:spMkLst>
        </pc:spChg>
        <pc:spChg chg="add mod">
          <ac:chgData name="adilton junio" userId="66b3fade76ecdf97" providerId="LiveId" clId="{A46F4E48-C705-44C9-A099-EA6ACF000FB9}" dt="2024-07-17T13:44:20.746" v="1059" actId="20577"/>
          <ac:spMkLst>
            <pc:docMk/>
            <pc:sldMk cId="2338904911" sldId="271"/>
            <ac:spMk id="98" creationId="{CD181669-EADE-7436-DDA0-EF407C246450}"/>
          </ac:spMkLst>
        </pc:spChg>
        <pc:spChg chg="add mod">
          <ac:chgData name="adilton junio" userId="66b3fade76ecdf97" providerId="LiveId" clId="{A46F4E48-C705-44C9-A099-EA6ACF000FB9}" dt="2024-07-16T18:46:09.563" v="868" actId="6549"/>
          <ac:spMkLst>
            <pc:docMk/>
            <pc:sldMk cId="2338904911" sldId="271"/>
            <ac:spMk id="99" creationId="{F32BF4A3-6ABD-0041-A398-9BC428E97FC5}"/>
          </ac:spMkLst>
        </pc:spChg>
        <pc:spChg chg="add mod">
          <ac:chgData name="adilton junio" userId="66b3fade76ecdf97" providerId="LiveId" clId="{A46F4E48-C705-44C9-A099-EA6ACF000FB9}" dt="2024-07-17T13:37:34.143" v="969" actId="404"/>
          <ac:spMkLst>
            <pc:docMk/>
            <pc:sldMk cId="2338904911" sldId="271"/>
            <ac:spMk id="102" creationId="{4F73448F-DC6C-EA51-A05A-9F84B61ECE86}"/>
          </ac:spMkLst>
        </pc:spChg>
        <pc:spChg chg="add mod">
          <ac:chgData name="adilton junio" userId="66b3fade76ecdf97" providerId="LiveId" clId="{A46F4E48-C705-44C9-A099-EA6ACF000FB9}" dt="2024-07-17T18:03:36.690" v="3577" actId="1036"/>
          <ac:spMkLst>
            <pc:docMk/>
            <pc:sldMk cId="2338904911" sldId="271"/>
            <ac:spMk id="104" creationId="{5C5F1F1C-BA94-455E-0D96-05FDC23259A7}"/>
          </ac:spMkLst>
        </pc:spChg>
        <pc:spChg chg="add mod">
          <ac:chgData name="adilton junio" userId="66b3fade76ecdf97" providerId="LiveId" clId="{A46F4E48-C705-44C9-A099-EA6ACF000FB9}" dt="2024-07-17T15:58:49.488" v="2440" actId="404"/>
          <ac:spMkLst>
            <pc:docMk/>
            <pc:sldMk cId="2338904911" sldId="271"/>
            <ac:spMk id="106" creationId="{A8EFCB7C-B87A-5FE0-0BCF-E9C24C50A79B}"/>
          </ac:spMkLst>
        </pc:spChg>
        <pc:spChg chg="add mod topLvl">
          <ac:chgData name="adilton junio" userId="66b3fade76ecdf97" providerId="LiveId" clId="{A46F4E48-C705-44C9-A099-EA6ACF000FB9}" dt="2024-07-17T18:52:08.134" v="4037" actId="14100"/>
          <ac:spMkLst>
            <pc:docMk/>
            <pc:sldMk cId="2338904911" sldId="271"/>
            <ac:spMk id="107" creationId="{D31B653A-4652-1F60-E725-0540162C2190}"/>
          </ac:spMkLst>
        </pc:spChg>
        <pc:grpChg chg="add del mod">
          <ac:chgData name="adilton junio" userId="66b3fade76ecdf97" providerId="LiveId" clId="{A46F4E48-C705-44C9-A099-EA6ACF000FB9}" dt="2024-07-17T18:52:02.019" v="4035" actId="165"/>
          <ac:grpSpMkLst>
            <pc:docMk/>
            <pc:sldMk cId="2338904911" sldId="271"/>
            <ac:grpSpMk id="12" creationId="{75B448ED-7D66-6A8E-1515-317FAC4D0D8A}"/>
          </ac:grpSpMkLst>
        </pc:grpChg>
        <pc:grpChg chg="del">
          <ac:chgData name="adilton junio" userId="66b3fade76ecdf97" providerId="LiveId" clId="{A46F4E48-C705-44C9-A099-EA6ACF000FB9}" dt="2024-07-16T18:09:17.690" v="394" actId="478"/>
          <ac:grpSpMkLst>
            <pc:docMk/>
            <pc:sldMk cId="2338904911" sldId="271"/>
            <ac:grpSpMk id="13" creationId="{33D1CCA9-C701-8F48-AB0F-762A7BC6A610}"/>
          </ac:grpSpMkLst>
        </pc:grpChg>
        <pc:grpChg chg="add mod">
          <ac:chgData name="adilton junio" userId="66b3fade76ecdf97" providerId="LiveId" clId="{A46F4E48-C705-44C9-A099-EA6ACF000FB9}" dt="2024-07-17T14:51:54.228" v="1683"/>
          <ac:grpSpMkLst>
            <pc:docMk/>
            <pc:sldMk cId="2338904911" sldId="271"/>
            <ac:grpSpMk id="13" creationId="{4309A4FF-6867-124E-730D-430882BE6386}"/>
          </ac:grpSpMkLst>
        </pc:grpChg>
        <pc:grpChg chg="del">
          <ac:chgData name="adilton junio" userId="66b3fade76ecdf97" providerId="LiveId" clId="{A46F4E48-C705-44C9-A099-EA6ACF000FB9}" dt="2024-07-17T14:51:51.248" v="1681" actId="165"/>
          <ac:grpSpMkLst>
            <pc:docMk/>
            <pc:sldMk cId="2338904911" sldId="271"/>
            <ac:grpSpMk id="14" creationId="{A8AB5EAB-0AC4-0A3B-1E64-7267ACEE3EC3}"/>
          </ac:grpSpMkLst>
        </pc:grpChg>
        <pc:grpChg chg="add mod">
          <ac:chgData name="adilton junio" userId="66b3fade76ecdf97" providerId="LiveId" clId="{A46F4E48-C705-44C9-A099-EA6ACF000FB9}" dt="2024-07-16T18:09:18.018" v="395"/>
          <ac:grpSpMkLst>
            <pc:docMk/>
            <pc:sldMk cId="2338904911" sldId="271"/>
            <ac:grpSpMk id="15" creationId="{425F56F0-05E3-FD0F-20D4-55752EF660E3}"/>
          </ac:grpSpMkLst>
        </pc:grpChg>
        <pc:grpChg chg="add mod">
          <ac:chgData name="adilton junio" userId="66b3fade76ecdf97" providerId="LiveId" clId="{A46F4E48-C705-44C9-A099-EA6ACF000FB9}" dt="2024-07-17T14:56:36.996" v="1756" actId="164"/>
          <ac:grpSpMkLst>
            <pc:docMk/>
            <pc:sldMk cId="2338904911" sldId="271"/>
            <ac:grpSpMk id="19" creationId="{FF15F91E-CF68-77E3-8E97-F1862EE0D590}"/>
          </ac:grpSpMkLst>
        </pc:grpChg>
        <pc:grpChg chg="add mod">
          <ac:chgData name="adilton junio" userId="66b3fade76ecdf97" providerId="LiveId" clId="{A46F4E48-C705-44C9-A099-EA6ACF000FB9}" dt="2024-07-17T14:56:36.996" v="1756" actId="164"/>
          <ac:grpSpMkLst>
            <pc:docMk/>
            <pc:sldMk cId="2338904911" sldId="271"/>
            <ac:grpSpMk id="29" creationId="{6068577E-2FB3-F014-C6A7-DCBF178530F8}"/>
          </ac:grpSpMkLst>
        </pc:grpChg>
        <pc:grpChg chg="mod">
          <ac:chgData name="adilton junio" userId="66b3fade76ecdf97" providerId="LiveId" clId="{A46F4E48-C705-44C9-A099-EA6ACF000FB9}" dt="2024-07-16T18:20:21.055" v="576" actId="571"/>
          <ac:grpSpMkLst>
            <pc:docMk/>
            <pc:sldMk cId="2338904911" sldId="271"/>
            <ac:grpSpMk id="30" creationId="{168DDC4B-E085-D055-3A01-2A75AEF0F540}"/>
          </ac:grpSpMkLst>
        </pc:grpChg>
        <pc:grpChg chg="mod">
          <ac:chgData name="adilton junio" userId="66b3fade76ecdf97" providerId="LiveId" clId="{A46F4E48-C705-44C9-A099-EA6ACF000FB9}" dt="2024-07-16T18:20:21.055" v="576" actId="571"/>
          <ac:grpSpMkLst>
            <pc:docMk/>
            <pc:sldMk cId="2338904911" sldId="271"/>
            <ac:grpSpMk id="31" creationId="{6BEFE313-B14A-D407-6382-DD66DB533993}"/>
          </ac:grpSpMkLst>
        </pc:grpChg>
        <pc:grpChg chg="mod">
          <ac:chgData name="adilton junio" userId="66b3fade76ecdf97" providerId="LiveId" clId="{A46F4E48-C705-44C9-A099-EA6ACF000FB9}" dt="2024-07-16T18:20:21.055" v="576" actId="571"/>
          <ac:grpSpMkLst>
            <pc:docMk/>
            <pc:sldMk cId="2338904911" sldId="271"/>
            <ac:grpSpMk id="32" creationId="{39E01C4A-DE56-014D-C604-4AF36AE9FE03}"/>
          </ac:grpSpMkLst>
        </pc:grpChg>
        <pc:grpChg chg="mod">
          <ac:chgData name="adilton junio" userId="66b3fade76ecdf97" providerId="LiveId" clId="{A46F4E48-C705-44C9-A099-EA6ACF000FB9}" dt="2024-07-16T18:20:21.055" v="576" actId="571"/>
          <ac:grpSpMkLst>
            <pc:docMk/>
            <pc:sldMk cId="2338904911" sldId="271"/>
            <ac:grpSpMk id="33" creationId="{41091304-8D76-4C76-51D1-909D24952854}"/>
          </ac:grpSpMkLst>
        </pc:grpChg>
        <pc:grpChg chg="mod">
          <ac:chgData name="adilton junio" userId="66b3fade76ecdf97" providerId="LiveId" clId="{A46F4E48-C705-44C9-A099-EA6ACF000FB9}" dt="2024-07-16T18:20:21.055" v="576" actId="571"/>
          <ac:grpSpMkLst>
            <pc:docMk/>
            <pc:sldMk cId="2338904911" sldId="271"/>
            <ac:grpSpMk id="34" creationId="{7D660E8D-787D-A022-9F06-967B1DFF2571}"/>
          </ac:grpSpMkLst>
        </pc:grpChg>
        <pc:grpChg chg="mod">
          <ac:chgData name="adilton junio" userId="66b3fade76ecdf97" providerId="LiveId" clId="{A46F4E48-C705-44C9-A099-EA6ACF000FB9}" dt="2024-07-16T18:20:21.055" v="576" actId="571"/>
          <ac:grpSpMkLst>
            <pc:docMk/>
            <pc:sldMk cId="2338904911" sldId="271"/>
            <ac:grpSpMk id="35" creationId="{B250C30A-6CE2-1012-5635-92F7879C2CF1}"/>
          </ac:grpSpMkLst>
        </pc:grpChg>
        <pc:grpChg chg="mod">
          <ac:chgData name="adilton junio" userId="66b3fade76ecdf97" providerId="LiveId" clId="{A46F4E48-C705-44C9-A099-EA6ACF000FB9}" dt="2024-07-16T18:20:21.055" v="576" actId="571"/>
          <ac:grpSpMkLst>
            <pc:docMk/>
            <pc:sldMk cId="2338904911" sldId="271"/>
            <ac:grpSpMk id="36" creationId="{38B9229B-2BCB-DF21-7E6F-132FE24AE70E}"/>
          </ac:grpSpMkLst>
        </pc:grpChg>
        <pc:grpChg chg="mod">
          <ac:chgData name="adilton junio" userId="66b3fade76ecdf97" providerId="LiveId" clId="{A46F4E48-C705-44C9-A099-EA6ACF000FB9}" dt="2024-07-16T18:20:21.055" v="576" actId="571"/>
          <ac:grpSpMkLst>
            <pc:docMk/>
            <pc:sldMk cId="2338904911" sldId="271"/>
            <ac:grpSpMk id="37" creationId="{71B021F0-3D3A-6095-F6CD-9FBA64242535}"/>
          </ac:grpSpMkLst>
        </pc:grpChg>
        <pc:grpChg chg="mod">
          <ac:chgData name="adilton junio" userId="66b3fade76ecdf97" providerId="LiveId" clId="{A46F4E48-C705-44C9-A099-EA6ACF000FB9}" dt="2024-07-16T18:20:21.055" v="576" actId="571"/>
          <ac:grpSpMkLst>
            <pc:docMk/>
            <pc:sldMk cId="2338904911" sldId="271"/>
            <ac:grpSpMk id="38" creationId="{293045BA-99E7-D671-3F8E-E14BB47FA8AA}"/>
          </ac:grpSpMkLst>
        </pc:grpChg>
        <pc:grpChg chg="mod">
          <ac:chgData name="adilton junio" userId="66b3fade76ecdf97" providerId="LiveId" clId="{A46F4E48-C705-44C9-A099-EA6ACF000FB9}" dt="2024-07-16T18:20:21.055" v="576" actId="571"/>
          <ac:grpSpMkLst>
            <pc:docMk/>
            <pc:sldMk cId="2338904911" sldId="271"/>
            <ac:grpSpMk id="39" creationId="{EF5E9994-4109-95EA-F3B9-E6DF3FEE96BA}"/>
          </ac:grpSpMkLst>
        </pc:grpChg>
        <pc:grpChg chg="mod">
          <ac:chgData name="adilton junio" userId="66b3fade76ecdf97" providerId="LiveId" clId="{A46F4E48-C705-44C9-A099-EA6ACF000FB9}" dt="2024-07-16T18:20:21.055" v="576" actId="571"/>
          <ac:grpSpMkLst>
            <pc:docMk/>
            <pc:sldMk cId="2338904911" sldId="271"/>
            <ac:grpSpMk id="41" creationId="{360B3166-D5C9-720C-8445-72519847650E}"/>
          </ac:grpSpMkLst>
        </pc:grpChg>
        <pc:grpChg chg="mod">
          <ac:chgData name="adilton junio" userId="66b3fade76ecdf97" providerId="LiveId" clId="{A46F4E48-C705-44C9-A099-EA6ACF000FB9}" dt="2024-07-16T18:20:21.055" v="576" actId="571"/>
          <ac:grpSpMkLst>
            <pc:docMk/>
            <pc:sldMk cId="2338904911" sldId="271"/>
            <ac:grpSpMk id="42" creationId="{B913DE2A-DCE7-BDB8-3D45-8A84A8C4F108}"/>
          </ac:grpSpMkLst>
        </pc:grpChg>
        <pc:grpChg chg="mod">
          <ac:chgData name="adilton junio" userId="66b3fade76ecdf97" providerId="LiveId" clId="{A46F4E48-C705-44C9-A099-EA6ACF000FB9}" dt="2024-07-16T18:20:21.055" v="576" actId="571"/>
          <ac:grpSpMkLst>
            <pc:docMk/>
            <pc:sldMk cId="2338904911" sldId="271"/>
            <ac:grpSpMk id="49" creationId="{451FE359-130F-81AA-C329-76C80F6A4AD3}"/>
          </ac:grpSpMkLst>
        </pc:grpChg>
        <pc:grpChg chg="mod">
          <ac:chgData name="adilton junio" userId="66b3fade76ecdf97" providerId="LiveId" clId="{A46F4E48-C705-44C9-A099-EA6ACF000FB9}" dt="2024-07-16T18:20:21.055" v="576" actId="571"/>
          <ac:grpSpMkLst>
            <pc:docMk/>
            <pc:sldMk cId="2338904911" sldId="271"/>
            <ac:grpSpMk id="50" creationId="{C5831D2D-B59F-AC92-2BD4-F4D435711B40}"/>
          </ac:grpSpMkLst>
        </pc:grpChg>
        <pc:grpChg chg="mod">
          <ac:chgData name="adilton junio" userId="66b3fade76ecdf97" providerId="LiveId" clId="{A46F4E48-C705-44C9-A099-EA6ACF000FB9}" dt="2024-07-16T18:20:21.055" v="576" actId="571"/>
          <ac:grpSpMkLst>
            <pc:docMk/>
            <pc:sldMk cId="2338904911" sldId="271"/>
            <ac:grpSpMk id="52" creationId="{C391C2C3-7034-5A05-3393-B5EE941C856D}"/>
          </ac:grpSpMkLst>
        </pc:grpChg>
        <pc:grpChg chg="mod">
          <ac:chgData name="adilton junio" userId="66b3fade76ecdf97" providerId="LiveId" clId="{A46F4E48-C705-44C9-A099-EA6ACF000FB9}" dt="2024-07-16T18:20:21.055" v="576" actId="571"/>
          <ac:grpSpMkLst>
            <pc:docMk/>
            <pc:sldMk cId="2338904911" sldId="271"/>
            <ac:grpSpMk id="63" creationId="{84A39BD2-2E52-CE94-F777-3E8980F1AD5A}"/>
          </ac:grpSpMkLst>
        </pc:grpChg>
        <pc:grpChg chg="mod">
          <ac:chgData name="adilton junio" userId="66b3fade76ecdf97" providerId="LiveId" clId="{A46F4E48-C705-44C9-A099-EA6ACF000FB9}" dt="2024-07-16T18:20:21.055" v="576" actId="571"/>
          <ac:grpSpMkLst>
            <pc:docMk/>
            <pc:sldMk cId="2338904911" sldId="271"/>
            <ac:grpSpMk id="64" creationId="{EBC53ECE-D9D2-4204-F676-1D740015A584}"/>
          </ac:grpSpMkLst>
        </pc:grpChg>
        <pc:grpChg chg="mod">
          <ac:chgData name="adilton junio" userId="66b3fade76ecdf97" providerId="LiveId" clId="{A46F4E48-C705-44C9-A099-EA6ACF000FB9}" dt="2024-07-16T18:20:21.055" v="576" actId="571"/>
          <ac:grpSpMkLst>
            <pc:docMk/>
            <pc:sldMk cId="2338904911" sldId="271"/>
            <ac:grpSpMk id="65" creationId="{E8B8AEE6-23A8-79CC-232F-B30A93A38D9D}"/>
          </ac:grpSpMkLst>
        </pc:grpChg>
        <pc:grpChg chg="mod">
          <ac:chgData name="adilton junio" userId="66b3fade76ecdf97" providerId="LiveId" clId="{A46F4E48-C705-44C9-A099-EA6ACF000FB9}" dt="2024-07-16T18:20:21.055" v="576" actId="571"/>
          <ac:grpSpMkLst>
            <pc:docMk/>
            <pc:sldMk cId="2338904911" sldId="271"/>
            <ac:grpSpMk id="66" creationId="{0A1D1C32-B085-D113-FACC-BFF3F40101D9}"/>
          </ac:grpSpMkLst>
        </pc:grpChg>
        <pc:grpChg chg="mod">
          <ac:chgData name="adilton junio" userId="66b3fade76ecdf97" providerId="LiveId" clId="{A46F4E48-C705-44C9-A099-EA6ACF000FB9}" dt="2024-07-16T18:20:21.055" v="576" actId="571"/>
          <ac:grpSpMkLst>
            <pc:docMk/>
            <pc:sldMk cId="2338904911" sldId="271"/>
            <ac:grpSpMk id="67" creationId="{32AE42AD-E017-1AAC-B014-F1E1C88B619F}"/>
          </ac:grpSpMkLst>
        </pc:grpChg>
        <pc:grpChg chg="mod">
          <ac:chgData name="adilton junio" userId="66b3fade76ecdf97" providerId="LiveId" clId="{A46F4E48-C705-44C9-A099-EA6ACF000FB9}" dt="2024-07-16T18:20:21.055" v="576" actId="571"/>
          <ac:grpSpMkLst>
            <pc:docMk/>
            <pc:sldMk cId="2338904911" sldId="271"/>
            <ac:grpSpMk id="74" creationId="{1FA733FE-1CBC-4390-83AE-16ED047453B2}"/>
          </ac:grpSpMkLst>
        </pc:grpChg>
        <pc:grpChg chg="mod">
          <ac:chgData name="adilton junio" userId="66b3fade76ecdf97" providerId="LiveId" clId="{A46F4E48-C705-44C9-A099-EA6ACF000FB9}" dt="2024-07-16T18:20:21.055" v="576" actId="571"/>
          <ac:grpSpMkLst>
            <pc:docMk/>
            <pc:sldMk cId="2338904911" sldId="271"/>
            <ac:grpSpMk id="75" creationId="{11E9F967-20AC-8519-A18A-C89703C95000}"/>
          </ac:grpSpMkLst>
        </pc:grpChg>
        <pc:grpChg chg="mod">
          <ac:chgData name="adilton junio" userId="66b3fade76ecdf97" providerId="LiveId" clId="{A46F4E48-C705-44C9-A099-EA6ACF000FB9}" dt="2024-07-16T18:20:21.055" v="576" actId="571"/>
          <ac:grpSpMkLst>
            <pc:docMk/>
            <pc:sldMk cId="2338904911" sldId="271"/>
            <ac:grpSpMk id="76" creationId="{0F51439C-8121-B17D-F18F-7C86338B6D36}"/>
          </ac:grpSpMkLst>
        </pc:grpChg>
        <pc:grpChg chg="add mod">
          <ac:chgData name="adilton junio" userId="66b3fade76ecdf97" providerId="LiveId" clId="{A46F4E48-C705-44C9-A099-EA6ACF000FB9}" dt="2024-07-17T14:56:36.996" v="1756" actId="164"/>
          <ac:grpSpMkLst>
            <pc:docMk/>
            <pc:sldMk cId="2338904911" sldId="271"/>
            <ac:grpSpMk id="103" creationId="{AC79F4C6-C64A-338A-BF48-D17BF1BF30A6}"/>
          </ac:grpSpMkLst>
        </pc:grpChg>
        <pc:cxnChg chg="mod">
          <ac:chgData name="adilton junio" userId="66b3fade76ecdf97" providerId="LiveId" clId="{A46F4E48-C705-44C9-A099-EA6ACF000FB9}" dt="2024-07-16T18:09:18.018" v="395"/>
          <ac:cxnSpMkLst>
            <pc:docMk/>
            <pc:sldMk cId="2338904911" sldId="271"/>
            <ac:cxnSpMk id="24" creationId="{6D10D7A8-DFB8-0092-7C7F-5B2E987D4DC3}"/>
          </ac:cxnSpMkLst>
        </pc:cxnChg>
        <pc:cxnChg chg="mod">
          <ac:chgData name="adilton junio" userId="66b3fade76ecdf97" providerId="LiveId" clId="{A46F4E48-C705-44C9-A099-EA6ACF000FB9}" dt="2024-07-16T18:09:18.018" v="395"/>
          <ac:cxnSpMkLst>
            <pc:docMk/>
            <pc:sldMk cId="2338904911" sldId="271"/>
            <ac:cxnSpMk id="25" creationId="{DC619A81-D8B8-574C-CF2E-19B1E07BBA98}"/>
          </ac:cxnSpMkLst>
        </pc:cxnChg>
        <pc:cxnChg chg="mod">
          <ac:chgData name="adilton junio" userId="66b3fade76ecdf97" providerId="LiveId" clId="{A46F4E48-C705-44C9-A099-EA6ACF000FB9}" dt="2024-07-16T18:20:21.055" v="576" actId="571"/>
          <ac:cxnSpMkLst>
            <pc:docMk/>
            <pc:sldMk cId="2338904911" sldId="271"/>
            <ac:cxnSpMk id="89" creationId="{29BACBC2-A9C9-49A1-3EBE-A6BB117842D8}"/>
          </ac:cxnSpMkLst>
        </pc:cxnChg>
        <pc:cxnChg chg="mod">
          <ac:chgData name="adilton junio" userId="66b3fade76ecdf97" providerId="LiveId" clId="{A46F4E48-C705-44C9-A099-EA6ACF000FB9}" dt="2024-07-16T18:20:21.055" v="576" actId="571"/>
          <ac:cxnSpMkLst>
            <pc:docMk/>
            <pc:sldMk cId="2338904911" sldId="271"/>
            <ac:cxnSpMk id="90" creationId="{AEA365C5-49B6-5F94-4BC5-985FD89AC779}"/>
          </ac:cxnSpMkLst>
        </pc:cxnChg>
        <pc:cxnChg chg="add mod">
          <ac:chgData name="adilton junio" userId="66b3fade76ecdf97" providerId="LiveId" clId="{A46F4E48-C705-44C9-A099-EA6ACF000FB9}" dt="2024-07-17T13:37:34.143" v="969" actId="404"/>
          <ac:cxnSpMkLst>
            <pc:docMk/>
            <pc:sldMk cId="2338904911" sldId="271"/>
            <ac:cxnSpMk id="101" creationId="{438994C0-771D-227C-7B7C-4E74F68BE0E8}"/>
          </ac:cxnSpMkLst>
        </pc:cxnChg>
      </pc:sldChg>
      <pc:sldChg chg="addSp delSp modSp add mod">
        <pc:chgData name="adilton junio" userId="66b3fade76ecdf97" providerId="LiveId" clId="{A46F4E48-C705-44C9-A099-EA6ACF000FB9}" dt="2024-07-17T20:45:27.398" v="4752" actId="20577"/>
        <pc:sldMkLst>
          <pc:docMk/>
          <pc:sldMk cId="2918556770" sldId="272"/>
        </pc:sldMkLst>
        <pc:spChg chg="add mod">
          <ac:chgData name="adilton junio" userId="66b3fade76ecdf97" providerId="LiveId" clId="{A46F4E48-C705-44C9-A099-EA6ACF000FB9}" dt="2024-07-17T15:58:39.741" v="2437" actId="404"/>
          <ac:spMkLst>
            <pc:docMk/>
            <pc:sldMk cId="2918556770" sldId="272"/>
            <ac:spMk id="2" creationId="{815E988A-270E-5E07-7617-D60383B4ED3E}"/>
          </ac:spMkLst>
        </pc:spChg>
        <pc:spChg chg="add mod">
          <ac:chgData name="adilton junio" userId="66b3fade76ecdf97" providerId="LiveId" clId="{A46F4E48-C705-44C9-A099-EA6ACF000FB9}" dt="2024-07-17T16:00:00.549" v="2459" actId="108"/>
          <ac:spMkLst>
            <pc:docMk/>
            <pc:sldMk cId="2918556770" sldId="272"/>
            <ac:spMk id="5" creationId="{FD6226B4-0EB5-1A39-928D-A27FA61F690F}"/>
          </ac:spMkLst>
        </pc:spChg>
        <pc:spChg chg="add del mod">
          <ac:chgData name="adilton junio" userId="66b3fade76ecdf97" providerId="LiveId" clId="{A46F4E48-C705-44C9-A099-EA6ACF000FB9}" dt="2024-07-16T18:41:53.733" v="781" actId="478"/>
          <ac:spMkLst>
            <pc:docMk/>
            <pc:sldMk cId="2918556770" sldId="272"/>
            <ac:spMk id="7" creationId="{F79E7634-2CBF-317F-F5A7-9DE1891631DA}"/>
          </ac:spMkLst>
        </pc:spChg>
        <pc:spChg chg="del mod topLvl">
          <ac:chgData name="adilton junio" userId="66b3fade76ecdf97" providerId="LiveId" clId="{A46F4E48-C705-44C9-A099-EA6ACF000FB9}" dt="2024-07-17T14:51:42.095" v="1679" actId="478"/>
          <ac:spMkLst>
            <pc:docMk/>
            <pc:sldMk cId="2918556770" sldId="272"/>
            <ac:spMk id="10" creationId="{48165E74-21D8-345C-6B13-50560A9DC298}"/>
          </ac:spMkLst>
        </pc:spChg>
        <pc:spChg chg="mod">
          <ac:chgData name="adilton junio" userId="66b3fade76ecdf97" providerId="LiveId" clId="{A46F4E48-C705-44C9-A099-EA6ACF000FB9}" dt="2024-07-17T13:37:37.332" v="970"/>
          <ac:spMkLst>
            <pc:docMk/>
            <pc:sldMk cId="2918556770" sldId="272"/>
            <ac:spMk id="11" creationId="{949E1789-2073-B6A4-BE42-1A6A845BC911}"/>
          </ac:spMkLst>
        </pc:spChg>
        <pc:spChg chg="mod">
          <ac:chgData name="adilton junio" userId="66b3fade76ecdf97" providerId="LiveId" clId="{A46F4E48-C705-44C9-A099-EA6ACF000FB9}" dt="2024-07-17T14:51:42.807" v="1680"/>
          <ac:spMkLst>
            <pc:docMk/>
            <pc:sldMk cId="2918556770" sldId="272"/>
            <ac:spMk id="13" creationId="{057CF6E1-2071-BCCE-A74B-931D5975320C}"/>
          </ac:spMkLst>
        </pc:spChg>
        <pc:spChg chg="mod">
          <ac:chgData name="adilton junio" userId="66b3fade76ecdf97" providerId="LiveId" clId="{A46F4E48-C705-44C9-A099-EA6ACF000FB9}" dt="2024-07-17T14:51:42.807" v="1680"/>
          <ac:spMkLst>
            <pc:docMk/>
            <pc:sldMk cId="2918556770" sldId="272"/>
            <ac:spMk id="15" creationId="{665345F8-10FD-1C57-8E51-416A630F0648}"/>
          </ac:spMkLst>
        </pc:spChg>
        <pc:spChg chg="mod">
          <ac:chgData name="adilton junio" userId="66b3fade76ecdf97" providerId="LiveId" clId="{A46F4E48-C705-44C9-A099-EA6ACF000FB9}" dt="2024-07-17T18:26:49.228" v="3708" actId="20577"/>
          <ac:spMkLst>
            <pc:docMk/>
            <pc:sldMk cId="2918556770" sldId="272"/>
            <ac:spMk id="16" creationId="{821B4631-0B7D-D06F-D7FA-2BF82C651E09}"/>
          </ac:spMkLst>
        </pc:spChg>
        <pc:spChg chg="mod">
          <ac:chgData name="adilton junio" userId="66b3fade76ecdf97" providerId="LiveId" clId="{A46F4E48-C705-44C9-A099-EA6ACF000FB9}" dt="2024-07-17T14:51:42.807" v="1680"/>
          <ac:spMkLst>
            <pc:docMk/>
            <pc:sldMk cId="2918556770" sldId="272"/>
            <ac:spMk id="17" creationId="{41376AC1-7E93-E7DC-F4DB-DB183D5E6B23}"/>
          </ac:spMkLst>
        </pc:spChg>
        <pc:spChg chg="mod">
          <ac:chgData name="adilton junio" userId="66b3fade76ecdf97" providerId="LiveId" clId="{A46F4E48-C705-44C9-A099-EA6ACF000FB9}" dt="2024-07-17T16:00:01.393" v="2460" actId="108"/>
          <ac:spMkLst>
            <pc:docMk/>
            <pc:sldMk cId="2918556770" sldId="272"/>
            <ac:spMk id="20" creationId="{5FE0C7CC-AE87-FA0E-B84D-749F9AD42BB8}"/>
          </ac:spMkLst>
        </pc:spChg>
        <pc:spChg chg="mod">
          <ac:chgData name="adilton junio" userId="66b3fade76ecdf97" providerId="LiveId" clId="{A46F4E48-C705-44C9-A099-EA6ACF000FB9}" dt="2024-07-17T20:45:27.398" v="4752" actId="20577"/>
          <ac:spMkLst>
            <pc:docMk/>
            <pc:sldMk cId="2918556770" sldId="272"/>
            <ac:spMk id="21" creationId="{92A8F3F1-BF54-4A8F-5B07-7B0AB07EE379}"/>
          </ac:spMkLst>
        </pc:spChg>
        <pc:spChg chg="mod">
          <ac:chgData name="adilton junio" userId="66b3fade76ecdf97" providerId="LiveId" clId="{A46F4E48-C705-44C9-A099-EA6ACF000FB9}" dt="2024-07-16T18:41:58.896" v="782" actId="165"/>
          <ac:spMkLst>
            <pc:docMk/>
            <pc:sldMk cId="2918556770" sldId="272"/>
            <ac:spMk id="43" creationId="{FF27E0E9-B02B-46FD-0695-A204C59D6BFA}"/>
          </ac:spMkLst>
        </pc:spChg>
        <pc:spChg chg="mod">
          <ac:chgData name="adilton junio" userId="66b3fade76ecdf97" providerId="LiveId" clId="{A46F4E48-C705-44C9-A099-EA6ACF000FB9}" dt="2024-07-16T18:41:58.896" v="782" actId="165"/>
          <ac:spMkLst>
            <pc:docMk/>
            <pc:sldMk cId="2918556770" sldId="272"/>
            <ac:spMk id="44" creationId="{1DAE727E-37DF-0F20-A7AC-41B329D9DA10}"/>
          </ac:spMkLst>
        </pc:spChg>
        <pc:spChg chg="mod">
          <ac:chgData name="adilton junio" userId="66b3fade76ecdf97" providerId="LiveId" clId="{A46F4E48-C705-44C9-A099-EA6ACF000FB9}" dt="2024-07-16T18:41:58.896" v="782" actId="165"/>
          <ac:spMkLst>
            <pc:docMk/>
            <pc:sldMk cId="2918556770" sldId="272"/>
            <ac:spMk id="45" creationId="{6F5665FA-86DB-F885-66BB-3C32C3670AD1}"/>
          </ac:spMkLst>
        </pc:spChg>
        <pc:spChg chg="mod">
          <ac:chgData name="adilton junio" userId="66b3fade76ecdf97" providerId="LiveId" clId="{A46F4E48-C705-44C9-A099-EA6ACF000FB9}" dt="2024-07-16T18:41:58.896" v="782" actId="165"/>
          <ac:spMkLst>
            <pc:docMk/>
            <pc:sldMk cId="2918556770" sldId="272"/>
            <ac:spMk id="46" creationId="{CF7C7C56-BEA9-5467-8B46-02F39C810BF9}"/>
          </ac:spMkLst>
        </pc:spChg>
        <pc:spChg chg="mod">
          <ac:chgData name="adilton junio" userId="66b3fade76ecdf97" providerId="LiveId" clId="{A46F4E48-C705-44C9-A099-EA6ACF000FB9}" dt="2024-07-16T18:41:58.896" v="782" actId="165"/>
          <ac:spMkLst>
            <pc:docMk/>
            <pc:sldMk cId="2918556770" sldId="272"/>
            <ac:spMk id="47" creationId="{C62FDDFF-C701-E04F-FFFD-3FF4C1A4080E}"/>
          </ac:spMkLst>
        </pc:spChg>
        <pc:spChg chg="mod">
          <ac:chgData name="adilton junio" userId="66b3fade76ecdf97" providerId="LiveId" clId="{A46F4E48-C705-44C9-A099-EA6ACF000FB9}" dt="2024-07-16T18:41:58.896" v="782" actId="165"/>
          <ac:spMkLst>
            <pc:docMk/>
            <pc:sldMk cId="2918556770" sldId="272"/>
            <ac:spMk id="48" creationId="{B8D5300A-F935-9502-6A83-1BCA20036A5A}"/>
          </ac:spMkLst>
        </pc:spChg>
        <pc:spChg chg="mod">
          <ac:chgData name="adilton junio" userId="66b3fade76ecdf97" providerId="LiveId" clId="{A46F4E48-C705-44C9-A099-EA6ACF000FB9}" dt="2024-07-16T18:41:58.896" v="782" actId="165"/>
          <ac:spMkLst>
            <pc:docMk/>
            <pc:sldMk cId="2918556770" sldId="272"/>
            <ac:spMk id="53" creationId="{928DCBBC-8B34-7DF2-3AFE-0762DF92FB49}"/>
          </ac:spMkLst>
        </pc:spChg>
        <pc:spChg chg="mod">
          <ac:chgData name="adilton junio" userId="66b3fade76ecdf97" providerId="LiveId" clId="{A46F4E48-C705-44C9-A099-EA6ACF000FB9}" dt="2024-07-16T18:41:58.896" v="782" actId="165"/>
          <ac:spMkLst>
            <pc:docMk/>
            <pc:sldMk cId="2918556770" sldId="272"/>
            <ac:spMk id="54" creationId="{B74A0118-4CDC-520B-026A-25330566F5F0}"/>
          </ac:spMkLst>
        </pc:spChg>
        <pc:spChg chg="mod">
          <ac:chgData name="adilton junio" userId="66b3fade76ecdf97" providerId="LiveId" clId="{A46F4E48-C705-44C9-A099-EA6ACF000FB9}" dt="2024-07-16T18:41:58.896" v="782" actId="165"/>
          <ac:spMkLst>
            <pc:docMk/>
            <pc:sldMk cId="2918556770" sldId="272"/>
            <ac:spMk id="55" creationId="{AF4C0FDB-1C12-71C9-5200-D40FD3AE6DAF}"/>
          </ac:spMkLst>
        </pc:spChg>
        <pc:spChg chg="mod">
          <ac:chgData name="adilton junio" userId="66b3fade76ecdf97" providerId="LiveId" clId="{A46F4E48-C705-44C9-A099-EA6ACF000FB9}" dt="2024-07-16T18:41:58.896" v="782" actId="165"/>
          <ac:spMkLst>
            <pc:docMk/>
            <pc:sldMk cId="2918556770" sldId="272"/>
            <ac:spMk id="56" creationId="{23C80113-F807-A839-2E24-FADE3B0CED1B}"/>
          </ac:spMkLst>
        </pc:spChg>
        <pc:spChg chg="mod">
          <ac:chgData name="adilton junio" userId="66b3fade76ecdf97" providerId="LiveId" clId="{A46F4E48-C705-44C9-A099-EA6ACF000FB9}" dt="2024-07-16T18:41:58.896" v="782" actId="165"/>
          <ac:spMkLst>
            <pc:docMk/>
            <pc:sldMk cId="2918556770" sldId="272"/>
            <ac:spMk id="57" creationId="{CDD7FCB6-5F78-A9B4-FC2E-E6B0BDA903A3}"/>
          </ac:spMkLst>
        </pc:spChg>
        <pc:spChg chg="mod">
          <ac:chgData name="adilton junio" userId="66b3fade76ecdf97" providerId="LiveId" clId="{A46F4E48-C705-44C9-A099-EA6ACF000FB9}" dt="2024-07-16T18:41:58.896" v="782" actId="165"/>
          <ac:spMkLst>
            <pc:docMk/>
            <pc:sldMk cId="2918556770" sldId="272"/>
            <ac:spMk id="58" creationId="{4AB1EF8C-FE4A-39C7-0435-9A222CAE4E73}"/>
          </ac:spMkLst>
        </pc:spChg>
        <pc:spChg chg="mod">
          <ac:chgData name="adilton junio" userId="66b3fade76ecdf97" providerId="LiveId" clId="{A46F4E48-C705-44C9-A099-EA6ACF000FB9}" dt="2024-07-16T18:41:58.896" v="782" actId="165"/>
          <ac:spMkLst>
            <pc:docMk/>
            <pc:sldMk cId="2918556770" sldId="272"/>
            <ac:spMk id="59" creationId="{5615AAEC-BE13-E7CE-BAFC-819F3C78D390}"/>
          </ac:spMkLst>
        </pc:spChg>
        <pc:spChg chg="mod">
          <ac:chgData name="adilton junio" userId="66b3fade76ecdf97" providerId="LiveId" clId="{A46F4E48-C705-44C9-A099-EA6ACF000FB9}" dt="2024-07-16T18:41:58.896" v="782" actId="165"/>
          <ac:spMkLst>
            <pc:docMk/>
            <pc:sldMk cId="2918556770" sldId="272"/>
            <ac:spMk id="60" creationId="{8AC7919E-B3FC-0160-44F7-C379A2FFE7AA}"/>
          </ac:spMkLst>
        </pc:spChg>
        <pc:spChg chg="mod">
          <ac:chgData name="adilton junio" userId="66b3fade76ecdf97" providerId="LiveId" clId="{A46F4E48-C705-44C9-A099-EA6ACF000FB9}" dt="2024-07-16T18:41:58.896" v="782" actId="165"/>
          <ac:spMkLst>
            <pc:docMk/>
            <pc:sldMk cId="2918556770" sldId="272"/>
            <ac:spMk id="61" creationId="{7D17BA35-5BC6-31C5-6679-105AF695AAC7}"/>
          </ac:spMkLst>
        </pc:spChg>
        <pc:spChg chg="mod">
          <ac:chgData name="adilton junio" userId="66b3fade76ecdf97" providerId="LiveId" clId="{A46F4E48-C705-44C9-A099-EA6ACF000FB9}" dt="2024-07-16T18:41:58.896" v="782" actId="165"/>
          <ac:spMkLst>
            <pc:docMk/>
            <pc:sldMk cId="2918556770" sldId="272"/>
            <ac:spMk id="62" creationId="{83276700-E4F6-999D-BDCF-30CC12A7D502}"/>
          </ac:spMkLst>
        </pc:spChg>
        <pc:spChg chg="mod">
          <ac:chgData name="adilton junio" userId="66b3fade76ecdf97" providerId="LiveId" clId="{A46F4E48-C705-44C9-A099-EA6ACF000FB9}" dt="2024-07-16T18:41:58.896" v="782" actId="165"/>
          <ac:spMkLst>
            <pc:docMk/>
            <pc:sldMk cId="2918556770" sldId="272"/>
            <ac:spMk id="68" creationId="{46C9E4ED-BEC7-B240-42E9-83EC377DAFAA}"/>
          </ac:spMkLst>
        </pc:spChg>
        <pc:spChg chg="mod">
          <ac:chgData name="adilton junio" userId="66b3fade76ecdf97" providerId="LiveId" clId="{A46F4E48-C705-44C9-A099-EA6ACF000FB9}" dt="2024-07-16T18:41:58.896" v="782" actId="165"/>
          <ac:spMkLst>
            <pc:docMk/>
            <pc:sldMk cId="2918556770" sldId="272"/>
            <ac:spMk id="69" creationId="{4843AE11-D9FA-9752-01FB-CA1FE061A3C0}"/>
          </ac:spMkLst>
        </pc:spChg>
        <pc:spChg chg="mod">
          <ac:chgData name="adilton junio" userId="66b3fade76ecdf97" providerId="LiveId" clId="{A46F4E48-C705-44C9-A099-EA6ACF000FB9}" dt="2024-07-16T18:41:58.896" v="782" actId="165"/>
          <ac:spMkLst>
            <pc:docMk/>
            <pc:sldMk cId="2918556770" sldId="272"/>
            <ac:spMk id="70" creationId="{D49DDF87-1A70-9DD1-E830-44F1724DB5F2}"/>
          </ac:spMkLst>
        </pc:spChg>
        <pc:spChg chg="mod">
          <ac:chgData name="adilton junio" userId="66b3fade76ecdf97" providerId="LiveId" clId="{A46F4E48-C705-44C9-A099-EA6ACF000FB9}" dt="2024-07-16T18:41:58.896" v="782" actId="165"/>
          <ac:spMkLst>
            <pc:docMk/>
            <pc:sldMk cId="2918556770" sldId="272"/>
            <ac:spMk id="71" creationId="{7ADCBB2F-48A4-BC95-E387-BC674585F363}"/>
          </ac:spMkLst>
        </pc:spChg>
        <pc:spChg chg="mod">
          <ac:chgData name="adilton junio" userId="66b3fade76ecdf97" providerId="LiveId" clId="{A46F4E48-C705-44C9-A099-EA6ACF000FB9}" dt="2024-07-16T18:41:58.896" v="782" actId="165"/>
          <ac:spMkLst>
            <pc:docMk/>
            <pc:sldMk cId="2918556770" sldId="272"/>
            <ac:spMk id="72" creationId="{ABB9605C-A33D-49DD-8981-FBD6BB7F5D35}"/>
          </ac:spMkLst>
        </pc:spChg>
        <pc:spChg chg="mod">
          <ac:chgData name="adilton junio" userId="66b3fade76ecdf97" providerId="LiveId" clId="{A46F4E48-C705-44C9-A099-EA6ACF000FB9}" dt="2024-07-16T18:41:58.896" v="782" actId="165"/>
          <ac:spMkLst>
            <pc:docMk/>
            <pc:sldMk cId="2918556770" sldId="272"/>
            <ac:spMk id="73" creationId="{52C07B5F-FB51-234E-4C1F-0CC698EB2EDF}"/>
          </ac:spMkLst>
        </pc:spChg>
        <pc:spChg chg="mod">
          <ac:chgData name="adilton junio" userId="66b3fade76ecdf97" providerId="LiveId" clId="{A46F4E48-C705-44C9-A099-EA6ACF000FB9}" dt="2024-07-16T18:41:58.896" v="782" actId="165"/>
          <ac:spMkLst>
            <pc:docMk/>
            <pc:sldMk cId="2918556770" sldId="272"/>
            <ac:spMk id="77" creationId="{33EE02B0-BA23-356D-41F8-107D32E33D86}"/>
          </ac:spMkLst>
        </pc:spChg>
        <pc:spChg chg="mod">
          <ac:chgData name="adilton junio" userId="66b3fade76ecdf97" providerId="LiveId" clId="{A46F4E48-C705-44C9-A099-EA6ACF000FB9}" dt="2024-07-16T18:41:58.896" v="782" actId="165"/>
          <ac:spMkLst>
            <pc:docMk/>
            <pc:sldMk cId="2918556770" sldId="272"/>
            <ac:spMk id="78" creationId="{772AE97F-0250-3EC9-5DF3-2006BCB37F5C}"/>
          </ac:spMkLst>
        </pc:spChg>
        <pc:spChg chg="mod">
          <ac:chgData name="adilton junio" userId="66b3fade76ecdf97" providerId="LiveId" clId="{A46F4E48-C705-44C9-A099-EA6ACF000FB9}" dt="2024-07-16T18:41:58.896" v="782" actId="165"/>
          <ac:spMkLst>
            <pc:docMk/>
            <pc:sldMk cId="2918556770" sldId="272"/>
            <ac:spMk id="79" creationId="{6DD2A9CA-DBE8-A2A0-3CE5-9F1125D74FCE}"/>
          </ac:spMkLst>
        </pc:spChg>
        <pc:spChg chg="mod">
          <ac:chgData name="adilton junio" userId="66b3fade76ecdf97" providerId="LiveId" clId="{A46F4E48-C705-44C9-A099-EA6ACF000FB9}" dt="2024-07-16T18:41:58.896" v="782" actId="165"/>
          <ac:spMkLst>
            <pc:docMk/>
            <pc:sldMk cId="2918556770" sldId="272"/>
            <ac:spMk id="80" creationId="{700EF7A7-BD70-D51A-4375-DF7F182BBD01}"/>
          </ac:spMkLst>
        </pc:spChg>
        <pc:spChg chg="mod">
          <ac:chgData name="adilton junio" userId="66b3fade76ecdf97" providerId="LiveId" clId="{A46F4E48-C705-44C9-A099-EA6ACF000FB9}" dt="2024-07-16T18:41:58.896" v="782" actId="165"/>
          <ac:spMkLst>
            <pc:docMk/>
            <pc:sldMk cId="2918556770" sldId="272"/>
            <ac:spMk id="81" creationId="{BD79764D-D1E3-1A1D-8733-7F0D3BC0CC89}"/>
          </ac:spMkLst>
        </pc:spChg>
        <pc:spChg chg="mod">
          <ac:chgData name="adilton junio" userId="66b3fade76ecdf97" providerId="LiveId" clId="{A46F4E48-C705-44C9-A099-EA6ACF000FB9}" dt="2024-07-16T18:41:58.896" v="782" actId="165"/>
          <ac:spMkLst>
            <pc:docMk/>
            <pc:sldMk cId="2918556770" sldId="272"/>
            <ac:spMk id="82" creationId="{1DF4BAA2-E0C4-0C1B-3DBA-170A41BD7986}"/>
          </ac:spMkLst>
        </pc:spChg>
        <pc:spChg chg="mod">
          <ac:chgData name="adilton junio" userId="66b3fade76ecdf97" providerId="LiveId" clId="{A46F4E48-C705-44C9-A099-EA6ACF000FB9}" dt="2024-07-16T18:41:58.896" v="782" actId="165"/>
          <ac:spMkLst>
            <pc:docMk/>
            <pc:sldMk cId="2918556770" sldId="272"/>
            <ac:spMk id="83" creationId="{4687FB89-0690-D9C6-FEDC-80182A21F1F8}"/>
          </ac:spMkLst>
        </pc:spChg>
        <pc:spChg chg="mod">
          <ac:chgData name="adilton junio" userId="66b3fade76ecdf97" providerId="LiveId" clId="{A46F4E48-C705-44C9-A099-EA6ACF000FB9}" dt="2024-07-16T18:41:58.896" v="782" actId="165"/>
          <ac:spMkLst>
            <pc:docMk/>
            <pc:sldMk cId="2918556770" sldId="272"/>
            <ac:spMk id="84" creationId="{7DEDEA53-C3E7-70D0-B23C-9272E074F805}"/>
          </ac:spMkLst>
        </pc:spChg>
        <pc:spChg chg="mod">
          <ac:chgData name="adilton junio" userId="66b3fade76ecdf97" providerId="LiveId" clId="{A46F4E48-C705-44C9-A099-EA6ACF000FB9}" dt="2024-07-16T18:41:58.896" v="782" actId="165"/>
          <ac:spMkLst>
            <pc:docMk/>
            <pc:sldMk cId="2918556770" sldId="272"/>
            <ac:spMk id="85" creationId="{86B0708E-38CF-4B6F-FCA3-05BFFA7104D8}"/>
          </ac:spMkLst>
        </pc:spChg>
        <pc:spChg chg="mod">
          <ac:chgData name="adilton junio" userId="66b3fade76ecdf97" providerId="LiveId" clId="{A46F4E48-C705-44C9-A099-EA6ACF000FB9}" dt="2024-07-16T18:41:58.896" v="782" actId="165"/>
          <ac:spMkLst>
            <pc:docMk/>
            <pc:sldMk cId="2918556770" sldId="272"/>
            <ac:spMk id="86" creationId="{99018997-7312-2E66-301B-9CD78364AB2F}"/>
          </ac:spMkLst>
        </pc:spChg>
        <pc:spChg chg="add del mod">
          <ac:chgData name="adilton junio" userId="66b3fade76ecdf97" providerId="LiveId" clId="{A46F4E48-C705-44C9-A099-EA6ACF000FB9}" dt="2024-07-16T18:42:03.767" v="785" actId="478"/>
          <ac:spMkLst>
            <pc:docMk/>
            <pc:sldMk cId="2918556770" sldId="272"/>
            <ac:spMk id="87" creationId="{982DA735-B387-C331-E003-2664E37E8623}"/>
          </ac:spMkLst>
        </pc:spChg>
        <pc:spChg chg="mod">
          <ac:chgData name="adilton junio" userId="66b3fade76ecdf97" providerId="LiveId" clId="{A46F4E48-C705-44C9-A099-EA6ACF000FB9}" dt="2024-07-16T18:41:58.896" v="782" actId="165"/>
          <ac:spMkLst>
            <pc:docMk/>
            <pc:sldMk cId="2918556770" sldId="272"/>
            <ac:spMk id="88" creationId="{51FC77E0-937E-EA60-698E-B52BB93B2CFA}"/>
          </ac:spMkLst>
        </pc:spChg>
        <pc:spChg chg="mod">
          <ac:chgData name="adilton junio" userId="66b3fade76ecdf97" providerId="LiveId" clId="{A46F4E48-C705-44C9-A099-EA6ACF000FB9}" dt="2024-07-16T18:41:58.896" v="782" actId="165"/>
          <ac:spMkLst>
            <pc:docMk/>
            <pc:sldMk cId="2918556770" sldId="272"/>
            <ac:spMk id="91" creationId="{622B22B7-F3C5-6196-532E-A40CD1212AB8}"/>
          </ac:spMkLst>
        </pc:spChg>
        <pc:spChg chg="mod topLvl">
          <ac:chgData name="adilton junio" userId="66b3fade76ecdf97" providerId="LiveId" clId="{A46F4E48-C705-44C9-A099-EA6ACF000FB9}" dt="2024-07-17T14:51:40.638" v="1678" actId="165"/>
          <ac:spMkLst>
            <pc:docMk/>
            <pc:sldMk cId="2918556770" sldId="272"/>
            <ac:spMk id="92" creationId="{389AD4BA-DE4A-1658-2487-F94C2EEF6666}"/>
          </ac:spMkLst>
        </pc:spChg>
        <pc:spChg chg="mod">
          <ac:chgData name="adilton junio" userId="66b3fade76ecdf97" providerId="LiveId" clId="{A46F4E48-C705-44C9-A099-EA6ACF000FB9}" dt="2024-07-16T18:41:58.896" v="782" actId="165"/>
          <ac:spMkLst>
            <pc:docMk/>
            <pc:sldMk cId="2918556770" sldId="272"/>
            <ac:spMk id="93" creationId="{6F28AD4E-55BD-E158-83DC-CB47A80C2B1E}"/>
          </ac:spMkLst>
        </pc:spChg>
        <pc:spChg chg="mod">
          <ac:chgData name="adilton junio" userId="66b3fade76ecdf97" providerId="LiveId" clId="{A46F4E48-C705-44C9-A099-EA6ACF000FB9}" dt="2024-07-17T15:59:59.595" v="2458" actId="108"/>
          <ac:spMkLst>
            <pc:docMk/>
            <pc:sldMk cId="2918556770" sldId="272"/>
            <ac:spMk id="94" creationId="{D1D8FCDA-4632-6080-1621-67CDF796C564}"/>
          </ac:spMkLst>
        </pc:spChg>
        <pc:spChg chg="mod">
          <ac:chgData name="adilton junio" userId="66b3fade76ecdf97" providerId="LiveId" clId="{A46F4E48-C705-44C9-A099-EA6ACF000FB9}" dt="2024-07-16T18:41:58.896" v="782" actId="165"/>
          <ac:spMkLst>
            <pc:docMk/>
            <pc:sldMk cId="2918556770" sldId="272"/>
            <ac:spMk id="95" creationId="{6CE38F45-C2C2-452C-A6E5-873FFFE19492}"/>
          </ac:spMkLst>
        </pc:spChg>
        <pc:spChg chg="mod">
          <ac:chgData name="adilton junio" userId="66b3fade76ecdf97" providerId="LiveId" clId="{A46F4E48-C705-44C9-A099-EA6ACF000FB9}" dt="2024-07-17T15:58:39.741" v="2437" actId="404"/>
          <ac:spMkLst>
            <pc:docMk/>
            <pc:sldMk cId="2918556770" sldId="272"/>
            <ac:spMk id="96" creationId="{CC52F910-04C1-D575-C91D-B1194B0B51FB}"/>
          </ac:spMkLst>
        </pc:spChg>
        <pc:spChg chg="mod">
          <ac:chgData name="adilton junio" userId="66b3fade76ecdf97" providerId="LiveId" clId="{A46F4E48-C705-44C9-A099-EA6ACF000FB9}" dt="2024-07-17T20:44:36.991" v="4736" actId="1035"/>
          <ac:spMkLst>
            <pc:docMk/>
            <pc:sldMk cId="2918556770" sldId="272"/>
            <ac:spMk id="97" creationId="{CF28AD52-9479-96E4-DD50-2EE167AB3D15}"/>
          </ac:spMkLst>
        </pc:spChg>
        <pc:grpChg chg="add mod">
          <ac:chgData name="adilton junio" userId="66b3fade76ecdf97" providerId="LiveId" clId="{A46F4E48-C705-44C9-A099-EA6ACF000FB9}" dt="2024-07-17T14:56:31.022" v="1755" actId="164"/>
          <ac:grpSpMkLst>
            <pc:docMk/>
            <pc:sldMk cId="2918556770" sldId="272"/>
            <ac:grpSpMk id="3" creationId="{74B0F06A-2940-C2FE-149A-10F416DFE2B9}"/>
          </ac:grpSpMkLst>
        </pc:grpChg>
        <pc:grpChg chg="add mod">
          <ac:chgData name="adilton junio" userId="66b3fade76ecdf97" providerId="LiveId" clId="{A46F4E48-C705-44C9-A099-EA6ACF000FB9}" dt="2024-07-17T14:51:42.807" v="1680"/>
          <ac:grpSpMkLst>
            <pc:docMk/>
            <pc:sldMk cId="2918556770" sldId="272"/>
            <ac:grpSpMk id="12" creationId="{361C570B-C1B4-EEFC-2DF2-B4ECF5943116}"/>
          </ac:grpSpMkLst>
        </pc:grpChg>
        <pc:grpChg chg="del">
          <ac:chgData name="adilton junio" userId="66b3fade76ecdf97" providerId="LiveId" clId="{A46F4E48-C705-44C9-A099-EA6ACF000FB9}" dt="2024-07-17T14:51:40.638" v="1678" actId="165"/>
          <ac:grpSpMkLst>
            <pc:docMk/>
            <pc:sldMk cId="2918556770" sldId="272"/>
            <ac:grpSpMk id="14" creationId="{A8AB5EAB-0AC4-0A3B-1E64-7267ACEE3EC3}"/>
          </ac:grpSpMkLst>
        </pc:grpChg>
        <pc:grpChg chg="add mod">
          <ac:chgData name="adilton junio" userId="66b3fade76ecdf97" providerId="LiveId" clId="{A46F4E48-C705-44C9-A099-EA6ACF000FB9}" dt="2024-07-17T14:56:31.022" v="1755" actId="164"/>
          <ac:grpSpMkLst>
            <pc:docMk/>
            <pc:sldMk cId="2918556770" sldId="272"/>
            <ac:grpSpMk id="18" creationId="{2F90EAD1-E84D-A122-BC44-3B02D8E58B24}"/>
          </ac:grpSpMkLst>
        </pc:grpChg>
        <pc:grpChg chg="del">
          <ac:chgData name="adilton junio" userId="66b3fade76ecdf97" providerId="LiveId" clId="{A46F4E48-C705-44C9-A099-EA6ACF000FB9}" dt="2024-07-16T18:41:58.896" v="782" actId="165"/>
          <ac:grpSpMkLst>
            <pc:docMk/>
            <pc:sldMk cId="2918556770" sldId="272"/>
            <ac:grpSpMk id="29" creationId="{6068577E-2FB3-F014-C6A7-DCBF178530F8}"/>
          </ac:grpSpMkLst>
        </pc:grpChg>
        <pc:grpChg chg="mod topLvl">
          <ac:chgData name="adilton junio" userId="66b3fade76ecdf97" providerId="LiveId" clId="{A46F4E48-C705-44C9-A099-EA6ACF000FB9}" dt="2024-07-17T14:56:31.022" v="1755" actId="164"/>
          <ac:grpSpMkLst>
            <pc:docMk/>
            <pc:sldMk cId="2918556770" sldId="272"/>
            <ac:grpSpMk id="30" creationId="{168DDC4B-E085-D055-3A01-2A75AEF0F540}"/>
          </ac:grpSpMkLst>
        </pc:grpChg>
        <pc:grpChg chg="del mod topLvl">
          <ac:chgData name="adilton junio" userId="66b3fade76ecdf97" providerId="LiveId" clId="{A46F4E48-C705-44C9-A099-EA6ACF000FB9}" dt="2024-07-16T18:42:11.601" v="789" actId="478"/>
          <ac:grpSpMkLst>
            <pc:docMk/>
            <pc:sldMk cId="2918556770" sldId="272"/>
            <ac:grpSpMk id="31" creationId="{6BEFE313-B14A-D407-6382-DD66DB533993}"/>
          </ac:grpSpMkLst>
        </pc:grpChg>
        <pc:grpChg chg="del mod topLvl">
          <ac:chgData name="adilton junio" userId="66b3fade76ecdf97" providerId="LiveId" clId="{A46F4E48-C705-44C9-A099-EA6ACF000FB9}" dt="2024-07-16T18:42:07.568" v="787" actId="478"/>
          <ac:grpSpMkLst>
            <pc:docMk/>
            <pc:sldMk cId="2918556770" sldId="272"/>
            <ac:grpSpMk id="32" creationId="{39E01C4A-DE56-014D-C604-4AF36AE9FE03}"/>
          </ac:grpSpMkLst>
        </pc:grpChg>
        <pc:grpChg chg="del mod topLvl">
          <ac:chgData name="adilton junio" userId="66b3fade76ecdf97" providerId="LiveId" clId="{A46F4E48-C705-44C9-A099-EA6ACF000FB9}" dt="2024-07-16T18:42:05.394" v="786" actId="478"/>
          <ac:grpSpMkLst>
            <pc:docMk/>
            <pc:sldMk cId="2918556770" sldId="272"/>
            <ac:grpSpMk id="33" creationId="{41091304-8D76-4C76-51D1-909D24952854}"/>
          </ac:grpSpMkLst>
        </pc:grpChg>
        <pc:grpChg chg="del mod topLvl">
          <ac:chgData name="adilton junio" userId="66b3fade76ecdf97" providerId="LiveId" clId="{A46F4E48-C705-44C9-A099-EA6ACF000FB9}" dt="2024-07-16T18:42:09.709" v="788" actId="478"/>
          <ac:grpSpMkLst>
            <pc:docMk/>
            <pc:sldMk cId="2918556770" sldId="272"/>
            <ac:grpSpMk id="34" creationId="{7D660E8D-787D-A022-9F06-967B1DFF2571}"/>
          </ac:grpSpMkLst>
        </pc:grpChg>
        <pc:grpChg chg="del mod topLvl">
          <ac:chgData name="adilton junio" userId="66b3fade76ecdf97" providerId="LiveId" clId="{A46F4E48-C705-44C9-A099-EA6ACF000FB9}" dt="2024-07-16T18:42:07.568" v="787" actId="478"/>
          <ac:grpSpMkLst>
            <pc:docMk/>
            <pc:sldMk cId="2918556770" sldId="272"/>
            <ac:grpSpMk id="35" creationId="{B250C30A-6CE2-1012-5635-92F7879C2CF1}"/>
          </ac:grpSpMkLst>
        </pc:grpChg>
        <pc:grpChg chg="del mod topLvl">
          <ac:chgData name="adilton junio" userId="66b3fade76ecdf97" providerId="LiveId" clId="{A46F4E48-C705-44C9-A099-EA6ACF000FB9}" dt="2024-07-16T18:42:00.861" v="783" actId="478"/>
          <ac:grpSpMkLst>
            <pc:docMk/>
            <pc:sldMk cId="2918556770" sldId="272"/>
            <ac:grpSpMk id="36" creationId="{38B9229B-2BCB-DF21-7E6F-132FE24AE70E}"/>
          </ac:grpSpMkLst>
        </pc:grpChg>
        <pc:grpChg chg="mod">
          <ac:chgData name="adilton junio" userId="66b3fade76ecdf97" providerId="LiveId" clId="{A46F4E48-C705-44C9-A099-EA6ACF000FB9}" dt="2024-07-16T18:41:58.896" v="782" actId="165"/>
          <ac:grpSpMkLst>
            <pc:docMk/>
            <pc:sldMk cId="2918556770" sldId="272"/>
            <ac:grpSpMk id="37" creationId="{71B021F0-3D3A-6095-F6CD-9FBA64242535}"/>
          </ac:grpSpMkLst>
        </pc:grpChg>
        <pc:grpChg chg="mod">
          <ac:chgData name="adilton junio" userId="66b3fade76ecdf97" providerId="LiveId" clId="{A46F4E48-C705-44C9-A099-EA6ACF000FB9}" dt="2024-07-16T18:41:58.896" v="782" actId="165"/>
          <ac:grpSpMkLst>
            <pc:docMk/>
            <pc:sldMk cId="2918556770" sldId="272"/>
            <ac:grpSpMk id="38" creationId="{293045BA-99E7-D671-3F8E-E14BB47FA8AA}"/>
          </ac:grpSpMkLst>
        </pc:grpChg>
        <pc:grpChg chg="mod">
          <ac:chgData name="adilton junio" userId="66b3fade76ecdf97" providerId="LiveId" clId="{A46F4E48-C705-44C9-A099-EA6ACF000FB9}" dt="2024-07-16T18:41:58.896" v="782" actId="165"/>
          <ac:grpSpMkLst>
            <pc:docMk/>
            <pc:sldMk cId="2918556770" sldId="272"/>
            <ac:grpSpMk id="39" creationId="{EF5E9994-4109-95EA-F3B9-E6DF3FEE96BA}"/>
          </ac:grpSpMkLst>
        </pc:grpChg>
        <pc:grpChg chg="mod">
          <ac:chgData name="adilton junio" userId="66b3fade76ecdf97" providerId="LiveId" clId="{A46F4E48-C705-44C9-A099-EA6ACF000FB9}" dt="2024-07-16T18:41:58.896" v="782" actId="165"/>
          <ac:grpSpMkLst>
            <pc:docMk/>
            <pc:sldMk cId="2918556770" sldId="272"/>
            <ac:grpSpMk id="41" creationId="{360B3166-D5C9-720C-8445-72519847650E}"/>
          </ac:grpSpMkLst>
        </pc:grpChg>
        <pc:grpChg chg="mod">
          <ac:chgData name="adilton junio" userId="66b3fade76ecdf97" providerId="LiveId" clId="{A46F4E48-C705-44C9-A099-EA6ACF000FB9}" dt="2024-07-16T18:41:58.896" v="782" actId="165"/>
          <ac:grpSpMkLst>
            <pc:docMk/>
            <pc:sldMk cId="2918556770" sldId="272"/>
            <ac:grpSpMk id="42" creationId="{B913DE2A-DCE7-BDB8-3D45-8A84A8C4F108}"/>
          </ac:grpSpMkLst>
        </pc:grpChg>
        <pc:grpChg chg="mod">
          <ac:chgData name="adilton junio" userId="66b3fade76ecdf97" providerId="LiveId" clId="{A46F4E48-C705-44C9-A099-EA6ACF000FB9}" dt="2024-07-16T18:41:58.896" v="782" actId="165"/>
          <ac:grpSpMkLst>
            <pc:docMk/>
            <pc:sldMk cId="2918556770" sldId="272"/>
            <ac:grpSpMk id="49" creationId="{451FE359-130F-81AA-C329-76C80F6A4AD3}"/>
          </ac:grpSpMkLst>
        </pc:grpChg>
        <pc:grpChg chg="mod">
          <ac:chgData name="adilton junio" userId="66b3fade76ecdf97" providerId="LiveId" clId="{A46F4E48-C705-44C9-A099-EA6ACF000FB9}" dt="2024-07-16T18:41:58.896" v="782" actId="165"/>
          <ac:grpSpMkLst>
            <pc:docMk/>
            <pc:sldMk cId="2918556770" sldId="272"/>
            <ac:grpSpMk id="50" creationId="{C5831D2D-B59F-AC92-2BD4-F4D435711B40}"/>
          </ac:grpSpMkLst>
        </pc:grpChg>
        <pc:grpChg chg="mod">
          <ac:chgData name="adilton junio" userId="66b3fade76ecdf97" providerId="LiveId" clId="{A46F4E48-C705-44C9-A099-EA6ACF000FB9}" dt="2024-07-16T18:41:58.896" v="782" actId="165"/>
          <ac:grpSpMkLst>
            <pc:docMk/>
            <pc:sldMk cId="2918556770" sldId="272"/>
            <ac:grpSpMk id="52" creationId="{C391C2C3-7034-5A05-3393-B5EE941C856D}"/>
          </ac:grpSpMkLst>
        </pc:grpChg>
        <pc:grpChg chg="mod">
          <ac:chgData name="adilton junio" userId="66b3fade76ecdf97" providerId="LiveId" clId="{A46F4E48-C705-44C9-A099-EA6ACF000FB9}" dt="2024-07-16T18:41:58.896" v="782" actId="165"/>
          <ac:grpSpMkLst>
            <pc:docMk/>
            <pc:sldMk cId="2918556770" sldId="272"/>
            <ac:grpSpMk id="63" creationId="{84A39BD2-2E52-CE94-F777-3E8980F1AD5A}"/>
          </ac:grpSpMkLst>
        </pc:grpChg>
        <pc:grpChg chg="mod">
          <ac:chgData name="adilton junio" userId="66b3fade76ecdf97" providerId="LiveId" clId="{A46F4E48-C705-44C9-A099-EA6ACF000FB9}" dt="2024-07-16T18:41:58.896" v="782" actId="165"/>
          <ac:grpSpMkLst>
            <pc:docMk/>
            <pc:sldMk cId="2918556770" sldId="272"/>
            <ac:grpSpMk id="64" creationId="{EBC53ECE-D9D2-4204-F676-1D740015A584}"/>
          </ac:grpSpMkLst>
        </pc:grpChg>
        <pc:grpChg chg="mod">
          <ac:chgData name="adilton junio" userId="66b3fade76ecdf97" providerId="LiveId" clId="{A46F4E48-C705-44C9-A099-EA6ACF000FB9}" dt="2024-07-16T18:41:58.896" v="782" actId="165"/>
          <ac:grpSpMkLst>
            <pc:docMk/>
            <pc:sldMk cId="2918556770" sldId="272"/>
            <ac:grpSpMk id="65" creationId="{E8B8AEE6-23A8-79CC-232F-B30A93A38D9D}"/>
          </ac:grpSpMkLst>
        </pc:grpChg>
        <pc:grpChg chg="mod">
          <ac:chgData name="adilton junio" userId="66b3fade76ecdf97" providerId="LiveId" clId="{A46F4E48-C705-44C9-A099-EA6ACF000FB9}" dt="2024-07-16T18:41:58.896" v="782" actId="165"/>
          <ac:grpSpMkLst>
            <pc:docMk/>
            <pc:sldMk cId="2918556770" sldId="272"/>
            <ac:grpSpMk id="66" creationId="{0A1D1C32-B085-D113-FACC-BFF3F40101D9}"/>
          </ac:grpSpMkLst>
        </pc:grpChg>
        <pc:grpChg chg="mod">
          <ac:chgData name="adilton junio" userId="66b3fade76ecdf97" providerId="LiveId" clId="{A46F4E48-C705-44C9-A099-EA6ACF000FB9}" dt="2024-07-16T18:41:58.896" v="782" actId="165"/>
          <ac:grpSpMkLst>
            <pc:docMk/>
            <pc:sldMk cId="2918556770" sldId="272"/>
            <ac:grpSpMk id="67" creationId="{32AE42AD-E017-1AAC-B014-F1E1C88B619F}"/>
          </ac:grpSpMkLst>
        </pc:grpChg>
        <pc:grpChg chg="mod">
          <ac:chgData name="adilton junio" userId="66b3fade76ecdf97" providerId="LiveId" clId="{A46F4E48-C705-44C9-A099-EA6ACF000FB9}" dt="2024-07-16T18:41:58.896" v="782" actId="165"/>
          <ac:grpSpMkLst>
            <pc:docMk/>
            <pc:sldMk cId="2918556770" sldId="272"/>
            <ac:grpSpMk id="74" creationId="{1FA733FE-1CBC-4390-83AE-16ED047453B2}"/>
          </ac:grpSpMkLst>
        </pc:grpChg>
        <pc:grpChg chg="mod">
          <ac:chgData name="adilton junio" userId="66b3fade76ecdf97" providerId="LiveId" clId="{A46F4E48-C705-44C9-A099-EA6ACF000FB9}" dt="2024-07-16T18:41:58.896" v="782" actId="165"/>
          <ac:grpSpMkLst>
            <pc:docMk/>
            <pc:sldMk cId="2918556770" sldId="272"/>
            <ac:grpSpMk id="75" creationId="{11E9F967-20AC-8519-A18A-C89703C95000}"/>
          </ac:grpSpMkLst>
        </pc:grpChg>
        <pc:grpChg chg="mod">
          <ac:chgData name="adilton junio" userId="66b3fade76ecdf97" providerId="LiveId" clId="{A46F4E48-C705-44C9-A099-EA6ACF000FB9}" dt="2024-07-16T18:41:58.896" v="782" actId="165"/>
          <ac:grpSpMkLst>
            <pc:docMk/>
            <pc:sldMk cId="2918556770" sldId="272"/>
            <ac:grpSpMk id="76" creationId="{0F51439C-8121-B17D-F18F-7C86338B6D36}"/>
          </ac:grpSpMkLst>
        </pc:grpChg>
        <pc:cxnChg chg="mod">
          <ac:chgData name="adilton junio" userId="66b3fade76ecdf97" providerId="LiveId" clId="{A46F4E48-C705-44C9-A099-EA6ACF000FB9}" dt="2024-07-17T13:37:37.332" v="970"/>
          <ac:cxnSpMkLst>
            <pc:docMk/>
            <pc:sldMk cId="2918556770" sldId="272"/>
            <ac:cxnSpMk id="7" creationId="{02942CBA-6B08-5EF2-1260-A27318B873A3}"/>
          </ac:cxnSpMkLst>
        </pc:cxnChg>
        <pc:cxnChg chg="mod">
          <ac:chgData name="adilton junio" userId="66b3fade76ecdf97" providerId="LiveId" clId="{A46F4E48-C705-44C9-A099-EA6ACF000FB9}" dt="2024-07-16T18:41:58.896" v="782" actId="165"/>
          <ac:cxnSpMkLst>
            <pc:docMk/>
            <pc:sldMk cId="2918556770" sldId="272"/>
            <ac:cxnSpMk id="89" creationId="{29BACBC2-A9C9-49A1-3EBE-A6BB117842D8}"/>
          </ac:cxnSpMkLst>
        </pc:cxnChg>
        <pc:cxnChg chg="mod">
          <ac:chgData name="adilton junio" userId="66b3fade76ecdf97" providerId="LiveId" clId="{A46F4E48-C705-44C9-A099-EA6ACF000FB9}" dt="2024-07-16T18:41:58.896" v="782" actId="165"/>
          <ac:cxnSpMkLst>
            <pc:docMk/>
            <pc:sldMk cId="2918556770" sldId="272"/>
            <ac:cxnSpMk id="90" creationId="{AEA365C5-49B6-5F94-4BC5-985FD89AC779}"/>
          </ac:cxnSpMkLst>
        </pc:cxnChg>
      </pc:sldChg>
      <pc:sldChg chg="addSp delSp modSp add del mod ord">
        <pc:chgData name="adilton junio" userId="66b3fade76ecdf97" providerId="LiveId" clId="{A46F4E48-C705-44C9-A099-EA6ACF000FB9}" dt="2024-07-17T16:01:59.105" v="2493" actId="47"/>
        <pc:sldMkLst>
          <pc:docMk/>
          <pc:sldMk cId="1270672191" sldId="273"/>
        </pc:sldMkLst>
        <pc:spChg chg="mod topLvl">
          <ac:chgData name="adilton junio" userId="66b3fade76ecdf97" providerId="LiveId" clId="{A46F4E48-C705-44C9-A099-EA6ACF000FB9}" dt="2024-07-17T15:14:42.667" v="1897" actId="1076"/>
          <ac:spMkLst>
            <pc:docMk/>
            <pc:sldMk cId="1270672191" sldId="273"/>
            <ac:spMk id="14" creationId="{94D5144B-E0E6-8D48-55E3-0B5A16C49B15}"/>
          </ac:spMkLst>
        </pc:spChg>
        <pc:spChg chg="del">
          <ac:chgData name="adilton junio" userId="66b3fade76ecdf97" providerId="LiveId" clId="{A46F4E48-C705-44C9-A099-EA6ACF000FB9}" dt="2024-07-17T15:13:41.308" v="1873" actId="478"/>
          <ac:spMkLst>
            <pc:docMk/>
            <pc:sldMk cId="1270672191" sldId="273"/>
            <ac:spMk id="17" creationId="{C5678170-CA2D-8AB7-0A6B-835769EDCC0C}"/>
          </ac:spMkLst>
        </pc:spChg>
        <pc:spChg chg="mod">
          <ac:chgData name="adilton junio" userId="66b3fade76ecdf97" providerId="LiveId" clId="{A46F4E48-C705-44C9-A099-EA6ACF000FB9}" dt="2024-07-17T15:46:50.491" v="2321" actId="14100"/>
          <ac:spMkLst>
            <pc:docMk/>
            <pc:sldMk cId="1270672191" sldId="273"/>
            <ac:spMk id="18" creationId="{55254BAB-9DE3-54E5-C42C-F5DBAE4432FF}"/>
          </ac:spMkLst>
        </pc:spChg>
        <pc:spChg chg="mod">
          <ac:chgData name="adilton junio" userId="66b3fade76ecdf97" providerId="LiveId" clId="{A46F4E48-C705-44C9-A099-EA6ACF000FB9}" dt="2024-07-17T15:26:57.531" v="2097" actId="1036"/>
          <ac:spMkLst>
            <pc:docMk/>
            <pc:sldMk cId="1270672191" sldId="273"/>
            <ac:spMk id="19" creationId="{839CBF87-0713-E3FD-6F4E-E3F16CE31027}"/>
          </ac:spMkLst>
        </pc:spChg>
        <pc:spChg chg="mod">
          <ac:chgData name="adilton junio" userId="66b3fade76ecdf97" providerId="LiveId" clId="{A46F4E48-C705-44C9-A099-EA6ACF000FB9}" dt="2024-07-17T15:46:56.623" v="2323" actId="1035"/>
          <ac:spMkLst>
            <pc:docMk/>
            <pc:sldMk cId="1270672191" sldId="273"/>
            <ac:spMk id="20" creationId="{5FE0C7CC-AE87-FA0E-B84D-749F9AD42BB8}"/>
          </ac:spMkLst>
        </pc:spChg>
        <pc:spChg chg="del">
          <ac:chgData name="adilton junio" userId="66b3fade76ecdf97" providerId="LiveId" clId="{A46F4E48-C705-44C9-A099-EA6ACF000FB9}" dt="2024-07-17T15:26:58.852" v="2098" actId="478"/>
          <ac:spMkLst>
            <pc:docMk/>
            <pc:sldMk cId="1270672191" sldId="273"/>
            <ac:spMk id="21" creationId="{92A8F3F1-BF54-4A8F-5B07-7B0AB07EE379}"/>
          </ac:spMkLst>
        </pc:spChg>
        <pc:spChg chg="del">
          <ac:chgData name="adilton junio" userId="66b3fade76ecdf97" providerId="LiveId" clId="{A46F4E48-C705-44C9-A099-EA6ACF000FB9}" dt="2024-07-17T14:56:17.071" v="1752" actId="478"/>
          <ac:spMkLst>
            <pc:docMk/>
            <pc:sldMk cId="1270672191" sldId="273"/>
            <ac:spMk id="22" creationId="{49077367-370F-EE24-E168-4960C19983BE}"/>
          </ac:spMkLst>
        </pc:spChg>
        <pc:spChg chg="mod topLvl">
          <ac:chgData name="adilton junio" userId="66b3fade76ecdf97" providerId="LiveId" clId="{A46F4E48-C705-44C9-A099-EA6ACF000FB9}" dt="2024-07-17T15:16:09.783" v="1914" actId="403"/>
          <ac:spMkLst>
            <pc:docMk/>
            <pc:sldMk cId="1270672191" sldId="273"/>
            <ac:spMk id="26" creationId="{3249032C-AFD4-E5EC-9AED-73A0B0E1E087}"/>
          </ac:spMkLst>
        </pc:spChg>
        <pc:spChg chg="mod topLvl">
          <ac:chgData name="adilton junio" userId="66b3fade76ecdf97" providerId="LiveId" clId="{A46F4E48-C705-44C9-A099-EA6ACF000FB9}" dt="2024-07-17T15:16:27.770" v="1928" actId="20577"/>
          <ac:spMkLst>
            <pc:docMk/>
            <pc:sldMk cId="1270672191" sldId="273"/>
            <ac:spMk id="27" creationId="{5C4D3DDB-4C41-563B-455D-4982819E54E6}"/>
          </ac:spMkLst>
        </pc:spChg>
        <pc:spChg chg="mod topLvl">
          <ac:chgData name="adilton junio" userId="66b3fade76ecdf97" providerId="LiveId" clId="{A46F4E48-C705-44C9-A099-EA6ACF000FB9}" dt="2024-07-17T15:16:31.021" v="1932" actId="20577"/>
          <ac:spMkLst>
            <pc:docMk/>
            <pc:sldMk cId="1270672191" sldId="273"/>
            <ac:spMk id="28" creationId="{048128AB-AB96-9B6D-3935-8C2C875D1B8E}"/>
          </ac:spMkLst>
        </pc:spChg>
        <pc:spChg chg="mod">
          <ac:chgData name="adilton junio" userId="66b3fade76ecdf97" providerId="LiveId" clId="{A46F4E48-C705-44C9-A099-EA6ACF000FB9}" dt="2024-07-17T14:52:53.844" v="1688" actId="108"/>
          <ac:spMkLst>
            <pc:docMk/>
            <pc:sldMk cId="1270672191" sldId="273"/>
            <ac:spMk id="30" creationId="{14DFDECB-0BDD-2589-CB78-B703AC78C54D}"/>
          </ac:spMkLst>
        </pc:spChg>
        <pc:spChg chg="mod">
          <ac:chgData name="adilton junio" userId="66b3fade76ecdf97" providerId="LiveId" clId="{A46F4E48-C705-44C9-A099-EA6ACF000FB9}" dt="2024-07-17T14:52:50.545" v="1687" actId="108"/>
          <ac:spMkLst>
            <pc:docMk/>
            <pc:sldMk cId="1270672191" sldId="273"/>
            <ac:spMk id="31" creationId="{9A010F09-EB6C-E016-AB68-489800DAB286}"/>
          </ac:spMkLst>
        </pc:spChg>
        <pc:spChg chg="mod">
          <ac:chgData name="adilton junio" userId="66b3fade76ecdf97" providerId="LiveId" clId="{A46F4E48-C705-44C9-A099-EA6ACF000FB9}" dt="2024-07-17T15:11:41.770" v="1809" actId="1076"/>
          <ac:spMkLst>
            <pc:docMk/>
            <pc:sldMk cId="1270672191" sldId="273"/>
            <ac:spMk id="37" creationId="{A3C98690-479E-4903-6000-A4FBB04E89D4}"/>
          </ac:spMkLst>
        </pc:spChg>
        <pc:spChg chg="mod topLvl">
          <ac:chgData name="adilton junio" userId="66b3fade76ecdf97" providerId="LiveId" clId="{A46F4E48-C705-44C9-A099-EA6ACF000FB9}" dt="2024-07-17T15:14:42.667" v="1897" actId="1076"/>
          <ac:spMkLst>
            <pc:docMk/>
            <pc:sldMk cId="1270672191" sldId="273"/>
            <ac:spMk id="39" creationId="{722828E4-8B91-0A39-CDD0-DC9E056B71E6}"/>
          </ac:spMkLst>
        </pc:spChg>
        <pc:spChg chg="mod topLvl">
          <ac:chgData name="adilton junio" userId="66b3fade76ecdf97" providerId="LiveId" clId="{A46F4E48-C705-44C9-A099-EA6ACF000FB9}" dt="2024-07-17T15:14:42.667" v="1897" actId="1076"/>
          <ac:spMkLst>
            <pc:docMk/>
            <pc:sldMk cId="1270672191" sldId="273"/>
            <ac:spMk id="42" creationId="{0220C587-7538-B23F-245C-2DFF839669C3}"/>
          </ac:spMkLst>
        </pc:spChg>
        <pc:spChg chg="mod topLvl">
          <ac:chgData name="adilton junio" userId="66b3fade76ecdf97" providerId="LiveId" clId="{A46F4E48-C705-44C9-A099-EA6ACF000FB9}" dt="2024-07-17T15:14:42.667" v="1897" actId="1076"/>
          <ac:spMkLst>
            <pc:docMk/>
            <pc:sldMk cId="1270672191" sldId="273"/>
            <ac:spMk id="43" creationId="{2131EC99-1D04-0D88-502E-04CBF261A5A7}"/>
          </ac:spMkLst>
        </pc:spChg>
        <pc:spChg chg="mod topLvl">
          <ac:chgData name="adilton junio" userId="66b3fade76ecdf97" providerId="LiveId" clId="{A46F4E48-C705-44C9-A099-EA6ACF000FB9}" dt="2024-07-17T15:15:35.581" v="1909" actId="1076"/>
          <ac:spMkLst>
            <pc:docMk/>
            <pc:sldMk cId="1270672191" sldId="273"/>
            <ac:spMk id="44" creationId="{1F45A3DF-0A88-4A87-4A97-268249D1CA97}"/>
          </ac:spMkLst>
        </pc:spChg>
        <pc:spChg chg="del mod topLvl">
          <ac:chgData name="adilton junio" userId="66b3fade76ecdf97" providerId="LiveId" clId="{A46F4E48-C705-44C9-A099-EA6ACF000FB9}" dt="2024-07-17T15:11:13.334" v="1800" actId="478"/>
          <ac:spMkLst>
            <pc:docMk/>
            <pc:sldMk cId="1270672191" sldId="273"/>
            <ac:spMk id="49" creationId="{0D25D60D-0584-339C-0692-59286CB8F950}"/>
          </ac:spMkLst>
        </pc:spChg>
        <pc:spChg chg="mod">
          <ac:chgData name="adilton junio" userId="66b3fade76ecdf97" providerId="LiveId" clId="{A46F4E48-C705-44C9-A099-EA6ACF000FB9}" dt="2024-07-17T15:13:12.970" v="1861"/>
          <ac:spMkLst>
            <pc:docMk/>
            <pc:sldMk cId="1270672191" sldId="273"/>
            <ac:spMk id="56" creationId="{E2B0E8F6-3A03-2939-81B6-C48A0F26D15D}"/>
          </ac:spMkLst>
        </pc:spChg>
        <pc:spChg chg="add mod">
          <ac:chgData name="adilton junio" userId="66b3fade76ecdf97" providerId="LiveId" clId="{A46F4E48-C705-44C9-A099-EA6ACF000FB9}" dt="2024-07-17T15:46:58.076" v="2324" actId="1035"/>
          <ac:spMkLst>
            <pc:docMk/>
            <pc:sldMk cId="1270672191" sldId="273"/>
            <ac:spMk id="63" creationId="{DB647140-62A7-6CF5-D4C1-650B3171CFAC}"/>
          </ac:spMkLst>
        </pc:spChg>
        <pc:spChg chg="mod">
          <ac:chgData name="adilton junio" userId="66b3fade76ecdf97" providerId="LiveId" clId="{A46F4E48-C705-44C9-A099-EA6ACF000FB9}" dt="2024-07-17T14:54:31.801" v="1741" actId="6549"/>
          <ac:spMkLst>
            <pc:docMk/>
            <pc:sldMk cId="1270672191" sldId="273"/>
            <ac:spMk id="92" creationId="{389AD4BA-DE4A-1658-2487-F94C2EEF6666}"/>
          </ac:spMkLst>
        </pc:spChg>
        <pc:spChg chg="del mod">
          <ac:chgData name="adilton junio" userId="66b3fade76ecdf97" providerId="LiveId" clId="{A46F4E48-C705-44C9-A099-EA6ACF000FB9}" dt="2024-07-17T15:49:07.358" v="2351" actId="478"/>
          <ac:spMkLst>
            <pc:docMk/>
            <pc:sldMk cId="1270672191" sldId="273"/>
            <ac:spMk id="94" creationId="{D1D8FCDA-4632-6080-1621-67CDF796C564}"/>
          </ac:spMkLst>
        </pc:spChg>
        <pc:grpChg chg="add del mod">
          <ac:chgData name="adilton junio" userId="66b3fade76ecdf97" providerId="LiveId" clId="{A46F4E48-C705-44C9-A099-EA6ACF000FB9}" dt="2024-07-17T15:08:22.862" v="1763" actId="165"/>
          <ac:grpSpMkLst>
            <pc:docMk/>
            <pc:sldMk cId="1270672191" sldId="273"/>
            <ac:grpSpMk id="10" creationId="{7F2EAB90-E378-6418-492B-10D45058040E}"/>
          </ac:grpSpMkLst>
        </pc:grpChg>
        <pc:grpChg chg="del">
          <ac:chgData name="adilton junio" userId="66b3fade76ecdf97" providerId="LiveId" clId="{A46F4E48-C705-44C9-A099-EA6ACF000FB9}" dt="2024-07-17T14:56:16.727" v="1751" actId="478"/>
          <ac:grpSpMkLst>
            <pc:docMk/>
            <pc:sldMk cId="1270672191" sldId="273"/>
            <ac:grpSpMk id="13" creationId="{33D1CCA9-C701-8F48-AB0F-762A7BC6A610}"/>
          </ac:grpSpMkLst>
        </pc:grpChg>
        <pc:grpChg chg="del">
          <ac:chgData name="adilton junio" userId="66b3fade76ecdf97" providerId="LiveId" clId="{A46F4E48-C705-44C9-A099-EA6ACF000FB9}" dt="2024-07-17T14:56:18.212" v="1753" actId="478"/>
          <ac:grpSpMkLst>
            <pc:docMk/>
            <pc:sldMk cId="1270672191" sldId="273"/>
            <ac:grpSpMk id="15" creationId="{7556C963-A053-B59E-3C4E-41069B8691D6}"/>
          </ac:grpSpMkLst>
        </pc:grpChg>
        <pc:grpChg chg="del mod topLvl">
          <ac:chgData name="adilton junio" userId="66b3fade76ecdf97" providerId="LiveId" clId="{A46F4E48-C705-44C9-A099-EA6ACF000FB9}" dt="2024-07-17T15:15:17.631" v="1904" actId="165"/>
          <ac:grpSpMkLst>
            <pc:docMk/>
            <pc:sldMk cId="1270672191" sldId="273"/>
            <ac:grpSpMk id="24" creationId="{617D3445-366D-91EC-85AE-FB78A1C2C3DE}"/>
          </ac:grpSpMkLst>
        </pc:grpChg>
        <pc:grpChg chg="del mod topLvl">
          <ac:chgData name="adilton junio" userId="66b3fade76ecdf97" providerId="LiveId" clId="{A46F4E48-C705-44C9-A099-EA6ACF000FB9}" dt="2024-07-17T15:09:20.460" v="1774" actId="165"/>
          <ac:grpSpMkLst>
            <pc:docMk/>
            <pc:sldMk cId="1270672191" sldId="273"/>
            <ac:grpSpMk id="25" creationId="{6558AEA2-9634-BB31-5C94-FC8BC13565E9}"/>
          </ac:grpSpMkLst>
        </pc:grpChg>
        <pc:grpChg chg="del mod topLvl">
          <ac:chgData name="adilton junio" userId="66b3fade76ecdf97" providerId="LiveId" clId="{A46F4E48-C705-44C9-A099-EA6ACF000FB9}" dt="2024-07-17T15:09:28.763" v="1776" actId="165"/>
          <ac:grpSpMkLst>
            <pc:docMk/>
            <pc:sldMk cId="1270672191" sldId="273"/>
            <ac:grpSpMk id="34" creationId="{8A587C89-3DB0-04A9-DF81-9D40A9DE9CC3}"/>
          </ac:grpSpMkLst>
        </pc:grpChg>
        <pc:grpChg chg="del mod topLvl">
          <ac:chgData name="adilton junio" userId="66b3fade76ecdf97" providerId="LiveId" clId="{A46F4E48-C705-44C9-A099-EA6ACF000FB9}" dt="2024-07-17T15:10:49.579" v="1796" actId="478"/>
          <ac:grpSpMkLst>
            <pc:docMk/>
            <pc:sldMk cId="1270672191" sldId="273"/>
            <ac:grpSpMk id="35" creationId="{E7048884-11A2-B89A-4E91-69B8538137E8}"/>
          </ac:grpSpMkLst>
        </pc:grpChg>
        <pc:grpChg chg="mod topLvl">
          <ac:chgData name="adilton junio" userId="66b3fade76ecdf97" providerId="LiveId" clId="{A46F4E48-C705-44C9-A099-EA6ACF000FB9}" dt="2024-07-17T15:14:42.667" v="1897" actId="1076"/>
          <ac:grpSpMkLst>
            <pc:docMk/>
            <pc:sldMk cId="1270672191" sldId="273"/>
            <ac:grpSpMk id="36" creationId="{8B61572D-4DAE-FEF2-F897-F074964BFA5C}"/>
          </ac:grpSpMkLst>
        </pc:grpChg>
        <pc:grpChg chg="add mod">
          <ac:chgData name="adilton junio" userId="66b3fade76ecdf97" providerId="LiveId" clId="{A46F4E48-C705-44C9-A099-EA6ACF000FB9}" dt="2024-07-17T15:10:46.006" v="1795" actId="338"/>
          <ac:grpSpMkLst>
            <pc:docMk/>
            <pc:sldMk cId="1270672191" sldId="273"/>
            <ac:grpSpMk id="47" creationId="{71C2D96F-212E-EF5A-CD18-BE21CC756D22}"/>
          </ac:grpSpMkLst>
        </pc:grpChg>
        <pc:grpChg chg="add del mod">
          <ac:chgData name="adilton junio" userId="66b3fade76ecdf97" providerId="LiveId" clId="{A46F4E48-C705-44C9-A099-EA6ACF000FB9}" dt="2024-07-17T15:11:13.334" v="1800" actId="478"/>
          <ac:grpSpMkLst>
            <pc:docMk/>
            <pc:sldMk cId="1270672191" sldId="273"/>
            <ac:grpSpMk id="48" creationId="{9353A942-9B47-747A-AC52-3F82248F5193}"/>
          </ac:grpSpMkLst>
        </pc:grpChg>
        <pc:grpChg chg="add mod">
          <ac:chgData name="adilton junio" userId="66b3fade76ecdf97" providerId="LiveId" clId="{A46F4E48-C705-44C9-A099-EA6ACF000FB9}" dt="2024-07-17T15:13:12.970" v="1861"/>
          <ac:grpSpMkLst>
            <pc:docMk/>
            <pc:sldMk cId="1270672191" sldId="273"/>
            <ac:grpSpMk id="55" creationId="{F8580D1D-C769-4A21-59FA-EF181F7EC046}"/>
          </ac:grpSpMkLst>
        </pc:grpChg>
        <pc:cxnChg chg="mod">
          <ac:chgData name="adilton junio" userId="66b3fade76ecdf97" providerId="LiveId" clId="{A46F4E48-C705-44C9-A099-EA6ACF000FB9}" dt="2024-07-17T15:15:28.693" v="1908" actId="1076"/>
          <ac:cxnSpMkLst>
            <pc:docMk/>
            <pc:sldMk cId="1270672191" sldId="273"/>
            <ac:cxnSpMk id="38" creationId="{9FB481F4-35E9-69F5-AFF2-76FD7F6D7837}"/>
          </ac:cxnSpMkLst>
        </pc:cxnChg>
        <pc:cxnChg chg="del mod topLvl">
          <ac:chgData name="adilton junio" userId="66b3fade76ecdf97" providerId="LiveId" clId="{A46F4E48-C705-44C9-A099-EA6ACF000FB9}" dt="2024-07-17T15:10:49.579" v="1796" actId="478"/>
          <ac:cxnSpMkLst>
            <pc:docMk/>
            <pc:sldMk cId="1270672191" sldId="273"/>
            <ac:cxnSpMk id="41" creationId="{EB755AF7-7755-FA9A-94B8-CA11D902E00D}"/>
          </ac:cxnSpMkLst>
        </pc:cxnChg>
        <pc:cxnChg chg="mod topLvl">
          <ac:chgData name="adilton junio" userId="66b3fade76ecdf97" providerId="LiveId" clId="{A46F4E48-C705-44C9-A099-EA6ACF000FB9}" dt="2024-07-17T15:15:24.072" v="1906" actId="14100"/>
          <ac:cxnSpMkLst>
            <pc:docMk/>
            <pc:sldMk cId="1270672191" sldId="273"/>
            <ac:cxnSpMk id="45" creationId="{4B976358-D9FD-1545-5FF0-AF658E00DA3B}"/>
          </ac:cxnSpMkLst>
        </pc:cxnChg>
        <pc:cxnChg chg="mod topLvl">
          <ac:chgData name="adilton junio" userId="66b3fade76ecdf97" providerId="LiveId" clId="{A46F4E48-C705-44C9-A099-EA6ACF000FB9}" dt="2024-07-17T15:15:03.204" v="1899" actId="14100"/>
          <ac:cxnSpMkLst>
            <pc:docMk/>
            <pc:sldMk cId="1270672191" sldId="273"/>
            <ac:cxnSpMk id="50" creationId="{9533CE13-CCBA-C2A4-A9E6-EC5F30E5C72A}"/>
          </ac:cxnSpMkLst>
        </pc:cxnChg>
        <pc:cxnChg chg="mod">
          <ac:chgData name="adilton junio" userId="66b3fade76ecdf97" providerId="LiveId" clId="{A46F4E48-C705-44C9-A099-EA6ACF000FB9}" dt="2024-07-17T15:13:12.970" v="1861"/>
          <ac:cxnSpMkLst>
            <pc:docMk/>
            <pc:sldMk cId="1270672191" sldId="273"/>
            <ac:cxnSpMk id="57" creationId="{F0A5718E-8917-EF50-0BA7-8A16E001DDE0}"/>
          </ac:cxnSpMkLst>
        </pc:cxnChg>
      </pc:sldChg>
      <pc:sldChg chg="addSp delSp modSp add mod ord">
        <pc:chgData name="adilton junio" userId="66b3fade76ecdf97" providerId="LiveId" clId="{A46F4E48-C705-44C9-A099-EA6ACF000FB9}" dt="2024-07-17T20:05:18.608" v="4242" actId="478"/>
        <pc:sldMkLst>
          <pc:docMk/>
          <pc:sldMk cId="1630422409" sldId="274"/>
        </pc:sldMkLst>
        <pc:spChg chg="add mod">
          <ac:chgData name="adilton junio" userId="66b3fade76ecdf97" providerId="LiveId" clId="{A46F4E48-C705-44C9-A099-EA6ACF000FB9}" dt="2024-07-17T15:49:11.405" v="2352"/>
          <ac:spMkLst>
            <pc:docMk/>
            <pc:sldMk cId="1630422409" sldId="274"/>
            <ac:spMk id="2" creationId="{1DB5A856-5198-C319-1FFD-099988BCC2E6}"/>
          </ac:spMkLst>
        </pc:spChg>
        <pc:spChg chg="add mod">
          <ac:chgData name="adilton junio" userId="66b3fade76ecdf97" providerId="LiveId" clId="{A46F4E48-C705-44C9-A099-EA6ACF000FB9}" dt="2024-07-17T15:49:11.405" v="2352"/>
          <ac:spMkLst>
            <pc:docMk/>
            <pc:sldMk cId="1630422409" sldId="274"/>
            <ac:spMk id="3" creationId="{917E3E46-208F-5149-1632-24D255A1806C}"/>
          </ac:spMkLst>
        </pc:spChg>
        <pc:spChg chg="add mod">
          <ac:chgData name="adilton junio" userId="66b3fade76ecdf97" providerId="LiveId" clId="{A46F4E48-C705-44C9-A099-EA6ACF000FB9}" dt="2024-07-17T15:49:11.405" v="2352"/>
          <ac:spMkLst>
            <pc:docMk/>
            <pc:sldMk cId="1630422409" sldId="274"/>
            <ac:spMk id="5" creationId="{D3DEB593-5547-FB9F-FF2F-70E6AEE7C4CF}"/>
          </ac:spMkLst>
        </pc:spChg>
        <pc:spChg chg="add mod">
          <ac:chgData name="adilton junio" userId="66b3fade76ecdf97" providerId="LiveId" clId="{A46F4E48-C705-44C9-A099-EA6ACF000FB9}" dt="2024-07-17T15:49:11.405" v="2352"/>
          <ac:spMkLst>
            <pc:docMk/>
            <pc:sldMk cId="1630422409" sldId="274"/>
            <ac:spMk id="7" creationId="{DFB5B515-79FF-AF65-7850-7E5054927DDB}"/>
          </ac:spMkLst>
        </pc:spChg>
        <pc:spChg chg="add mod">
          <ac:chgData name="adilton junio" userId="66b3fade76ecdf97" providerId="LiveId" clId="{A46F4E48-C705-44C9-A099-EA6ACF000FB9}" dt="2024-07-17T15:57:39.390" v="2426"/>
          <ac:spMkLst>
            <pc:docMk/>
            <pc:sldMk cId="1630422409" sldId="274"/>
            <ac:spMk id="10" creationId="{3647C786-1AFC-B9BF-904E-058F8AD29A93}"/>
          </ac:spMkLst>
        </pc:spChg>
        <pc:spChg chg="add mod">
          <ac:chgData name="adilton junio" userId="66b3fade76ecdf97" providerId="LiveId" clId="{A46F4E48-C705-44C9-A099-EA6ACF000FB9}" dt="2024-07-17T15:57:39.390" v="2426"/>
          <ac:spMkLst>
            <pc:docMk/>
            <pc:sldMk cId="1630422409" sldId="274"/>
            <ac:spMk id="11" creationId="{3B5C30A8-1145-32B0-B96E-D61A198D1419}"/>
          </ac:spMkLst>
        </pc:spChg>
        <pc:spChg chg="add mod">
          <ac:chgData name="adilton junio" userId="66b3fade76ecdf97" providerId="LiveId" clId="{A46F4E48-C705-44C9-A099-EA6ACF000FB9}" dt="2024-07-17T15:57:39.390" v="2426"/>
          <ac:spMkLst>
            <pc:docMk/>
            <pc:sldMk cId="1630422409" sldId="274"/>
            <ac:spMk id="12" creationId="{30088623-D4BD-4366-7213-A71353230F40}"/>
          </ac:spMkLst>
        </pc:spChg>
        <pc:spChg chg="add mod">
          <ac:chgData name="adilton junio" userId="66b3fade76ecdf97" providerId="LiveId" clId="{A46F4E48-C705-44C9-A099-EA6ACF000FB9}" dt="2024-07-17T15:57:39.390" v="2426"/>
          <ac:spMkLst>
            <pc:docMk/>
            <pc:sldMk cId="1630422409" sldId="274"/>
            <ac:spMk id="13" creationId="{1E8EAED9-5815-287E-0D98-93F94274223E}"/>
          </ac:spMkLst>
        </pc:spChg>
        <pc:spChg chg="mod">
          <ac:chgData name="adilton junio" userId="66b3fade76ecdf97" providerId="LiveId" clId="{A46F4E48-C705-44C9-A099-EA6ACF000FB9}" dt="2024-07-17T16:21:02.832" v="2845" actId="693"/>
          <ac:spMkLst>
            <pc:docMk/>
            <pc:sldMk cId="1630422409" sldId="274"/>
            <ac:spMk id="14" creationId="{94D5144B-E0E6-8D48-55E3-0B5A16C49B15}"/>
          </ac:spMkLst>
        </pc:spChg>
        <pc:spChg chg="add mod">
          <ac:chgData name="adilton junio" userId="66b3fade76ecdf97" providerId="LiveId" clId="{A46F4E48-C705-44C9-A099-EA6ACF000FB9}" dt="2024-07-17T16:13:20.084" v="2733" actId="20577"/>
          <ac:spMkLst>
            <pc:docMk/>
            <pc:sldMk cId="1630422409" sldId="274"/>
            <ac:spMk id="15" creationId="{FE575891-7567-E326-A2A2-3838D9129D13}"/>
          </ac:spMkLst>
        </pc:spChg>
        <pc:spChg chg="add del mod">
          <ac:chgData name="adilton junio" userId="66b3fade76ecdf97" providerId="LiveId" clId="{A46F4E48-C705-44C9-A099-EA6ACF000FB9}" dt="2024-07-17T16:11:19.853" v="2652" actId="478"/>
          <ac:spMkLst>
            <pc:docMk/>
            <pc:sldMk cId="1630422409" sldId="274"/>
            <ac:spMk id="16" creationId="{169D4B81-FB46-C3B1-0434-5690B65C6254}"/>
          </ac:spMkLst>
        </pc:spChg>
        <pc:spChg chg="add del mod">
          <ac:chgData name="adilton junio" userId="66b3fade76ecdf97" providerId="LiveId" clId="{A46F4E48-C705-44C9-A099-EA6ACF000FB9}" dt="2024-07-17T16:11:19.853" v="2652" actId="478"/>
          <ac:spMkLst>
            <pc:docMk/>
            <pc:sldMk cId="1630422409" sldId="274"/>
            <ac:spMk id="17" creationId="{D9AFFBBF-1106-AFF6-0758-4189C023994A}"/>
          </ac:spMkLst>
        </pc:spChg>
        <pc:spChg chg="del mod">
          <ac:chgData name="adilton junio" userId="66b3fade76ecdf97" providerId="LiveId" clId="{A46F4E48-C705-44C9-A099-EA6ACF000FB9}" dt="2024-07-17T16:14:26.900" v="2750" actId="478"/>
          <ac:spMkLst>
            <pc:docMk/>
            <pc:sldMk cId="1630422409" sldId="274"/>
            <ac:spMk id="18" creationId="{55254BAB-9DE3-54E5-C42C-F5DBAE4432FF}"/>
          </ac:spMkLst>
        </pc:spChg>
        <pc:spChg chg="del">
          <ac:chgData name="adilton junio" userId="66b3fade76ecdf97" providerId="LiveId" clId="{A46F4E48-C705-44C9-A099-EA6ACF000FB9}" dt="2024-07-17T15:36:51.768" v="2251" actId="478"/>
          <ac:spMkLst>
            <pc:docMk/>
            <pc:sldMk cId="1630422409" sldId="274"/>
            <ac:spMk id="19" creationId="{839CBF87-0713-E3FD-6F4E-E3F16CE31027}"/>
          </ac:spMkLst>
        </pc:spChg>
        <pc:spChg chg="del">
          <ac:chgData name="adilton junio" userId="66b3fade76ecdf97" providerId="LiveId" clId="{A46F4E48-C705-44C9-A099-EA6ACF000FB9}" dt="2024-07-17T15:36:51.768" v="2251" actId="478"/>
          <ac:spMkLst>
            <pc:docMk/>
            <pc:sldMk cId="1630422409" sldId="274"/>
            <ac:spMk id="20" creationId="{5FE0C7CC-AE87-FA0E-B84D-749F9AD42BB8}"/>
          </ac:spMkLst>
        </pc:spChg>
        <pc:spChg chg="add del mod">
          <ac:chgData name="adilton junio" userId="66b3fade76ecdf97" providerId="LiveId" clId="{A46F4E48-C705-44C9-A099-EA6ACF000FB9}" dt="2024-07-17T16:11:19.853" v="2652" actId="478"/>
          <ac:spMkLst>
            <pc:docMk/>
            <pc:sldMk cId="1630422409" sldId="274"/>
            <ac:spMk id="21" creationId="{05CC984C-1DE1-3A77-41E8-3595F2044500}"/>
          </ac:spMkLst>
        </pc:spChg>
        <pc:spChg chg="add mod">
          <ac:chgData name="adilton junio" userId="66b3fade76ecdf97" providerId="LiveId" clId="{A46F4E48-C705-44C9-A099-EA6ACF000FB9}" dt="2024-07-17T17:00:20.946" v="2980" actId="20577"/>
          <ac:spMkLst>
            <pc:docMk/>
            <pc:sldMk cId="1630422409" sldId="274"/>
            <ac:spMk id="22" creationId="{2E681D8B-2D12-8F34-236D-10DDFFEEBD4E}"/>
          </ac:spMkLst>
        </pc:spChg>
        <pc:spChg chg="add mod">
          <ac:chgData name="adilton junio" userId="66b3fade76ecdf97" providerId="LiveId" clId="{A46F4E48-C705-44C9-A099-EA6ACF000FB9}" dt="2024-07-17T16:22:15.344" v="2853" actId="20577"/>
          <ac:spMkLst>
            <pc:docMk/>
            <pc:sldMk cId="1630422409" sldId="274"/>
            <ac:spMk id="23" creationId="{B24280F9-EB39-F074-6E63-8C7D3C8875A2}"/>
          </ac:spMkLst>
        </pc:spChg>
        <pc:spChg chg="add mod">
          <ac:chgData name="adilton junio" userId="66b3fade76ecdf97" providerId="LiveId" clId="{A46F4E48-C705-44C9-A099-EA6ACF000FB9}" dt="2024-07-17T16:22:21.554" v="2856" actId="20577"/>
          <ac:spMkLst>
            <pc:docMk/>
            <pc:sldMk cId="1630422409" sldId="274"/>
            <ac:spMk id="24" creationId="{90D32FCC-9584-B139-A613-4ABFA69CAFD5}"/>
          </ac:spMkLst>
        </pc:spChg>
        <pc:spChg chg="add mod">
          <ac:chgData name="adilton junio" userId="66b3fade76ecdf97" providerId="LiveId" clId="{A46F4E48-C705-44C9-A099-EA6ACF000FB9}" dt="2024-07-17T16:22:47.057" v="2859" actId="20577"/>
          <ac:spMkLst>
            <pc:docMk/>
            <pc:sldMk cId="1630422409" sldId="274"/>
            <ac:spMk id="25" creationId="{0CB5022C-A688-733F-44D9-60BAA37CE597}"/>
          </ac:spMkLst>
        </pc:spChg>
        <pc:spChg chg="mod">
          <ac:chgData name="adilton junio" userId="66b3fade76ecdf97" providerId="LiveId" clId="{A46F4E48-C705-44C9-A099-EA6ACF000FB9}" dt="2024-07-17T16:15:11.190" v="2797" actId="1036"/>
          <ac:spMkLst>
            <pc:docMk/>
            <pc:sldMk cId="1630422409" sldId="274"/>
            <ac:spMk id="26" creationId="{3249032C-AFD4-E5EC-9AED-73A0B0E1E087}"/>
          </ac:spMkLst>
        </pc:spChg>
        <pc:spChg chg="del mod">
          <ac:chgData name="adilton junio" userId="66b3fade76ecdf97" providerId="LiveId" clId="{A46F4E48-C705-44C9-A099-EA6ACF000FB9}" dt="2024-07-17T16:14:54.809" v="2791" actId="478"/>
          <ac:spMkLst>
            <pc:docMk/>
            <pc:sldMk cId="1630422409" sldId="274"/>
            <ac:spMk id="27" creationId="{5C4D3DDB-4C41-563B-455D-4982819E54E6}"/>
          </ac:spMkLst>
        </pc:spChg>
        <pc:spChg chg="del mod">
          <ac:chgData name="adilton junio" userId="66b3fade76ecdf97" providerId="LiveId" clId="{A46F4E48-C705-44C9-A099-EA6ACF000FB9}" dt="2024-07-17T16:54:58.777" v="2949" actId="478"/>
          <ac:spMkLst>
            <pc:docMk/>
            <pc:sldMk cId="1630422409" sldId="274"/>
            <ac:spMk id="28" creationId="{048128AB-AB96-9B6D-3935-8C2C875D1B8E}"/>
          </ac:spMkLst>
        </pc:spChg>
        <pc:spChg chg="mod">
          <ac:chgData name="adilton junio" userId="66b3fade76ecdf97" providerId="LiveId" clId="{A46F4E48-C705-44C9-A099-EA6ACF000FB9}" dt="2024-07-17T18:26:57.380" v="3711" actId="20577"/>
          <ac:spMkLst>
            <pc:docMk/>
            <pc:sldMk cId="1630422409" sldId="274"/>
            <ac:spMk id="32" creationId="{4DB6C471-4B75-88CB-D110-8FD209D315E5}"/>
          </ac:spMkLst>
        </pc:spChg>
        <pc:spChg chg="add mod">
          <ac:chgData name="adilton junio" userId="66b3fade76ecdf97" providerId="LiveId" clId="{A46F4E48-C705-44C9-A099-EA6ACF000FB9}" dt="2024-07-17T16:24:02.319" v="2865"/>
          <ac:spMkLst>
            <pc:docMk/>
            <pc:sldMk cId="1630422409" sldId="274"/>
            <ac:spMk id="34" creationId="{E3C9281C-AB31-B6DA-850D-29A3764D0DF8}"/>
          </ac:spMkLst>
        </pc:spChg>
        <pc:spChg chg="add mod">
          <ac:chgData name="adilton junio" userId="66b3fade76ecdf97" providerId="LiveId" clId="{A46F4E48-C705-44C9-A099-EA6ACF000FB9}" dt="2024-07-17T16:24:17.476" v="2891" actId="164"/>
          <ac:spMkLst>
            <pc:docMk/>
            <pc:sldMk cId="1630422409" sldId="274"/>
            <ac:spMk id="35" creationId="{14B214F7-A59E-B555-E985-04636425BEAF}"/>
          </ac:spMkLst>
        </pc:spChg>
        <pc:spChg chg="mod">
          <ac:chgData name="adilton junio" userId="66b3fade76ecdf97" providerId="LiveId" clId="{A46F4E48-C705-44C9-A099-EA6ACF000FB9}" dt="2024-07-17T16:23:25.364" v="2864" actId="1076"/>
          <ac:spMkLst>
            <pc:docMk/>
            <pc:sldMk cId="1630422409" sldId="274"/>
            <ac:spMk id="39" creationId="{722828E4-8B91-0A39-CDD0-DC9E056B71E6}"/>
          </ac:spMkLst>
        </pc:spChg>
        <pc:spChg chg="add mod">
          <ac:chgData name="adilton junio" userId="66b3fade76ecdf97" providerId="LiveId" clId="{A46F4E48-C705-44C9-A099-EA6ACF000FB9}" dt="2024-07-17T16:24:51.537" v="2898" actId="1076"/>
          <ac:spMkLst>
            <pc:docMk/>
            <pc:sldMk cId="1630422409" sldId="274"/>
            <ac:spMk id="40" creationId="{9C1A9DD7-93DB-EA3C-A5BE-29A6158F003E}"/>
          </ac:spMkLst>
        </pc:spChg>
        <pc:spChg chg="mod">
          <ac:chgData name="adilton junio" userId="66b3fade76ecdf97" providerId="LiveId" clId="{A46F4E48-C705-44C9-A099-EA6ACF000FB9}" dt="2024-07-17T16:21:24.189" v="2848" actId="693"/>
          <ac:spMkLst>
            <pc:docMk/>
            <pc:sldMk cId="1630422409" sldId="274"/>
            <ac:spMk id="42" creationId="{0220C587-7538-B23F-245C-2DFF839669C3}"/>
          </ac:spMkLst>
        </pc:spChg>
        <pc:spChg chg="mod">
          <ac:chgData name="adilton junio" userId="66b3fade76ecdf97" providerId="LiveId" clId="{A46F4E48-C705-44C9-A099-EA6ACF000FB9}" dt="2024-07-17T16:21:34.701" v="2850" actId="693"/>
          <ac:spMkLst>
            <pc:docMk/>
            <pc:sldMk cId="1630422409" sldId="274"/>
            <ac:spMk id="43" creationId="{2131EC99-1D04-0D88-502E-04CBF261A5A7}"/>
          </ac:spMkLst>
        </pc:spChg>
        <pc:spChg chg="mod">
          <ac:chgData name="adilton junio" userId="66b3fade76ecdf97" providerId="LiveId" clId="{A46F4E48-C705-44C9-A099-EA6ACF000FB9}" dt="2024-07-17T16:15:11.190" v="2797" actId="1036"/>
          <ac:spMkLst>
            <pc:docMk/>
            <pc:sldMk cId="1630422409" sldId="274"/>
            <ac:spMk id="44" creationId="{1F45A3DF-0A88-4A87-4A97-268249D1CA97}"/>
          </ac:spMkLst>
        </pc:spChg>
        <pc:spChg chg="mod">
          <ac:chgData name="adilton junio" userId="66b3fade76ecdf97" providerId="LiveId" clId="{A46F4E48-C705-44C9-A099-EA6ACF000FB9}" dt="2024-07-17T16:24:56.907" v="2900"/>
          <ac:spMkLst>
            <pc:docMk/>
            <pc:sldMk cId="1630422409" sldId="274"/>
            <ac:spMk id="47" creationId="{A4124BDE-4BBA-B5DE-8648-E3BDC4E81DE4}"/>
          </ac:spMkLst>
        </pc:spChg>
        <pc:spChg chg="mod">
          <ac:chgData name="adilton junio" userId="66b3fade76ecdf97" providerId="LiveId" clId="{A46F4E48-C705-44C9-A099-EA6ACF000FB9}" dt="2024-07-17T16:24:56.907" v="2900"/>
          <ac:spMkLst>
            <pc:docMk/>
            <pc:sldMk cId="1630422409" sldId="274"/>
            <ac:spMk id="48" creationId="{73F21828-599D-DC78-D518-53C149407C72}"/>
          </ac:spMkLst>
        </pc:spChg>
        <pc:spChg chg="mod">
          <ac:chgData name="adilton junio" userId="66b3fade76ecdf97" providerId="LiveId" clId="{A46F4E48-C705-44C9-A099-EA6ACF000FB9}" dt="2024-07-17T16:25:00.806" v="2902"/>
          <ac:spMkLst>
            <pc:docMk/>
            <pc:sldMk cId="1630422409" sldId="274"/>
            <ac:spMk id="51" creationId="{FE2BA826-67F2-ADC0-B2E8-70D52FFB49F5}"/>
          </ac:spMkLst>
        </pc:spChg>
        <pc:spChg chg="mod">
          <ac:chgData name="adilton junio" userId="66b3fade76ecdf97" providerId="LiveId" clId="{A46F4E48-C705-44C9-A099-EA6ACF000FB9}" dt="2024-07-17T16:25:00.806" v="2902"/>
          <ac:spMkLst>
            <pc:docMk/>
            <pc:sldMk cId="1630422409" sldId="274"/>
            <ac:spMk id="52" creationId="{014B1110-65BB-83C2-1F0E-65F21B09F11F}"/>
          </ac:spMkLst>
        </pc:spChg>
        <pc:spChg chg="mod">
          <ac:chgData name="adilton junio" userId="66b3fade76ecdf97" providerId="LiveId" clId="{A46F4E48-C705-44C9-A099-EA6ACF000FB9}" dt="2024-07-17T16:25:09.250" v="2905"/>
          <ac:spMkLst>
            <pc:docMk/>
            <pc:sldMk cId="1630422409" sldId="274"/>
            <ac:spMk id="54" creationId="{98BAF521-14DB-0DDD-C2B6-1DB210A9BF83}"/>
          </ac:spMkLst>
        </pc:spChg>
        <pc:spChg chg="mod">
          <ac:chgData name="adilton junio" userId="66b3fade76ecdf97" providerId="LiveId" clId="{A46F4E48-C705-44C9-A099-EA6ACF000FB9}" dt="2024-07-17T16:25:09.250" v="2905"/>
          <ac:spMkLst>
            <pc:docMk/>
            <pc:sldMk cId="1630422409" sldId="274"/>
            <ac:spMk id="55" creationId="{E41C0CA8-A014-98C6-39F0-A653995DC34E}"/>
          </ac:spMkLst>
        </pc:spChg>
        <pc:spChg chg="add mod">
          <ac:chgData name="adilton junio" userId="66b3fade76ecdf97" providerId="LiveId" clId="{A46F4E48-C705-44C9-A099-EA6ACF000FB9}" dt="2024-07-17T16:26:01.144" v="2928" actId="164"/>
          <ac:spMkLst>
            <pc:docMk/>
            <pc:sldMk cId="1630422409" sldId="274"/>
            <ac:spMk id="56" creationId="{27B7F45F-0A58-E36F-0CE7-EF69E31D51D3}"/>
          </ac:spMkLst>
        </pc:spChg>
        <pc:spChg chg="mod topLvl">
          <ac:chgData name="adilton junio" userId="66b3fade76ecdf97" providerId="LiveId" clId="{A46F4E48-C705-44C9-A099-EA6ACF000FB9}" dt="2024-07-17T16:53:54.247" v="2942" actId="165"/>
          <ac:spMkLst>
            <pc:docMk/>
            <pc:sldMk cId="1630422409" sldId="274"/>
            <ac:spMk id="60" creationId="{8367181B-B174-7222-9059-AD9CC7B667D9}"/>
          </ac:spMkLst>
        </pc:spChg>
        <pc:spChg chg="mod">
          <ac:chgData name="adilton junio" userId="66b3fade76ecdf97" providerId="LiveId" clId="{A46F4E48-C705-44C9-A099-EA6ACF000FB9}" dt="2024-07-17T16:53:54.247" v="2942" actId="165"/>
          <ac:spMkLst>
            <pc:docMk/>
            <pc:sldMk cId="1630422409" sldId="274"/>
            <ac:spMk id="61" creationId="{A92396E5-A5D1-1FEA-76A9-E176AE7DEEDB}"/>
          </ac:spMkLst>
        </pc:spChg>
        <pc:spChg chg="mod">
          <ac:chgData name="adilton junio" userId="66b3fade76ecdf97" providerId="LiveId" clId="{A46F4E48-C705-44C9-A099-EA6ACF000FB9}" dt="2024-07-17T16:53:54.247" v="2942" actId="165"/>
          <ac:spMkLst>
            <pc:docMk/>
            <pc:sldMk cId="1630422409" sldId="274"/>
            <ac:spMk id="62" creationId="{7B3B77B0-4027-F8FB-6DFD-58C96E710B3F}"/>
          </ac:spMkLst>
        </pc:spChg>
        <pc:spChg chg="del">
          <ac:chgData name="adilton junio" userId="66b3fade76ecdf97" providerId="LiveId" clId="{A46F4E48-C705-44C9-A099-EA6ACF000FB9}" dt="2024-07-17T15:36:53.050" v="2252" actId="478"/>
          <ac:spMkLst>
            <pc:docMk/>
            <pc:sldMk cId="1630422409" sldId="274"/>
            <ac:spMk id="63" creationId="{DB647140-62A7-6CF5-D4C1-650B3171CFAC}"/>
          </ac:spMkLst>
        </pc:spChg>
        <pc:spChg chg="mod">
          <ac:chgData name="adilton junio" userId="66b3fade76ecdf97" providerId="LiveId" clId="{A46F4E48-C705-44C9-A099-EA6ACF000FB9}" dt="2024-07-17T16:53:30.062" v="2938" actId="20577"/>
          <ac:spMkLst>
            <pc:docMk/>
            <pc:sldMk cId="1630422409" sldId="274"/>
            <ac:spMk id="66" creationId="{103A5FD8-1C86-1CCC-FA77-7168A55B09CC}"/>
          </ac:spMkLst>
        </pc:spChg>
        <pc:spChg chg="mod">
          <ac:chgData name="adilton junio" userId="66b3fade76ecdf97" providerId="LiveId" clId="{A46F4E48-C705-44C9-A099-EA6ACF000FB9}" dt="2024-07-17T16:26:13.224" v="2931" actId="571"/>
          <ac:spMkLst>
            <pc:docMk/>
            <pc:sldMk cId="1630422409" sldId="274"/>
            <ac:spMk id="67" creationId="{05E59004-D7D4-347B-AB8C-B21BE4DD3485}"/>
          </ac:spMkLst>
        </pc:spChg>
        <pc:spChg chg="mod">
          <ac:chgData name="adilton junio" userId="66b3fade76ecdf97" providerId="LiveId" clId="{A46F4E48-C705-44C9-A099-EA6ACF000FB9}" dt="2024-07-17T16:26:13.224" v="2931" actId="571"/>
          <ac:spMkLst>
            <pc:docMk/>
            <pc:sldMk cId="1630422409" sldId="274"/>
            <ac:spMk id="68" creationId="{71F265C2-8540-8CE3-9E21-D95BF119043A}"/>
          </ac:spMkLst>
        </pc:spChg>
        <pc:spChg chg="add mod">
          <ac:chgData name="adilton junio" userId="66b3fade76ecdf97" providerId="LiveId" clId="{A46F4E48-C705-44C9-A099-EA6ACF000FB9}" dt="2024-07-17T17:44:33.895" v="3193" actId="1035"/>
          <ac:spMkLst>
            <pc:docMk/>
            <pc:sldMk cId="1630422409" sldId="274"/>
            <ac:spMk id="69" creationId="{FC60B356-1ADE-381F-211A-58EAAC72A0C0}"/>
          </ac:spMkLst>
        </pc:spChg>
        <pc:spChg chg="add del mod">
          <ac:chgData name="adilton junio" userId="66b3fade76ecdf97" providerId="LiveId" clId="{A46F4E48-C705-44C9-A099-EA6ACF000FB9}" dt="2024-07-17T17:47:29.573" v="3248" actId="478"/>
          <ac:spMkLst>
            <pc:docMk/>
            <pc:sldMk cId="1630422409" sldId="274"/>
            <ac:spMk id="70" creationId="{9B1CA937-986C-2942-F587-D7D1777D1C93}"/>
          </ac:spMkLst>
        </pc:spChg>
        <pc:spChg chg="add mod">
          <ac:chgData name="adilton junio" userId="66b3fade76ecdf97" providerId="LiveId" clId="{A46F4E48-C705-44C9-A099-EA6ACF000FB9}" dt="2024-07-17T17:35:39.558" v="3086" actId="571"/>
          <ac:spMkLst>
            <pc:docMk/>
            <pc:sldMk cId="1630422409" sldId="274"/>
            <ac:spMk id="71" creationId="{1D769649-D16B-C84E-FA75-69808126C0A6}"/>
          </ac:spMkLst>
        </pc:spChg>
        <pc:spChg chg="add mod">
          <ac:chgData name="adilton junio" userId="66b3fade76ecdf97" providerId="LiveId" clId="{A46F4E48-C705-44C9-A099-EA6ACF000FB9}" dt="2024-07-17T17:41:17.750" v="3177" actId="1036"/>
          <ac:spMkLst>
            <pc:docMk/>
            <pc:sldMk cId="1630422409" sldId="274"/>
            <ac:spMk id="72" creationId="{2B2252D7-BDB0-0800-4153-D51498FB71FE}"/>
          </ac:spMkLst>
        </pc:spChg>
        <pc:spChg chg="add mod">
          <ac:chgData name="adilton junio" userId="66b3fade76ecdf97" providerId="LiveId" clId="{A46F4E48-C705-44C9-A099-EA6ACF000FB9}" dt="2024-07-17T17:47:48.671" v="3267" actId="20577"/>
          <ac:spMkLst>
            <pc:docMk/>
            <pc:sldMk cId="1630422409" sldId="274"/>
            <ac:spMk id="73" creationId="{65843819-16A7-23E6-11AF-74F186A3000C}"/>
          </ac:spMkLst>
        </pc:spChg>
        <pc:spChg chg="add mod">
          <ac:chgData name="adilton junio" userId="66b3fade76ecdf97" providerId="LiveId" clId="{A46F4E48-C705-44C9-A099-EA6ACF000FB9}" dt="2024-07-17T17:47:34.325" v="3260" actId="1036"/>
          <ac:spMkLst>
            <pc:docMk/>
            <pc:sldMk cId="1630422409" sldId="274"/>
            <ac:spMk id="74" creationId="{70751F3A-EE5D-6903-6D46-1FBEB1F8DE30}"/>
          </ac:spMkLst>
        </pc:spChg>
        <pc:spChg chg="add del mod">
          <ac:chgData name="adilton junio" userId="66b3fade76ecdf97" providerId="LiveId" clId="{A46F4E48-C705-44C9-A099-EA6ACF000FB9}" dt="2024-07-17T20:05:18.608" v="4242" actId="478"/>
          <ac:spMkLst>
            <pc:docMk/>
            <pc:sldMk cId="1630422409" sldId="274"/>
            <ac:spMk id="75" creationId="{36552A90-CCAA-81FC-54BB-9C3AAC8F6BE8}"/>
          </ac:spMkLst>
        </pc:spChg>
        <pc:spChg chg="mod">
          <ac:chgData name="adilton junio" userId="66b3fade76ecdf97" providerId="LiveId" clId="{A46F4E48-C705-44C9-A099-EA6ACF000FB9}" dt="2024-07-17T16:19:04.320" v="2832" actId="20577"/>
          <ac:spMkLst>
            <pc:docMk/>
            <pc:sldMk cId="1630422409" sldId="274"/>
            <ac:spMk id="92" creationId="{389AD4BA-DE4A-1658-2487-F94C2EEF6666}"/>
          </ac:spMkLst>
        </pc:spChg>
        <pc:spChg chg="add del mod">
          <ac:chgData name="adilton junio" userId="66b3fade76ecdf97" providerId="LiveId" clId="{A46F4E48-C705-44C9-A099-EA6ACF000FB9}" dt="2024-07-17T16:14:28.125" v="2751" actId="478"/>
          <ac:spMkLst>
            <pc:docMk/>
            <pc:sldMk cId="1630422409" sldId="274"/>
            <ac:spMk id="94" creationId="{D1D8FCDA-4632-6080-1621-67CDF796C564}"/>
          </ac:spMkLst>
        </pc:spChg>
        <pc:grpChg chg="mod">
          <ac:chgData name="adilton junio" userId="66b3fade76ecdf97" providerId="LiveId" clId="{A46F4E48-C705-44C9-A099-EA6ACF000FB9}" dt="2024-07-17T16:15:11.190" v="2797" actId="1036"/>
          <ac:grpSpMkLst>
            <pc:docMk/>
            <pc:sldMk cId="1630422409" sldId="274"/>
            <ac:grpSpMk id="36" creationId="{8B61572D-4DAE-FEF2-F897-F074964BFA5C}"/>
          </ac:grpSpMkLst>
        </pc:grpChg>
        <pc:grpChg chg="add mod">
          <ac:chgData name="adilton junio" userId="66b3fade76ecdf97" providerId="LiveId" clId="{A46F4E48-C705-44C9-A099-EA6ACF000FB9}" dt="2024-07-17T16:26:01.144" v="2928" actId="164"/>
          <ac:grpSpMkLst>
            <pc:docMk/>
            <pc:sldMk cId="1630422409" sldId="274"/>
            <ac:grpSpMk id="41" creationId="{36A261E2-3099-F4AE-050A-E4A3777B8FD3}"/>
          </ac:grpSpMkLst>
        </pc:grpChg>
        <pc:grpChg chg="add mod">
          <ac:chgData name="adilton junio" userId="66b3fade76ecdf97" providerId="LiveId" clId="{A46F4E48-C705-44C9-A099-EA6ACF000FB9}" dt="2024-07-17T16:25:20.306" v="2910" actId="1076"/>
          <ac:grpSpMkLst>
            <pc:docMk/>
            <pc:sldMk cId="1630422409" sldId="274"/>
            <ac:grpSpMk id="46" creationId="{13715915-2C02-FAC2-B966-EBCC35C77179}"/>
          </ac:grpSpMkLst>
        </pc:grpChg>
        <pc:grpChg chg="add mod">
          <ac:chgData name="adilton junio" userId="66b3fade76ecdf97" providerId="LiveId" clId="{A46F4E48-C705-44C9-A099-EA6ACF000FB9}" dt="2024-07-17T16:25:19.196" v="2909" actId="1076"/>
          <ac:grpSpMkLst>
            <pc:docMk/>
            <pc:sldMk cId="1630422409" sldId="274"/>
            <ac:grpSpMk id="49" creationId="{ECF2EEBF-857C-2292-67A1-847DE667AF69}"/>
          </ac:grpSpMkLst>
        </pc:grpChg>
        <pc:grpChg chg="add mod">
          <ac:chgData name="adilton junio" userId="66b3fade76ecdf97" providerId="LiveId" clId="{A46F4E48-C705-44C9-A099-EA6ACF000FB9}" dt="2024-07-17T16:25:17.868" v="2907" actId="1076"/>
          <ac:grpSpMkLst>
            <pc:docMk/>
            <pc:sldMk cId="1630422409" sldId="274"/>
            <ac:grpSpMk id="53" creationId="{457BC55B-CDA0-047C-9688-4F75CC84C2E9}"/>
          </ac:grpSpMkLst>
        </pc:grpChg>
        <pc:grpChg chg="add mod">
          <ac:chgData name="adilton junio" userId="66b3fade76ecdf97" providerId="LiveId" clId="{A46F4E48-C705-44C9-A099-EA6ACF000FB9}" dt="2024-07-17T16:26:01.144" v="2928" actId="164"/>
          <ac:grpSpMkLst>
            <pc:docMk/>
            <pc:sldMk cId="1630422409" sldId="274"/>
            <ac:grpSpMk id="57" creationId="{1EACEB1E-8569-0ADF-A8AF-4D5D62DB2487}"/>
          </ac:grpSpMkLst>
        </pc:grpChg>
        <pc:grpChg chg="add del mod">
          <ac:chgData name="adilton junio" userId="66b3fade76ecdf97" providerId="LiveId" clId="{A46F4E48-C705-44C9-A099-EA6ACF000FB9}" dt="2024-07-17T16:53:54.247" v="2942" actId="165"/>
          <ac:grpSpMkLst>
            <pc:docMk/>
            <pc:sldMk cId="1630422409" sldId="274"/>
            <ac:grpSpMk id="58" creationId="{2BE5D60F-E02F-551C-8718-DCB5EEA141F4}"/>
          </ac:grpSpMkLst>
        </pc:grpChg>
        <pc:grpChg chg="mod topLvl">
          <ac:chgData name="adilton junio" userId="66b3fade76ecdf97" providerId="LiveId" clId="{A46F4E48-C705-44C9-A099-EA6ACF000FB9}" dt="2024-07-17T16:53:59.793" v="2944" actId="1035"/>
          <ac:grpSpMkLst>
            <pc:docMk/>
            <pc:sldMk cId="1630422409" sldId="274"/>
            <ac:grpSpMk id="59" creationId="{EA77A0B7-2E7F-36CC-53CB-59515E22ED8F}"/>
          </ac:grpSpMkLst>
        </pc:grpChg>
        <pc:grpChg chg="add mod">
          <ac:chgData name="adilton junio" userId="66b3fade76ecdf97" providerId="LiveId" clId="{A46F4E48-C705-44C9-A099-EA6ACF000FB9}" dt="2024-07-17T16:54:13.914" v="2948" actId="1076"/>
          <ac:grpSpMkLst>
            <pc:docMk/>
            <pc:sldMk cId="1630422409" sldId="274"/>
            <ac:grpSpMk id="64" creationId="{20ED0C21-A564-8B2B-7F3E-561F7B10F9B6}"/>
          </ac:grpSpMkLst>
        </pc:grpChg>
        <pc:grpChg chg="mod">
          <ac:chgData name="adilton junio" userId="66b3fade76ecdf97" providerId="LiveId" clId="{A46F4E48-C705-44C9-A099-EA6ACF000FB9}" dt="2024-07-17T16:26:13.224" v="2931" actId="571"/>
          <ac:grpSpMkLst>
            <pc:docMk/>
            <pc:sldMk cId="1630422409" sldId="274"/>
            <ac:grpSpMk id="65" creationId="{3FCAB255-2CBA-DE91-7761-95CF02D95D33}"/>
          </ac:grpSpMkLst>
        </pc:grpChg>
        <pc:cxnChg chg="mod">
          <ac:chgData name="adilton junio" userId="66b3fade76ecdf97" providerId="LiveId" clId="{A46F4E48-C705-44C9-A099-EA6ACF000FB9}" dt="2024-07-17T16:15:11.190" v="2797" actId="1036"/>
          <ac:cxnSpMkLst>
            <pc:docMk/>
            <pc:sldMk cId="1630422409" sldId="274"/>
            <ac:cxnSpMk id="45" creationId="{4B976358-D9FD-1545-5FF0-AF658E00DA3B}"/>
          </ac:cxnSpMkLst>
        </pc:cxnChg>
        <pc:cxnChg chg="mod">
          <ac:chgData name="adilton junio" userId="66b3fade76ecdf97" providerId="LiveId" clId="{A46F4E48-C705-44C9-A099-EA6ACF000FB9}" dt="2024-07-17T16:15:11.190" v="2797" actId="1036"/>
          <ac:cxnSpMkLst>
            <pc:docMk/>
            <pc:sldMk cId="1630422409" sldId="274"/>
            <ac:cxnSpMk id="50" creationId="{9533CE13-CCBA-C2A4-A9E6-EC5F30E5C72A}"/>
          </ac:cxnSpMkLst>
        </pc:cxnChg>
      </pc:sldChg>
      <pc:sldChg chg="addSp delSp modSp add mod ord">
        <pc:chgData name="adilton junio" userId="66b3fade76ecdf97" providerId="LiveId" clId="{A46F4E48-C705-44C9-A099-EA6ACF000FB9}" dt="2024-07-17T20:53:44.416" v="4984" actId="20577"/>
        <pc:sldMkLst>
          <pc:docMk/>
          <pc:sldMk cId="473031735" sldId="275"/>
        </pc:sldMkLst>
        <pc:spChg chg="add mod">
          <ac:chgData name="adilton junio" userId="66b3fade76ecdf97" providerId="LiveId" clId="{A46F4E48-C705-44C9-A099-EA6ACF000FB9}" dt="2024-07-17T16:14:04.973" v="2734"/>
          <ac:spMkLst>
            <pc:docMk/>
            <pc:sldMk cId="473031735" sldId="275"/>
            <ac:spMk id="2" creationId="{241CB4CE-83C8-19C5-74B3-B0898ED76721}"/>
          </ac:spMkLst>
        </pc:spChg>
        <pc:spChg chg="mod">
          <ac:chgData name="adilton junio" userId="66b3fade76ecdf97" providerId="LiveId" clId="{A46F4E48-C705-44C9-A099-EA6ACF000FB9}" dt="2024-07-17T16:14:17.745" v="2749" actId="1035"/>
          <ac:spMkLst>
            <pc:docMk/>
            <pc:sldMk cId="473031735" sldId="275"/>
            <ac:spMk id="15" creationId="{FE575891-7567-E326-A2A2-3838D9129D13}"/>
          </ac:spMkLst>
        </pc:spChg>
        <pc:spChg chg="mod">
          <ac:chgData name="adilton junio" userId="66b3fade76ecdf97" providerId="LiveId" clId="{A46F4E48-C705-44C9-A099-EA6ACF000FB9}" dt="2024-07-17T16:14:17.745" v="2749" actId="1035"/>
          <ac:spMkLst>
            <pc:docMk/>
            <pc:sldMk cId="473031735" sldId="275"/>
            <ac:spMk id="16" creationId="{169D4B81-FB46-C3B1-0434-5690B65C6254}"/>
          </ac:spMkLst>
        </pc:spChg>
        <pc:spChg chg="mod">
          <ac:chgData name="adilton junio" userId="66b3fade76ecdf97" providerId="LiveId" clId="{A46F4E48-C705-44C9-A099-EA6ACF000FB9}" dt="2024-07-17T16:14:17.745" v="2749" actId="1035"/>
          <ac:spMkLst>
            <pc:docMk/>
            <pc:sldMk cId="473031735" sldId="275"/>
            <ac:spMk id="17" creationId="{D9AFFBBF-1106-AFF6-0758-4189C023994A}"/>
          </ac:spMkLst>
        </pc:spChg>
        <pc:spChg chg="del">
          <ac:chgData name="adilton junio" userId="66b3fade76ecdf97" providerId="LiveId" clId="{A46F4E48-C705-44C9-A099-EA6ACF000FB9}" dt="2024-07-17T16:09:07.801" v="2651" actId="478"/>
          <ac:spMkLst>
            <pc:docMk/>
            <pc:sldMk cId="473031735" sldId="275"/>
            <ac:spMk id="18" creationId="{55254BAB-9DE3-54E5-C42C-F5DBAE4432FF}"/>
          </ac:spMkLst>
        </pc:spChg>
        <pc:spChg chg="mod">
          <ac:chgData name="adilton junio" userId="66b3fade76ecdf97" providerId="LiveId" clId="{A46F4E48-C705-44C9-A099-EA6ACF000FB9}" dt="2024-07-17T16:14:17.745" v="2749" actId="1035"/>
          <ac:spMkLst>
            <pc:docMk/>
            <pc:sldMk cId="473031735" sldId="275"/>
            <ac:spMk id="21" creationId="{05CC984C-1DE1-3A77-41E8-3595F2044500}"/>
          </ac:spMkLst>
        </pc:spChg>
        <pc:spChg chg="mod">
          <ac:chgData name="adilton junio" userId="66b3fade76ecdf97" providerId="LiveId" clId="{A46F4E48-C705-44C9-A099-EA6ACF000FB9}" dt="2024-07-17T20:43:34.385" v="4721" actId="20577"/>
          <ac:spMkLst>
            <pc:docMk/>
            <pc:sldMk cId="473031735" sldId="275"/>
            <ac:spMk id="27" creationId="{5C4D3DDB-4C41-563B-455D-4982819E54E6}"/>
          </ac:spMkLst>
        </pc:spChg>
        <pc:spChg chg="mod">
          <ac:chgData name="adilton junio" userId="66b3fade76ecdf97" providerId="LiveId" clId="{A46F4E48-C705-44C9-A099-EA6ACF000FB9}" dt="2024-07-17T20:53:44.416" v="4984" actId="20577"/>
          <ac:spMkLst>
            <pc:docMk/>
            <pc:sldMk cId="473031735" sldId="275"/>
            <ac:spMk id="28" creationId="{048128AB-AB96-9B6D-3935-8C2C875D1B8E}"/>
          </ac:spMkLst>
        </pc:spChg>
        <pc:spChg chg="mod">
          <ac:chgData name="adilton junio" userId="66b3fade76ecdf97" providerId="LiveId" clId="{A46F4E48-C705-44C9-A099-EA6ACF000FB9}" dt="2024-07-17T18:26:55.034" v="3710" actId="20577"/>
          <ac:spMkLst>
            <pc:docMk/>
            <pc:sldMk cId="473031735" sldId="275"/>
            <ac:spMk id="32" creationId="{4DB6C471-4B75-88CB-D110-8FD209D315E5}"/>
          </ac:spMkLst>
        </pc:spChg>
        <pc:spChg chg="mod">
          <ac:chgData name="adilton junio" userId="66b3fade76ecdf97" providerId="LiveId" clId="{A46F4E48-C705-44C9-A099-EA6ACF000FB9}" dt="2024-07-17T16:14:14.556" v="2739" actId="14100"/>
          <ac:spMkLst>
            <pc:docMk/>
            <pc:sldMk cId="473031735" sldId="275"/>
            <ac:spMk id="92" creationId="{389AD4BA-DE4A-1658-2487-F94C2EEF6666}"/>
          </ac:spMkLst>
        </pc:spChg>
        <pc:spChg chg="mod">
          <ac:chgData name="adilton junio" userId="66b3fade76ecdf97" providerId="LiveId" clId="{A46F4E48-C705-44C9-A099-EA6ACF000FB9}" dt="2024-07-17T16:18:54.344" v="2819" actId="20577"/>
          <ac:spMkLst>
            <pc:docMk/>
            <pc:sldMk cId="473031735" sldId="275"/>
            <ac:spMk id="94" creationId="{D1D8FCDA-4632-6080-1621-67CDF796C564}"/>
          </ac:spMkLst>
        </pc:spChg>
      </pc:sldChg>
      <pc:sldChg chg="addSp delSp modSp add mod">
        <pc:chgData name="adilton junio" userId="66b3fade76ecdf97" providerId="LiveId" clId="{A46F4E48-C705-44C9-A099-EA6ACF000FB9}" dt="2024-07-17T18:44:02.905" v="3908" actId="1036"/>
        <pc:sldMkLst>
          <pc:docMk/>
          <pc:sldMk cId="2749496167" sldId="276"/>
        </pc:sldMkLst>
        <pc:spChg chg="add mod">
          <ac:chgData name="adilton junio" userId="66b3fade76ecdf97" providerId="LiveId" clId="{A46F4E48-C705-44C9-A099-EA6ACF000FB9}" dt="2024-07-17T18:03:25.239" v="3557" actId="1035"/>
          <ac:spMkLst>
            <pc:docMk/>
            <pc:sldMk cId="2749496167" sldId="276"/>
            <ac:spMk id="2" creationId="{5F4E5046-FAD1-4CA8-3416-68707FD9EB48}"/>
          </ac:spMkLst>
        </pc:spChg>
        <pc:spChg chg="add mod">
          <ac:chgData name="adilton junio" userId="66b3fade76ecdf97" providerId="LiveId" clId="{A46F4E48-C705-44C9-A099-EA6ACF000FB9}" dt="2024-07-17T18:03:25.239" v="3557" actId="1035"/>
          <ac:spMkLst>
            <pc:docMk/>
            <pc:sldMk cId="2749496167" sldId="276"/>
            <ac:spMk id="3" creationId="{3BFA5389-C648-E072-8A98-9F62C7AC95E2}"/>
          </ac:spMkLst>
        </pc:spChg>
        <pc:spChg chg="add mod">
          <ac:chgData name="adilton junio" userId="66b3fade76ecdf97" providerId="LiveId" clId="{A46F4E48-C705-44C9-A099-EA6ACF000FB9}" dt="2024-07-17T18:03:59.887" v="3588" actId="1036"/>
          <ac:spMkLst>
            <pc:docMk/>
            <pc:sldMk cId="2749496167" sldId="276"/>
            <ac:spMk id="5" creationId="{47EC93A1-8D66-50F2-3F44-1DA036EED29C}"/>
          </ac:spMkLst>
        </pc:spChg>
        <pc:spChg chg="add mod">
          <ac:chgData name="adilton junio" userId="66b3fade76ecdf97" providerId="LiveId" clId="{A46F4E48-C705-44C9-A099-EA6ACF000FB9}" dt="2024-07-17T18:43:05.381" v="3905" actId="20577"/>
          <ac:spMkLst>
            <pc:docMk/>
            <pc:sldMk cId="2749496167" sldId="276"/>
            <ac:spMk id="7" creationId="{D96D10D0-D58C-B778-D303-CD2BD1C13C16}"/>
          </ac:spMkLst>
        </pc:spChg>
        <pc:spChg chg="add mod">
          <ac:chgData name="adilton junio" userId="66b3fade76ecdf97" providerId="LiveId" clId="{A46F4E48-C705-44C9-A099-EA6ACF000FB9}" dt="2024-07-17T18:03:57.383" v="3584" actId="1036"/>
          <ac:spMkLst>
            <pc:docMk/>
            <pc:sldMk cId="2749496167" sldId="276"/>
            <ac:spMk id="10" creationId="{D86EA7A2-A1C0-1258-B263-A2F345916762}"/>
          </ac:spMkLst>
        </pc:spChg>
        <pc:spChg chg="add mod">
          <ac:chgData name="adilton junio" userId="66b3fade76ecdf97" providerId="LiveId" clId="{A46F4E48-C705-44C9-A099-EA6ACF000FB9}" dt="2024-07-17T18:08:42.795" v="3647" actId="6549"/>
          <ac:spMkLst>
            <pc:docMk/>
            <pc:sldMk cId="2749496167" sldId="276"/>
            <ac:spMk id="11" creationId="{66802B92-6147-8246-DAFF-70970DA63A8A}"/>
          </ac:spMkLst>
        </pc:spChg>
        <pc:spChg chg="add mod">
          <ac:chgData name="adilton junio" userId="66b3fade76ecdf97" providerId="LiveId" clId="{A46F4E48-C705-44C9-A099-EA6ACF000FB9}" dt="2024-07-17T18:05:37.218" v="3606" actId="114"/>
          <ac:spMkLst>
            <pc:docMk/>
            <pc:sldMk cId="2749496167" sldId="276"/>
            <ac:spMk id="12" creationId="{A5E1EE2E-2929-C14A-5422-046D2B505A32}"/>
          </ac:spMkLst>
        </pc:spChg>
        <pc:spChg chg="del">
          <ac:chgData name="adilton junio" userId="66b3fade76ecdf97" providerId="LiveId" clId="{A46F4E48-C705-44C9-A099-EA6ACF000FB9}" dt="2024-07-17T18:03:05.226" v="3419" actId="478"/>
          <ac:spMkLst>
            <pc:docMk/>
            <pc:sldMk cId="2749496167" sldId="276"/>
            <ac:spMk id="15" creationId="{FE575891-7567-E326-A2A2-3838D9129D13}"/>
          </ac:spMkLst>
        </pc:spChg>
        <pc:spChg chg="del mod">
          <ac:chgData name="adilton junio" userId="66b3fade76ecdf97" providerId="LiveId" clId="{A46F4E48-C705-44C9-A099-EA6ACF000FB9}" dt="2024-07-17T18:03:03.641" v="3418" actId="478"/>
          <ac:spMkLst>
            <pc:docMk/>
            <pc:sldMk cId="2749496167" sldId="276"/>
            <ac:spMk id="22" creationId="{2E681D8B-2D12-8F34-236D-10DDFFEEBD4E}"/>
          </ac:spMkLst>
        </pc:spChg>
        <pc:spChg chg="mod">
          <ac:chgData name="adilton junio" userId="66b3fade76ecdf97" providerId="LiveId" clId="{A46F4E48-C705-44C9-A099-EA6ACF000FB9}" dt="2024-07-17T18:26:59.239" v="3712" actId="20577"/>
          <ac:spMkLst>
            <pc:docMk/>
            <pc:sldMk cId="2749496167" sldId="276"/>
            <ac:spMk id="32" creationId="{4DB6C471-4B75-88CB-D110-8FD209D315E5}"/>
          </ac:spMkLst>
        </pc:spChg>
        <pc:spChg chg="del">
          <ac:chgData name="adilton junio" userId="66b3fade76ecdf97" providerId="LiveId" clId="{A46F4E48-C705-44C9-A099-EA6ACF000FB9}" dt="2024-07-17T17:48:53.120" v="3270" actId="478"/>
          <ac:spMkLst>
            <pc:docMk/>
            <pc:sldMk cId="2749496167" sldId="276"/>
            <ac:spMk id="69" creationId="{FC60B356-1ADE-381F-211A-58EAAC72A0C0}"/>
          </ac:spMkLst>
        </pc:spChg>
        <pc:spChg chg="mod">
          <ac:chgData name="adilton junio" userId="66b3fade76ecdf97" providerId="LiveId" clId="{A46F4E48-C705-44C9-A099-EA6ACF000FB9}" dt="2024-07-17T18:44:02.905" v="3908" actId="1036"/>
          <ac:spMkLst>
            <pc:docMk/>
            <pc:sldMk cId="2749496167" sldId="276"/>
            <ac:spMk id="70" creationId="{9B1CA937-986C-2942-F587-D7D1777D1C93}"/>
          </ac:spMkLst>
        </pc:spChg>
        <pc:spChg chg="del">
          <ac:chgData name="adilton junio" userId="66b3fade76ecdf97" providerId="LiveId" clId="{A46F4E48-C705-44C9-A099-EA6ACF000FB9}" dt="2024-07-17T17:48:52.396" v="3269" actId="478"/>
          <ac:spMkLst>
            <pc:docMk/>
            <pc:sldMk cId="2749496167" sldId="276"/>
            <ac:spMk id="72" creationId="{2B2252D7-BDB0-0800-4153-D51498FB71FE}"/>
          </ac:spMkLst>
        </pc:spChg>
        <pc:spChg chg="del">
          <ac:chgData name="adilton junio" userId="66b3fade76ecdf97" providerId="LiveId" clId="{A46F4E48-C705-44C9-A099-EA6ACF000FB9}" dt="2024-07-17T17:48:51.225" v="3268" actId="478"/>
          <ac:spMkLst>
            <pc:docMk/>
            <pc:sldMk cId="2749496167" sldId="276"/>
            <ac:spMk id="73" creationId="{65843819-16A7-23E6-11AF-74F186A3000C}"/>
          </ac:spMkLst>
        </pc:spChg>
        <pc:spChg chg="del">
          <ac:chgData name="adilton junio" userId="66b3fade76ecdf97" providerId="LiveId" clId="{A46F4E48-C705-44C9-A099-EA6ACF000FB9}" dt="2024-07-17T17:50:46.024" v="3330" actId="478"/>
          <ac:spMkLst>
            <pc:docMk/>
            <pc:sldMk cId="2749496167" sldId="276"/>
            <ac:spMk id="74" creationId="{70751F3A-EE5D-6903-6D46-1FBEB1F8DE30}"/>
          </ac:spMkLst>
        </pc:spChg>
      </pc:sldChg>
      <pc:sldChg chg="addSp delSp modSp add mod ord">
        <pc:chgData name="adilton junio" userId="66b3fade76ecdf97" providerId="LiveId" clId="{A46F4E48-C705-44C9-A099-EA6ACF000FB9}" dt="2024-07-17T19:49:11.530" v="4240" actId="1038"/>
        <pc:sldMkLst>
          <pc:docMk/>
          <pc:sldMk cId="518384142" sldId="277"/>
        </pc:sldMkLst>
        <pc:spChg chg="add mod">
          <ac:chgData name="adilton junio" userId="66b3fade76ecdf97" providerId="LiveId" clId="{A46F4E48-C705-44C9-A099-EA6ACF000FB9}" dt="2024-07-17T18:38:26.136" v="3880"/>
          <ac:spMkLst>
            <pc:docMk/>
            <pc:sldMk cId="518384142" sldId="277"/>
            <ac:spMk id="2" creationId="{51BAFE5B-9882-7D88-CF15-32FF36FA252C}"/>
          </ac:spMkLst>
        </pc:spChg>
        <pc:spChg chg="add mod">
          <ac:chgData name="adilton junio" userId="66b3fade76ecdf97" providerId="LiveId" clId="{A46F4E48-C705-44C9-A099-EA6ACF000FB9}" dt="2024-07-17T18:39:41.102" v="3896"/>
          <ac:spMkLst>
            <pc:docMk/>
            <pc:sldMk cId="518384142" sldId="277"/>
            <ac:spMk id="3" creationId="{7B305DCE-2540-6FFB-DD07-5D1F64AD9DD5}"/>
          </ac:spMkLst>
        </pc:spChg>
        <pc:spChg chg="mod">
          <ac:chgData name="adilton junio" userId="66b3fade76ecdf97" providerId="LiveId" clId="{A46F4E48-C705-44C9-A099-EA6ACF000FB9}" dt="2024-07-17T19:49:11.530" v="4240" actId="1038"/>
          <ac:spMkLst>
            <pc:docMk/>
            <pc:sldMk cId="518384142" sldId="277"/>
            <ac:spMk id="9" creationId="{6712AAAE-5D61-5AD9-F1A7-A27ACC47ED61}"/>
          </ac:spMkLst>
        </pc:spChg>
        <pc:spChg chg="del">
          <ac:chgData name="adilton junio" userId="66b3fade76ecdf97" providerId="LiveId" clId="{A46F4E48-C705-44C9-A099-EA6ACF000FB9}" dt="2024-07-17T18:29:50.409" v="3722" actId="478"/>
          <ac:spMkLst>
            <pc:docMk/>
            <pc:sldMk cId="518384142" sldId="277"/>
            <ac:spMk id="22" creationId="{2E681D8B-2D12-8F34-236D-10DDFFEEBD4E}"/>
          </ac:spMkLst>
        </pc:spChg>
        <pc:spChg chg="mod">
          <ac:chgData name="adilton junio" userId="66b3fade76ecdf97" providerId="LiveId" clId="{A46F4E48-C705-44C9-A099-EA6ACF000FB9}" dt="2024-07-17T18:38:58.046" v="3884" actId="6549"/>
          <ac:spMkLst>
            <pc:docMk/>
            <pc:sldMk cId="518384142" sldId="277"/>
            <ac:spMk id="69" creationId="{FC60B356-1ADE-381F-211A-58EAAC72A0C0}"/>
          </ac:spMkLst>
        </pc:spChg>
        <pc:spChg chg="mod">
          <ac:chgData name="adilton junio" userId="66b3fade76ecdf97" providerId="LiveId" clId="{A46F4E48-C705-44C9-A099-EA6ACF000FB9}" dt="2024-07-17T18:46:45.488" v="3930" actId="20577"/>
          <ac:spMkLst>
            <pc:docMk/>
            <pc:sldMk cId="518384142" sldId="277"/>
            <ac:spMk id="72" creationId="{2B2252D7-BDB0-0800-4153-D51498FB71FE}"/>
          </ac:spMkLst>
        </pc:spChg>
        <pc:spChg chg="mod">
          <ac:chgData name="adilton junio" userId="66b3fade76ecdf97" providerId="LiveId" clId="{A46F4E48-C705-44C9-A099-EA6ACF000FB9}" dt="2024-07-17T18:36:28.109" v="3833" actId="20577"/>
          <ac:spMkLst>
            <pc:docMk/>
            <pc:sldMk cId="518384142" sldId="277"/>
            <ac:spMk id="73" creationId="{65843819-16A7-23E6-11AF-74F186A3000C}"/>
          </ac:spMkLst>
        </pc:spChg>
        <pc:spChg chg="del mod">
          <ac:chgData name="adilton junio" userId="66b3fade76ecdf97" providerId="LiveId" clId="{A46F4E48-C705-44C9-A099-EA6ACF000FB9}" dt="2024-07-17T18:35:10.741" v="3805" actId="478"/>
          <ac:spMkLst>
            <pc:docMk/>
            <pc:sldMk cId="518384142" sldId="277"/>
            <ac:spMk id="74" creationId="{70751F3A-EE5D-6903-6D46-1FBEB1F8DE30}"/>
          </ac:spMkLst>
        </pc:spChg>
      </pc:sldChg>
      <pc:sldChg chg="addSp delSp modSp add mod">
        <pc:chgData name="adilton junio" userId="66b3fade76ecdf97" providerId="LiveId" clId="{A46F4E48-C705-44C9-A099-EA6ACF000FB9}" dt="2024-07-17T21:13:29.820" v="5352" actId="20577"/>
        <pc:sldMkLst>
          <pc:docMk/>
          <pc:sldMk cId="4288203392" sldId="278"/>
        </pc:sldMkLst>
        <pc:spChg chg="del mod">
          <ac:chgData name="adilton junio" userId="66b3fade76ecdf97" providerId="LiveId" clId="{A46F4E48-C705-44C9-A099-EA6ACF000FB9}" dt="2024-07-17T18:47:09.999" v="3934" actId="478"/>
          <ac:spMkLst>
            <pc:docMk/>
            <pc:sldMk cId="4288203392" sldId="278"/>
            <ac:spMk id="2" creationId="{51BAFE5B-9882-7D88-CF15-32FF36FA252C}"/>
          </ac:spMkLst>
        </pc:spChg>
        <pc:spChg chg="mod">
          <ac:chgData name="adilton junio" userId="66b3fade76ecdf97" providerId="LiveId" clId="{A46F4E48-C705-44C9-A099-EA6ACF000FB9}" dt="2024-07-17T20:10:13.101" v="4316" actId="1035"/>
          <ac:spMkLst>
            <pc:docMk/>
            <pc:sldMk cId="4288203392" sldId="278"/>
            <ac:spMk id="3" creationId="{7B305DCE-2540-6FFB-DD07-5D1F64AD9DD5}"/>
          </ac:spMkLst>
        </pc:spChg>
        <pc:spChg chg="add mod">
          <ac:chgData name="adilton junio" userId="66b3fade76ecdf97" providerId="LiveId" clId="{A46F4E48-C705-44C9-A099-EA6ACF000FB9}" dt="2024-07-17T20:10:13.101" v="4316" actId="1035"/>
          <ac:spMkLst>
            <pc:docMk/>
            <pc:sldMk cId="4288203392" sldId="278"/>
            <ac:spMk id="5" creationId="{8063A2EC-67DF-16FC-04C9-17B22464C224}"/>
          </ac:spMkLst>
        </pc:spChg>
        <pc:spChg chg="add mod">
          <ac:chgData name="adilton junio" userId="66b3fade76ecdf97" providerId="LiveId" clId="{A46F4E48-C705-44C9-A099-EA6ACF000FB9}" dt="2024-07-17T21:13:29.820" v="5352" actId="20577"/>
          <ac:spMkLst>
            <pc:docMk/>
            <pc:sldMk cId="4288203392" sldId="278"/>
            <ac:spMk id="7" creationId="{F0A6077C-E2D4-6983-8AF3-FF77E566AD4D}"/>
          </ac:spMkLst>
        </pc:spChg>
        <pc:spChg chg="mod">
          <ac:chgData name="adilton junio" userId="66b3fade76ecdf97" providerId="LiveId" clId="{A46F4E48-C705-44C9-A099-EA6ACF000FB9}" dt="2024-07-17T19:48:50.595" v="4235" actId="14100"/>
          <ac:spMkLst>
            <pc:docMk/>
            <pc:sldMk cId="4288203392" sldId="278"/>
            <ac:spMk id="9" creationId="{6712AAAE-5D61-5AD9-F1A7-A27ACC47ED61}"/>
          </ac:spMkLst>
        </pc:spChg>
        <pc:spChg chg="add mod">
          <ac:chgData name="adilton junio" userId="66b3fade76ecdf97" providerId="LiveId" clId="{A46F4E48-C705-44C9-A099-EA6ACF000FB9}" dt="2024-07-17T20:26:03.738" v="4400" actId="1036"/>
          <ac:spMkLst>
            <pc:docMk/>
            <pc:sldMk cId="4288203392" sldId="278"/>
            <ac:spMk id="11" creationId="{5D62F853-91CD-03F9-8832-E48B9134B710}"/>
          </ac:spMkLst>
        </pc:spChg>
        <pc:spChg chg="add del mod">
          <ac:chgData name="adilton junio" userId="66b3fade76ecdf97" providerId="LiveId" clId="{A46F4E48-C705-44C9-A099-EA6ACF000FB9}" dt="2024-07-17T19:28:04.266" v="4202" actId="478"/>
          <ac:spMkLst>
            <pc:docMk/>
            <pc:sldMk cId="4288203392" sldId="278"/>
            <ac:spMk id="12" creationId="{52060C66-368A-3488-C163-C19B618C0584}"/>
          </ac:spMkLst>
        </pc:spChg>
        <pc:spChg chg="add mod">
          <ac:chgData name="adilton junio" userId="66b3fade76ecdf97" providerId="LiveId" clId="{A46F4E48-C705-44C9-A099-EA6ACF000FB9}" dt="2024-07-17T20:06:53.296" v="4298" actId="207"/>
          <ac:spMkLst>
            <pc:docMk/>
            <pc:sldMk cId="4288203392" sldId="278"/>
            <ac:spMk id="19" creationId="{539B2072-3B39-0823-247A-9D5C70C2ED12}"/>
          </ac:spMkLst>
        </pc:spChg>
        <pc:spChg chg="add mod">
          <ac:chgData name="adilton junio" userId="66b3fade76ecdf97" providerId="LiveId" clId="{A46F4E48-C705-44C9-A099-EA6ACF000FB9}" dt="2024-07-17T20:06:57.634" v="4299" actId="207"/>
          <ac:spMkLst>
            <pc:docMk/>
            <pc:sldMk cId="4288203392" sldId="278"/>
            <ac:spMk id="20" creationId="{B9AD4F47-8CB5-19A3-6B32-40BC37FCC7A4}"/>
          </ac:spMkLst>
        </pc:spChg>
        <pc:spChg chg="add mod">
          <ac:chgData name="adilton junio" userId="66b3fade76ecdf97" providerId="LiveId" clId="{A46F4E48-C705-44C9-A099-EA6ACF000FB9}" dt="2024-07-17T20:26:03.738" v="4400" actId="1036"/>
          <ac:spMkLst>
            <pc:docMk/>
            <pc:sldMk cId="4288203392" sldId="278"/>
            <ac:spMk id="21" creationId="{17E1618A-749C-EA94-05BE-DD3DF72928BB}"/>
          </ac:spMkLst>
        </pc:spChg>
        <pc:spChg chg="add mod">
          <ac:chgData name="adilton junio" userId="66b3fade76ecdf97" providerId="LiveId" clId="{A46F4E48-C705-44C9-A099-EA6ACF000FB9}" dt="2024-07-17T20:26:03.738" v="4400" actId="1036"/>
          <ac:spMkLst>
            <pc:docMk/>
            <pc:sldMk cId="4288203392" sldId="278"/>
            <ac:spMk id="22" creationId="{306180F9-5365-457C-1C00-53DC7C021842}"/>
          </ac:spMkLst>
        </pc:spChg>
        <pc:spChg chg="add del mod">
          <ac:chgData name="adilton junio" userId="66b3fade76ecdf97" providerId="LiveId" clId="{A46F4E48-C705-44C9-A099-EA6ACF000FB9}" dt="2024-07-17T20:54:31.939" v="4986" actId="478"/>
          <ac:spMkLst>
            <pc:docMk/>
            <pc:sldMk cId="4288203392" sldId="278"/>
            <ac:spMk id="28" creationId="{A15C927B-3422-F1A0-EEB8-DBA02555C9B5}"/>
          </ac:spMkLst>
        </pc:spChg>
        <pc:spChg chg="add del mod">
          <ac:chgData name="adilton junio" userId="66b3fade76ecdf97" providerId="LiveId" clId="{A46F4E48-C705-44C9-A099-EA6ACF000FB9}" dt="2024-07-17T20:54:31.939" v="4986" actId="478"/>
          <ac:spMkLst>
            <pc:docMk/>
            <pc:sldMk cId="4288203392" sldId="278"/>
            <ac:spMk id="34" creationId="{60DA8235-591F-55FE-F9E2-AFF701BBDB95}"/>
          </ac:spMkLst>
        </pc:spChg>
        <pc:spChg chg="add mod">
          <ac:chgData name="adilton junio" userId="66b3fade76ecdf97" providerId="LiveId" clId="{A46F4E48-C705-44C9-A099-EA6ACF000FB9}" dt="2024-07-17T20:26:14.514" v="4402" actId="1076"/>
          <ac:spMkLst>
            <pc:docMk/>
            <pc:sldMk cId="4288203392" sldId="278"/>
            <ac:spMk id="46" creationId="{D591BF2E-8C0A-C419-B04A-191ACA539A58}"/>
          </ac:spMkLst>
        </pc:spChg>
        <pc:spChg chg="mod">
          <ac:chgData name="adilton junio" userId="66b3fade76ecdf97" providerId="LiveId" clId="{A46F4E48-C705-44C9-A099-EA6ACF000FB9}" dt="2024-07-17T18:48:12.632" v="3946" actId="1076"/>
          <ac:spMkLst>
            <pc:docMk/>
            <pc:sldMk cId="4288203392" sldId="278"/>
            <ac:spMk id="69" creationId="{FC60B356-1ADE-381F-211A-58EAAC72A0C0}"/>
          </ac:spMkLst>
        </pc:spChg>
        <pc:spChg chg="del">
          <ac:chgData name="adilton junio" userId="66b3fade76ecdf97" providerId="LiveId" clId="{A46F4E48-C705-44C9-A099-EA6ACF000FB9}" dt="2024-07-17T18:47:09.108" v="3932" actId="478"/>
          <ac:spMkLst>
            <pc:docMk/>
            <pc:sldMk cId="4288203392" sldId="278"/>
            <ac:spMk id="72" creationId="{2B2252D7-BDB0-0800-4153-D51498FB71FE}"/>
          </ac:spMkLst>
        </pc:spChg>
        <pc:spChg chg="del">
          <ac:chgData name="adilton junio" userId="66b3fade76ecdf97" providerId="LiveId" clId="{A46F4E48-C705-44C9-A099-EA6ACF000FB9}" dt="2024-07-17T18:47:08.546" v="3931" actId="478"/>
          <ac:spMkLst>
            <pc:docMk/>
            <pc:sldMk cId="4288203392" sldId="278"/>
            <ac:spMk id="73" creationId="{65843819-16A7-23E6-11AF-74F186A3000C}"/>
          </ac:spMkLst>
        </pc:spChg>
        <pc:picChg chg="add del mod modCrop">
          <ac:chgData name="adilton junio" userId="66b3fade76ecdf97" providerId="LiveId" clId="{A46F4E48-C705-44C9-A099-EA6ACF000FB9}" dt="2024-07-17T19:47:45.886" v="4222" actId="478"/>
          <ac:picMkLst>
            <pc:docMk/>
            <pc:sldMk cId="4288203392" sldId="278"/>
            <ac:picMk id="16" creationId="{1789DC4A-675D-471C-4F59-6CB686BAD84C}"/>
          </ac:picMkLst>
        </pc:picChg>
        <pc:picChg chg="add mod modCrop">
          <ac:chgData name="adilton junio" userId="66b3fade76ecdf97" providerId="LiveId" clId="{A46F4E48-C705-44C9-A099-EA6ACF000FB9}" dt="2024-07-17T20:26:03.738" v="4400" actId="1036"/>
          <ac:picMkLst>
            <pc:docMk/>
            <pc:sldMk cId="4288203392" sldId="278"/>
            <ac:picMk id="18" creationId="{D71D12F1-159A-B1FC-AB79-D11B7B21EE77}"/>
          </ac:picMkLst>
        </pc:picChg>
      </pc:sldChg>
      <pc:sldChg chg="addSp delSp modSp add mod">
        <pc:chgData name="adilton junio" userId="66b3fade76ecdf97" providerId="LiveId" clId="{A46F4E48-C705-44C9-A099-EA6ACF000FB9}" dt="2024-07-17T21:14:26.498" v="5363" actId="6549"/>
        <pc:sldMkLst>
          <pc:docMk/>
          <pc:sldMk cId="3354174528" sldId="279"/>
        </pc:sldMkLst>
        <pc:spChg chg="add mod">
          <ac:chgData name="adilton junio" userId="66b3fade76ecdf97" providerId="LiveId" clId="{A46F4E48-C705-44C9-A099-EA6ACF000FB9}" dt="2024-07-17T20:58:44.626" v="5147" actId="1076"/>
          <ac:spMkLst>
            <pc:docMk/>
            <pc:sldMk cId="3354174528" sldId="279"/>
            <ac:spMk id="2" creationId="{DA8CF963-DFBA-191D-6226-8C319EF88352}"/>
          </ac:spMkLst>
        </pc:spChg>
        <pc:spChg chg="del">
          <ac:chgData name="adilton junio" userId="66b3fade76ecdf97" providerId="LiveId" clId="{A46F4E48-C705-44C9-A099-EA6ACF000FB9}" dt="2024-07-17T20:31:09.684" v="4464" actId="478"/>
          <ac:spMkLst>
            <pc:docMk/>
            <pc:sldMk cId="3354174528" sldId="279"/>
            <ac:spMk id="3" creationId="{7B305DCE-2540-6FFB-DD07-5D1F64AD9DD5}"/>
          </ac:spMkLst>
        </pc:spChg>
        <pc:spChg chg="del">
          <ac:chgData name="adilton junio" userId="66b3fade76ecdf97" providerId="LiveId" clId="{A46F4E48-C705-44C9-A099-EA6ACF000FB9}" dt="2024-07-17T20:31:09.684" v="4464" actId="478"/>
          <ac:spMkLst>
            <pc:docMk/>
            <pc:sldMk cId="3354174528" sldId="279"/>
            <ac:spMk id="5" creationId="{8063A2EC-67DF-16FC-04C9-17B22464C224}"/>
          </ac:spMkLst>
        </pc:spChg>
        <pc:spChg chg="del">
          <ac:chgData name="adilton junio" userId="66b3fade76ecdf97" providerId="LiveId" clId="{A46F4E48-C705-44C9-A099-EA6ACF000FB9}" dt="2024-07-17T20:31:09.684" v="4464" actId="478"/>
          <ac:spMkLst>
            <pc:docMk/>
            <pc:sldMk cId="3354174528" sldId="279"/>
            <ac:spMk id="7" creationId="{F0A6077C-E2D4-6983-8AF3-FF77E566AD4D}"/>
          </ac:spMkLst>
        </pc:spChg>
        <pc:spChg chg="add mod">
          <ac:chgData name="adilton junio" userId="66b3fade76ecdf97" providerId="LiveId" clId="{A46F4E48-C705-44C9-A099-EA6ACF000FB9}" dt="2024-07-17T20:59:06.412" v="5149" actId="1076"/>
          <ac:spMkLst>
            <pc:docMk/>
            <pc:sldMk cId="3354174528" sldId="279"/>
            <ac:spMk id="10" creationId="{2ECC959B-2CB3-08E2-D335-48580B8FCF25}"/>
          </ac:spMkLst>
        </pc:spChg>
        <pc:spChg chg="del">
          <ac:chgData name="adilton junio" userId="66b3fade76ecdf97" providerId="LiveId" clId="{A46F4E48-C705-44C9-A099-EA6ACF000FB9}" dt="2024-07-17T20:31:09.684" v="4464" actId="478"/>
          <ac:spMkLst>
            <pc:docMk/>
            <pc:sldMk cId="3354174528" sldId="279"/>
            <ac:spMk id="11" creationId="{5D62F853-91CD-03F9-8832-E48B9134B710}"/>
          </ac:spMkLst>
        </pc:spChg>
        <pc:spChg chg="add mod">
          <ac:chgData name="adilton junio" userId="66b3fade76ecdf97" providerId="LiveId" clId="{A46F4E48-C705-44C9-A099-EA6ACF000FB9}" dt="2024-07-17T20:58:44.626" v="5147" actId="1076"/>
          <ac:spMkLst>
            <pc:docMk/>
            <pc:sldMk cId="3354174528" sldId="279"/>
            <ac:spMk id="12" creationId="{86EAF052-B16C-E1BE-D275-B3CA6D5CD179}"/>
          </ac:spMkLst>
        </pc:spChg>
        <pc:spChg chg="add mod">
          <ac:chgData name="adilton junio" userId="66b3fade76ecdf97" providerId="LiveId" clId="{A46F4E48-C705-44C9-A099-EA6ACF000FB9}" dt="2024-07-17T21:05:04.732" v="5249" actId="1076"/>
          <ac:spMkLst>
            <pc:docMk/>
            <pc:sldMk cId="3354174528" sldId="279"/>
            <ac:spMk id="13" creationId="{AC6F5E15-18DC-4E9E-DF3F-AA1C67C44FC4}"/>
          </ac:spMkLst>
        </pc:spChg>
        <pc:spChg chg="del">
          <ac:chgData name="adilton junio" userId="66b3fade76ecdf97" providerId="LiveId" clId="{A46F4E48-C705-44C9-A099-EA6ACF000FB9}" dt="2024-07-17T20:54:38.683" v="4988" actId="478"/>
          <ac:spMkLst>
            <pc:docMk/>
            <pc:sldMk cId="3354174528" sldId="279"/>
            <ac:spMk id="14" creationId="{94D5144B-E0E6-8D48-55E3-0B5A16C49B15}"/>
          </ac:spMkLst>
        </pc:spChg>
        <pc:spChg chg="del">
          <ac:chgData name="adilton junio" userId="66b3fade76ecdf97" providerId="LiveId" clId="{A46F4E48-C705-44C9-A099-EA6ACF000FB9}" dt="2024-07-17T20:31:09.684" v="4464" actId="478"/>
          <ac:spMkLst>
            <pc:docMk/>
            <pc:sldMk cId="3354174528" sldId="279"/>
            <ac:spMk id="15" creationId="{FE575891-7567-E326-A2A2-3838D9129D13}"/>
          </ac:spMkLst>
        </pc:spChg>
        <pc:spChg chg="add mod">
          <ac:chgData name="adilton junio" userId="66b3fade76ecdf97" providerId="LiveId" clId="{A46F4E48-C705-44C9-A099-EA6ACF000FB9}" dt="2024-07-17T20:58:44.626" v="5147" actId="1076"/>
          <ac:spMkLst>
            <pc:docMk/>
            <pc:sldMk cId="3354174528" sldId="279"/>
            <ac:spMk id="16" creationId="{48FA6079-991B-4683-141A-93E337636B1A}"/>
          </ac:spMkLst>
        </pc:spChg>
        <pc:spChg chg="add mod">
          <ac:chgData name="adilton junio" userId="66b3fade76ecdf97" providerId="LiveId" clId="{A46F4E48-C705-44C9-A099-EA6ACF000FB9}" dt="2024-07-17T20:59:18.210" v="5150" actId="1076"/>
          <ac:spMkLst>
            <pc:docMk/>
            <pc:sldMk cId="3354174528" sldId="279"/>
            <ac:spMk id="17" creationId="{07CEF847-8888-F5EF-1FA6-DDC6B4A36C1B}"/>
          </ac:spMkLst>
        </pc:spChg>
        <pc:spChg chg="del">
          <ac:chgData name="adilton junio" userId="66b3fade76ecdf97" providerId="LiveId" clId="{A46F4E48-C705-44C9-A099-EA6ACF000FB9}" dt="2024-07-17T20:54:38.683" v="4988" actId="478"/>
          <ac:spMkLst>
            <pc:docMk/>
            <pc:sldMk cId="3354174528" sldId="279"/>
            <ac:spMk id="19" creationId="{539B2072-3B39-0823-247A-9D5C70C2ED12}"/>
          </ac:spMkLst>
        </pc:spChg>
        <pc:spChg chg="del">
          <ac:chgData name="adilton junio" userId="66b3fade76ecdf97" providerId="LiveId" clId="{A46F4E48-C705-44C9-A099-EA6ACF000FB9}" dt="2024-07-17T20:54:38.683" v="4988" actId="478"/>
          <ac:spMkLst>
            <pc:docMk/>
            <pc:sldMk cId="3354174528" sldId="279"/>
            <ac:spMk id="20" creationId="{B9AD4F47-8CB5-19A3-6B32-40BC37FCC7A4}"/>
          </ac:spMkLst>
        </pc:spChg>
        <pc:spChg chg="del">
          <ac:chgData name="adilton junio" userId="66b3fade76ecdf97" providerId="LiveId" clId="{A46F4E48-C705-44C9-A099-EA6ACF000FB9}" dt="2024-07-17T20:31:09.684" v="4464" actId="478"/>
          <ac:spMkLst>
            <pc:docMk/>
            <pc:sldMk cId="3354174528" sldId="279"/>
            <ac:spMk id="21" creationId="{17E1618A-749C-EA94-05BE-DD3DF72928BB}"/>
          </ac:spMkLst>
        </pc:spChg>
        <pc:spChg chg="del">
          <ac:chgData name="adilton junio" userId="66b3fade76ecdf97" providerId="LiveId" clId="{A46F4E48-C705-44C9-A099-EA6ACF000FB9}" dt="2024-07-17T20:31:09.684" v="4464" actId="478"/>
          <ac:spMkLst>
            <pc:docMk/>
            <pc:sldMk cId="3354174528" sldId="279"/>
            <ac:spMk id="22" creationId="{306180F9-5365-457C-1C00-53DC7C021842}"/>
          </ac:spMkLst>
        </pc:spChg>
        <pc:spChg chg="del">
          <ac:chgData name="adilton junio" userId="66b3fade76ecdf97" providerId="LiveId" clId="{A46F4E48-C705-44C9-A099-EA6ACF000FB9}" dt="2024-07-17T20:54:38.683" v="4988" actId="478"/>
          <ac:spMkLst>
            <pc:docMk/>
            <pc:sldMk cId="3354174528" sldId="279"/>
            <ac:spMk id="23" creationId="{B24280F9-EB39-F074-6E63-8C7D3C8875A2}"/>
          </ac:spMkLst>
        </pc:spChg>
        <pc:spChg chg="del">
          <ac:chgData name="adilton junio" userId="66b3fade76ecdf97" providerId="LiveId" clId="{A46F4E48-C705-44C9-A099-EA6ACF000FB9}" dt="2024-07-17T20:54:38.683" v="4988" actId="478"/>
          <ac:spMkLst>
            <pc:docMk/>
            <pc:sldMk cId="3354174528" sldId="279"/>
            <ac:spMk id="24" creationId="{90D32FCC-9584-B139-A613-4ABFA69CAFD5}"/>
          </ac:spMkLst>
        </pc:spChg>
        <pc:spChg chg="del">
          <ac:chgData name="adilton junio" userId="66b3fade76ecdf97" providerId="LiveId" clId="{A46F4E48-C705-44C9-A099-EA6ACF000FB9}" dt="2024-07-17T20:54:38.683" v="4988" actId="478"/>
          <ac:spMkLst>
            <pc:docMk/>
            <pc:sldMk cId="3354174528" sldId="279"/>
            <ac:spMk id="25" creationId="{0CB5022C-A688-733F-44D9-60BAA37CE597}"/>
          </ac:spMkLst>
        </pc:spChg>
        <pc:spChg chg="del">
          <ac:chgData name="adilton junio" userId="66b3fade76ecdf97" providerId="LiveId" clId="{A46F4E48-C705-44C9-A099-EA6ACF000FB9}" dt="2024-07-17T20:54:38.683" v="4988" actId="478"/>
          <ac:spMkLst>
            <pc:docMk/>
            <pc:sldMk cId="3354174528" sldId="279"/>
            <ac:spMk id="26" creationId="{3249032C-AFD4-E5EC-9AED-73A0B0E1E087}"/>
          </ac:spMkLst>
        </pc:spChg>
        <pc:spChg chg="add mod">
          <ac:chgData name="adilton junio" userId="66b3fade76ecdf97" providerId="LiveId" clId="{A46F4E48-C705-44C9-A099-EA6ACF000FB9}" dt="2024-07-17T20:59:18.210" v="5150" actId="1076"/>
          <ac:spMkLst>
            <pc:docMk/>
            <pc:sldMk cId="3354174528" sldId="279"/>
            <ac:spMk id="27" creationId="{50F9B6F9-FE68-B0A1-8D70-A34D008534BB}"/>
          </ac:spMkLst>
        </pc:spChg>
        <pc:spChg chg="del">
          <ac:chgData name="adilton junio" userId="66b3fade76ecdf97" providerId="LiveId" clId="{A46F4E48-C705-44C9-A099-EA6ACF000FB9}" dt="2024-07-17T20:54:36.712" v="4987" actId="478"/>
          <ac:spMkLst>
            <pc:docMk/>
            <pc:sldMk cId="3354174528" sldId="279"/>
            <ac:spMk id="28" creationId="{A15C927B-3422-F1A0-EEB8-DBA02555C9B5}"/>
          </ac:spMkLst>
        </pc:spChg>
        <pc:spChg chg="del">
          <ac:chgData name="adilton junio" userId="66b3fade76ecdf97" providerId="LiveId" clId="{A46F4E48-C705-44C9-A099-EA6ACF000FB9}" dt="2024-07-17T20:54:36.712" v="4987" actId="478"/>
          <ac:spMkLst>
            <pc:docMk/>
            <pc:sldMk cId="3354174528" sldId="279"/>
            <ac:spMk id="34" creationId="{60DA8235-591F-55FE-F9E2-AFF701BBDB95}"/>
          </ac:spMkLst>
        </pc:spChg>
        <pc:spChg chg="del">
          <ac:chgData name="adilton junio" userId="66b3fade76ecdf97" providerId="LiveId" clId="{A46F4E48-C705-44C9-A099-EA6ACF000FB9}" dt="2024-07-17T20:54:38.683" v="4988" actId="478"/>
          <ac:spMkLst>
            <pc:docMk/>
            <pc:sldMk cId="3354174528" sldId="279"/>
            <ac:spMk id="39" creationId="{722828E4-8B91-0A39-CDD0-DC9E056B71E6}"/>
          </ac:spMkLst>
        </pc:spChg>
        <pc:spChg chg="del">
          <ac:chgData name="adilton junio" userId="66b3fade76ecdf97" providerId="LiveId" clId="{A46F4E48-C705-44C9-A099-EA6ACF000FB9}" dt="2024-07-17T20:54:38.683" v="4988" actId="478"/>
          <ac:spMkLst>
            <pc:docMk/>
            <pc:sldMk cId="3354174528" sldId="279"/>
            <ac:spMk id="42" creationId="{0220C587-7538-B23F-245C-2DFF839669C3}"/>
          </ac:spMkLst>
        </pc:spChg>
        <pc:spChg chg="del">
          <ac:chgData name="adilton junio" userId="66b3fade76ecdf97" providerId="LiveId" clId="{A46F4E48-C705-44C9-A099-EA6ACF000FB9}" dt="2024-07-17T20:54:38.683" v="4988" actId="478"/>
          <ac:spMkLst>
            <pc:docMk/>
            <pc:sldMk cId="3354174528" sldId="279"/>
            <ac:spMk id="43" creationId="{2131EC99-1D04-0D88-502E-04CBF261A5A7}"/>
          </ac:spMkLst>
        </pc:spChg>
        <pc:spChg chg="del">
          <ac:chgData name="adilton junio" userId="66b3fade76ecdf97" providerId="LiveId" clId="{A46F4E48-C705-44C9-A099-EA6ACF000FB9}" dt="2024-07-17T20:54:38.683" v="4988" actId="478"/>
          <ac:spMkLst>
            <pc:docMk/>
            <pc:sldMk cId="3354174528" sldId="279"/>
            <ac:spMk id="44" creationId="{1F45A3DF-0A88-4A87-4A97-268249D1CA97}"/>
          </ac:spMkLst>
        </pc:spChg>
        <pc:spChg chg="del">
          <ac:chgData name="adilton junio" userId="66b3fade76ecdf97" providerId="LiveId" clId="{A46F4E48-C705-44C9-A099-EA6ACF000FB9}" dt="2024-07-17T20:31:09.684" v="4464" actId="478"/>
          <ac:spMkLst>
            <pc:docMk/>
            <pc:sldMk cId="3354174528" sldId="279"/>
            <ac:spMk id="46" creationId="{D591BF2E-8C0A-C419-B04A-191ACA539A58}"/>
          </ac:spMkLst>
        </pc:spChg>
        <pc:spChg chg="add mod">
          <ac:chgData name="adilton junio" userId="66b3fade76ecdf97" providerId="LiveId" clId="{A46F4E48-C705-44C9-A099-EA6ACF000FB9}" dt="2024-07-17T20:59:20.258" v="5151" actId="1035"/>
          <ac:spMkLst>
            <pc:docMk/>
            <pc:sldMk cId="3354174528" sldId="279"/>
            <ac:spMk id="47" creationId="{0E950DE1-C6C8-5F2E-4F3E-042649CB4B1C}"/>
          </ac:spMkLst>
        </pc:spChg>
        <pc:spChg chg="add del mod">
          <ac:chgData name="adilton junio" userId="66b3fade76ecdf97" providerId="LiveId" clId="{A46F4E48-C705-44C9-A099-EA6ACF000FB9}" dt="2024-07-17T20:51:13.654" v="4912" actId="478"/>
          <ac:spMkLst>
            <pc:docMk/>
            <pc:sldMk cId="3354174528" sldId="279"/>
            <ac:spMk id="48" creationId="{DB48D5D2-CE80-0F8D-2587-6B3208A49A95}"/>
          </ac:spMkLst>
        </pc:spChg>
        <pc:spChg chg="add del mod">
          <ac:chgData name="adilton junio" userId="66b3fade76ecdf97" providerId="LiveId" clId="{A46F4E48-C705-44C9-A099-EA6ACF000FB9}" dt="2024-07-17T20:51:13.654" v="4912" actId="478"/>
          <ac:spMkLst>
            <pc:docMk/>
            <pc:sldMk cId="3354174528" sldId="279"/>
            <ac:spMk id="49" creationId="{A62C6FB3-8D91-D1C8-C267-1ED6DE798AB0}"/>
          </ac:spMkLst>
        </pc:spChg>
        <pc:spChg chg="add mod">
          <ac:chgData name="adilton junio" userId="66b3fade76ecdf97" providerId="LiveId" clId="{A46F4E48-C705-44C9-A099-EA6ACF000FB9}" dt="2024-07-17T21:14:26.498" v="5363" actId="6549"/>
          <ac:spMkLst>
            <pc:docMk/>
            <pc:sldMk cId="3354174528" sldId="279"/>
            <ac:spMk id="51" creationId="{C2B293B5-7F56-F9D2-9B12-0AD0544FF3FC}"/>
          </ac:spMkLst>
        </pc:spChg>
        <pc:spChg chg="add mod">
          <ac:chgData name="adilton junio" userId="66b3fade76ecdf97" providerId="LiveId" clId="{A46F4E48-C705-44C9-A099-EA6ACF000FB9}" dt="2024-07-17T21:11:02.578" v="5344" actId="6549"/>
          <ac:spMkLst>
            <pc:docMk/>
            <pc:sldMk cId="3354174528" sldId="279"/>
            <ac:spMk id="52" creationId="{4EF34342-3A16-41A5-661C-6076FEB49EAA}"/>
          </ac:spMkLst>
        </pc:spChg>
        <pc:spChg chg="add mod">
          <ac:chgData name="adilton junio" userId="66b3fade76ecdf97" providerId="LiveId" clId="{A46F4E48-C705-44C9-A099-EA6ACF000FB9}" dt="2024-07-17T21:04:15.061" v="5247" actId="14100"/>
          <ac:spMkLst>
            <pc:docMk/>
            <pc:sldMk cId="3354174528" sldId="279"/>
            <ac:spMk id="53" creationId="{9BC13F89-A614-8E97-21B6-C1B2DD8295AA}"/>
          </ac:spMkLst>
        </pc:spChg>
        <pc:spChg chg="del">
          <ac:chgData name="adilton junio" userId="66b3fade76ecdf97" providerId="LiveId" clId="{A46F4E48-C705-44C9-A099-EA6ACF000FB9}" dt="2024-07-17T20:54:38.683" v="4988" actId="478"/>
          <ac:spMkLst>
            <pc:docMk/>
            <pc:sldMk cId="3354174528" sldId="279"/>
            <ac:spMk id="60" creationId="{8367181B-B174-7222-9059-AD9CC7B667D9}"/>
          </ac:spMkLst>
        </pc:spChg>
        <pc:spChg chg="del">
          <ac:chgData name="adilton junio" userId="66b3fade76ecdf97" providerId="LiveId" clId="{A46F4E48-C705-44C9-A099-EA6ACF000FB9}" dt="2024-07-17T20:31:09.684" v="4464" actId="478"/>
          <ac:spMkLst>
            <pc:docMk/>
            <pc:sldMk cId="3354174528" sldId="279"/>
            <ac:spMk id="69" creationId="{FC60B356-1ADE-381F-211A-58EAAC72A0C0}"/>
          </ac:spMkLst>
        </pc:spChg>
        <pc:grpChg chg="del">
          <ac:chgData name="adilton junio" userId="66b3fade76ecdf97" providerId="LiveId" clId="{A46F4E48-C705-44C9-A099-EA6ACF000FB9}" dt="2024-07-17T20:54:38.683" v="4988" actId="478"/>
          <ac:grpSpMkLst>
            <pc:docMk/>
            <pc:sldMk cId="3354174528" sldId="279"/>
            <ac:grpSpMk id="36" creationId="{8B61572D-4DAE-FEF2-F897-F074964BFA5C}"/>
          </ac:grpSpMkLst>
        </pc:grpChg>
        <pc:grpChg chg="del">
          <ac:chgData name="adilton junio" userId="66b3fade76ecdf97" providerId="LiveId" clId="{A46F4E48-C705-44C9-A099-EA6ACF000FB9}" dt="2024-07-17T20:54:38.683" v="4988" actId="478"/>
          <ac:grpSpMkLst>
            <pc:docMk/>
            <pc:sldMk cId="3354174528" sldId="279"/>
            <ac:grpSpMk id="57" creationId="{1EACEB1E-8569-0ADF-A8AF-4D5D62DB2487}"/>
          </ac:grpSpMkLst>
        </pc:grpChg>
        <pc:grpChg chg="del">
          <ac:chgData name="adilton junio" userId="66b3fade76ecdf97" providerId="LiveId" clId="{A46F4E48-C705-44C9-A099-EA6ACF000FB9}" dt="2024-07-17T20:54:38.683" v="4988" actId="478"/>
          <ac:grpSpMkLst>
            <pc:docMk/>
            <pc:sldMk cId="3354174528" sldId="279"/>
            <ac:grpSpMk id="59" creationId="{EA77A0B7-2E7F-36CC-53CB-59515E22ED8F}"/>
          </ac:grpSpMkLst>
        </pc:grpChg>
        <pc:grpChg chg="del">
          <ac:chgData name="adilton junio" userId="66b3fade76ecdf97" providerId="LiveId" clId="{A46F4E48-C705-44C9-A099-EA6ACF000FB9}" dt="2024-07-17T20:54:38.683" v="4988" actId="478"/>
          <ac:grpSpMkLst>
            <pc:docMk/>
            <pc:sldMk cId="3354174528" sldId="279"/>
            <ac:grpSpMk id="64" creationId="{20ED0C21-A564-8B2B-7F3E-561F7B10F9B6}"/>
          </ac:grpSpMkLst>
        </pc:grpChg>
        <pc:picChg chg="del">
          <ac:chgData name="adilton junio" userId="66b3fade76ecdf97" providerId="LiveId" clId="{A46F4E48-C705-44C9-A099-EA6ACF000FB9}" dt="2024-07-17T20:31:09.684" v="4464" actId="478"/>
          <ac:picMkLst>
            <pc:docMk/>
            <pc:sldMk cId="3354174528" sldId="279"/>
            <ac:picMk id="18" creationId="{D71D12F1-159A-B1FC-AB79-D11B7B21EE77}"/>
          </ac:picMkLst>
        </pc:picChg>
        <pc:cxnChg chg="del mod">
          <ac:chgData name="adilton junio" userId="66b3fade76ecdf97" providerId="LiveId" clId="{A46F4E48-C705-44C9-A099-EA6ACF000FB9}" dt="2024-07-17T20:54:38.683" v="4988" actId="478"/>
          <ac:cxnSpMkLst>
            <pc:docMk/>
            <pc:sldMk cId="3354174528" sldId="279"/>
            <ac:cxnSpMk id="45" creationId="{4B976358-D9FD-1545-5FF0-AF658E00DA3B}"/>
          </ac:cxnSpMkLst>
        </pc:cxnChg>
        <pc:cxnChg chg="del mod">
          <ac:chgData name="adilton junio" userId="66b3fade76ecdf97" providerId="LiveId" clId="{A46F4E48-C705-44C9-A099-EA6ACF000FB9}" dt="2024-07-17T20:54:38.683" v="4988" actId="478"/>
          <ac:cxnSpMkLst>
            <pc:docMk/>
            <pc:sldMk cId="3354174528" sldId="279"/>
            <ac:cxnSpMk id="50" creationId="{9533CE13-CCBA-C2A4-A9E6-EC5F30E5C72A}"/>
          </ac:cxnSpMkLst>
        </pc:cxnChg>
      </pc:sldChg>
    </pc:docChg>
  </pc:docChgLst>
  <pc:docChgLst>
    <pc:chgData name="adilton junio" userId="66b3fade76ecdf97" providerId="LiveId" clId="{0A058601-4B9F-4C76-957A-FC09F92B5A98}"/>
    <pc:docChg chg="undo custSel addSld delSld modSld addSection modSection">
      <pc:chgData name="adilton junio" userId="66b3fade76ecdf97" providerId="LiveId" clId="{0A058601-4B9F-4C76-957A-FC09F92B5A98}" dt="2024-07-18T22:39:32.057" v="1634" actId="20577"/>
      <pc:docMkLst>
        <pc:docMk/>
      </pc:docMkLst>
      <pc:sldChg chg="delSp mod">
        <pc:chgData name="adilton junio" userId="66b3fade76ecdf97" providerId="LiveId" clId="{0A058601-4B9F-4C76-957A-FC09F92B5A98}" dt="2024-07-18T15:52:39.860" v="2" actId="478"/>
        <pc:sldMkLst>
          <pc:docMk/>
          <pc:sldMk cId="617235767" sldId="267"/>
        </pc:sldMkLst>
        <pc:spChg chg="del">
          <ac:chgData name="adilton junio" userId="66b3fade76ecdf97" providerId="LiveId" clId="{0A058601-4B9F-4C76-957A-FC09F92B5A98}" dt="2024-07-18T15:52:37.169" v="0" actId="478"/>
          <ac:spMkLst>
            <pc:docMk/>
            <pc:sldMk cId="617235767" sldId="267"/>
            <ac:spMk id="2" creationId="{0C43B13E-C4EE-A25A-6982-9F0B0562FC84}"/>
          </ac:spMkLst>
        </pc:spChg>
        <pc:spChg chg="topLvl">
          <ac:chgData name="adilton junio" userId="66b3fade76ecdf97" providerId="LiveId" clId="{0A058601-4B9F-4C76-957A-FC09F92B5A98}" dt="2024-07-18T15:52:39.860" v="2" actId="478"/>
          <ac:spMkLst>
            <pc:docMk/>
            <pc:sldMk cId="617235767" sldId="267"/>
            <ac:spMk id="3" creationId="{95FB76DA-5C4C-83C3-D3CB-D54A13B9EBB3}"/>
          </ac:spMkLst>
        </pc:spChg>
        <pc:spChg chg="del">
          <ac:chgData name="adilton junio" userId="66b3fade76ecdf97" providerId="LiveId" clId="{0A058601-4B9F-4C76-957A-FC09F92B5A98}" dt="2024-07-18T15:52:38.320" v="1" actId="478"/>
          <ac:spMkLst>
            <pc:docMk/>
            <pc:sldMk cId="617235767" sldId="267"/>
            <ac:spMk id="7" creationId="{6CFC6BC1-C2A1-3FD9-AB78-53163EB453F2}"/>
          </ac:spMkLst>
        </pc:spChg>
        <pc:spChg chg="del topLvl">
          <ac:chgData name="adilton junio" userId="66b3fade76ecdf97" providerId="LiveId" clId="{0A058601-4B9F-4C76-957A-FC09F92B5A98}" dt="2024-07-18T15:52:39.860" v="2" actId="478"/>
          <ac:spMkLst>
            <pc:docMk/>
            <pc:sldMk cId="617235767" sldId="267"/>
            <ac:spMk id="10" creationId="{BE4C5CB9-A872-5589-E8F0-23900DB00F48}"/>
          </ac:spMkLst>
        </pc:spChg>
        <pc:grpChg chg="del">
          <ac:chgData name="adilton junio" userId="66b3fade76ecdf97" providerId="LiveId" clId="{0A058601-4B9F-4C76-957A-FC09F92B5A98}" dt="2024-07-18T15:52:39.860" v="2" actId="478"/>
          <ac:grpSpMkLst>
            <pc:docMk/>
            <pc:sldMk cId="617235767" sldId="267"/>
            <ac:grpSpMk id="11" creationId="{96FC2B6A-907E-63C0-CCB5-7DC9482E1284}"/>
          </ac:grpSpMkLst>
        </pc:grpChg>
      </pc:sldChg>
      <pc:sldChg chg="addSp delSp modSp mod">
        <pc:chgData name="adilton junio" userId="66b3fade76ecdf97" providerId="LiveId" clId="{0A058601-4B9F-4C76-957A-FC09F92B5A98}" dt="2024-07-18T15:54:02.668" v="56" actId="1035"/>
        <pc:sldMkLst>
          <pc:docMk/>
          <pc:sldMk cId="929919720" sldId="268"/>
        </pc:sldMkLst>
        <pc:spChg chg="add mod">
          <ac:chgData name="adilton junio" userId="66b3fade76ecdf97" providerId="LiveId" clId="{0A058601-4B9F-4C76-957A-FC09F92B5A98}" dt="2024-07-18T15:53:57.454" v="39" actId="20577"/>
          <ac:spMkLst>
            <pc:docMk/>
            <pc:sldMk cId="929919720" sldId="268"/>
            <ac:spMk id="2" creationId="{00BE8D45-DCEE-3F50-4767-410F8466BB6B}"/>
          </ac:spMkLst>
        </pc:spChg>
        <pc:spChg chg="del">
          <ac:chgData name="adilton junio" userId="66b3fade76ecdf97" providerId="LiveId" clId="{0A058601-4B9F-4C76-957A-FC09F92B5A98}" dt="2024-07-18T15:53:58.934" v="40" actId="478"/>
          <ac:spMkLst>
            <pc:docMk/>
            <pc:sldMk cId="929919720" sldId="268"/>
            <ac:spMk id="92" creationId="{389AD4BA-DE4A-1658-2487-F94C2EEF6666}"/>
          </ac:spMkLst>
        </pc:spChg>
        <pc:spChg chg="mod">
          <ac:chgData name="adilton junio" userId="66b3fade76ecdf97" providerId="LiveId" clId="{0A058601-4B9F-4C76-957A-FC09F92B5A98}" dt="2024-07-18T15:54:02.668" v="56" actId="1035"/>
          <ac:spMkLst>
            <pc:docMk/>
            <pc:sldMk cId="929919720" sldId="268"/>
            <ac:spMk id="94" creationId="{D1D8FCDA-4632-6080-1621-67CDF796C564}"/>
          </ac:spMkLst>
        </pc:spChg>
      </pc:sldChg>
      <pc:sldChg chg="addSp delSp modSp mod">
        <pc:chgData name="adilton junio" userId="66b3fade76ecdf97" providerId="LiveId" clId="{0A058601-4B9F-4C76-957A-FC09F92B5A98}" dt="2024-07-18T15:52:48.289" v="4"/>
        <pc:sldMkLst>
          <pc:docMk/>
          <pc:sldMk cId="488082418" sldId="269"/>
        </pc:sldMkLst>
        <pc:spChg chg="add mod">
          <ac:chgData name="adilton junio" userId="66b3fade76ecdf97" providerId="LiveId" clId="{0A058601-4B9F-4C76-957A-FC09F92B5A98}" dt="2024-07-18T15:52:48.289" v="4"/>
          <ac:spMkLst>
            <pc:docMk/>
            <pc:sldMk cId="488082418" sldId="269"/>
            <ac:spMk id="10" creationId="{5EA2BECE-5C60-7BD6-0A6B-4A8919D6A89D}"/>
          </ac:spMkLst>
        </pc:spChg>
        <pc:grpChg chg="del">
          <ac:chgData name="adilton junio" userId="66b3fade76ecdf97" providerId="LiveId" clId="{0A058601-4B9F-4C76-957A-FC09F92B5A98}" dt="2024-07-18T15:52:47.915" v="3" actId="478"/>
          <ac:grpSpMkLst>
            <pc:docMk/>
            <pc:sldMk cId="488082418" sldId="269"/>
            <ac:grpSpMk id="29" creationId="{13074E31-F171-A258-2619-50EFDB2F72CE}"/>
          </ac:grpSpMkLst>
        </pc:grpChg>
      </pc:sldChg>
      <pc:sldChg chg="addSp delSp modSp mod">
        <pc:chgData name="adilton junio" userId="66b3fade76ecdf97" providerId="LiveId" clId="{0A058601-4B9F-4C76-957A-FC09F92B5A98}" dt="2024-07-18T15:52:56.192" v="8"/>
        <pc:sldMkLst>
          <pc:docMk/>
          <pc:sldMk cId="2338904911" sldId="271"/>
        </pc:sldMkLst>
        <pc:spChg chg="add mod">
          <ac:chgData name="adilton junio" userId="66b3fade76ecdf97" providerId="LiveId" clId="{0A058601-4B9F-4C76-957A-FC09F92B5A98}" dt="2024-07-18T15:52:56.192" v="8"/>
          <ac:spMkLst>
            <pc:docMk/>
            <pc:sldMk cId="2338904911" sldId="271"/>
            <ac:spMk id="2" creationId="{2772453D-1744-3A66-47A6-76D231FF301A}"/>
          </ac:spMkLst>
        </pc:spChg>
        <pc:grpChg chg="del">
          <ac:chgData name="adilton junio" userId="66b3fade76ecdf97" providerId="LiveId" clId="{0A058601-4B9F-4C76-957A-FC09F92B5A98}" dt="2024-07-18T15:52:55.848" v="7" actId="478"/>
          <ac:grpSpMkLst>
            <pc:docMk/>
            <pc:sldMk cId="2338904911" sldId="271"/>
            <ac:grpSpMk id="13" creationId="{4309A4FF-6867-124E-730D-430882BE6386}"/>
          </ac:grpSpMkLst>
        </pc:grpChg>
      </pc:sldChg>
      <pc:sldChg chg="addSp delSp modSp mod">
        <pc:chgData name="adilton junio" userId="66b3fade76ecdf97" providerId="LiveId" clId="{0A058601-4B9F-4C76-957A-FC09F92B5A98}" dt="2024-07-18T15:52:51.463" v="6"/>
        <pc:sldMkLst>
          <pc:docMk/>
          <pc:sldMk cId="2918556770" sldId="272"/>
        </pc:sldMkLst>
        <pc:spChg chg="add mod">
          <ac:chgData name="adilton junio" userId="66b3fade76ecdf97" providerId="LiveId" clId="{0A058601-4B9F-4C76-957A-FC09F92B5A98}" dt="2024-07-18T15:52:51.463" v="6"/>
          <ac:spMkLst>
            <pc:docMk/>
            <pc:sldMk cId="2918556770" sldId="272"/>
            <ac:spMk id="10" creationId="{935C436B-FA84-FD64-34FE-899B2C5A95F8}"/>
          </ac:spMkLst>
        </pc:spChg>
        <pc:grpChg chg="del">
          <ac:chgData name="adilton junio" userId="66b3fade76ecdf97" providerId="LiveId" clId="{0A058601-4B9F-4C76-957A-FC09F92B5A98}" dt="2024-07-18T15:52:51.243" v="5" actId="478"/>
          <ac:grpSpMkLst>
            <pc:docMk/>
            <pc:sldMk cId="2918556770" sldId="272"/>
            <ac:grpSpMk id="12" creationId="{361C570B-C1B4-EEFC-2DF2-B4ECF5943116}"/>
          </ac:grpSpMkLst>
        </pc:grpChg>
      </pc:sldChg>
      <pc:sldChg chg="addSp delSp modSp mod">
        <pc:chgData name="adilton junio" userId="66b3fade76ecdf97" providerId="LiveId" clId="{0A058601-4B9F-4C76-957A-FC09F92B5A98}" dt="2024-07-18T15:53:27.257" v="17"/>
        <pc:sldMkLst>
          <pc:docMk/>
          <pc:sldMk cId="1630422409" sldId="274"/>
        </pc:sldMkLst>
        <pc:spChg chg="add mod">
          <ac:chgData name="adilton junio" userId="66b3fade76ecdf97" providerId="LiveId" clId="{0A058601-4B9F-4C76-957A-FC09F92B5A98}" dt="2024-07-18T15:53:27.257" v="17"/>
          <ac:spMkLst>
            <pc:docMk/>
            <pc:sldMk cId="1630422409" sldId="274"/>
            <ac:spMk id="2" creationId="{43A3EB4B-C1A8-CA44-591C-51AD97978378}"/>
          </ac:spMkLst>
        </pc:spChg>
        <pc:grpChg chg="del">
          <ac:chgData name="adilton junio" userId="66b3fade76ecdf97" providerId="LiveId" clId="{0A058601-4B9F-4C76-957A-FC09F92B5A98}" dt="2024-07-18T15:53:26.973" v="16" actId="478"/>
          <ac:grpSpMkLst>
            <pc:docMk/>
            <pc:sldMk cId="1630422409" sldId="274"/>
            <ac:grpSpMk id="29" creationId="{13074E31-F171-A258-2619-50EFDB2F72CE}"/>
          </ac:grpSpMkLst>
        </pc:grpChg>
      </pc:sldChg>
      <pc:sldChg chg="addSp delSp modSp mod">
        <pc:chgData name="adilton junio" userId="66b3fade76ecdf97" providerId="LiveId" clId="{0A058601-4B9F-4C76-957A-FC09F92B5A98}" dt="2024-07-18T15:53:22.424" v="15" actId="6549"/>
        <pc:sldMkLst>
          <pc:docMk/>
          <pc:sldMk cId="473031735" sldId="275"/>
        </pc:sldMkLst>
        <pc:spChg chg="add mod">
          <ac:chgData name="adilton junio" userId="66b3fade76ecdf97" providerId="LiveId" clId="{0A058601-4B9F-4C76-957A-FC09F92B5A98}" dt="2024-07-18T15:53:22.424" v="15" actId="6549"/>
          <ac:spMkLst>
            <pc:docMk/>
            <pc:sldMk cId="473031735" sldId="275"/>
            <ac:spMk id="3" creationId="{0DA16B6F-A00A-064D-4421-EBC94F022A6A}"/>
          </ac:spMkLst>
        </pc:spChg>
        <pc:grpChg chg="del">
          <ac:chgData name="adilton junio" userId="66b3fade76ecdf97" providerId="LiveId" clId="{0A058601-4B9F-4C76-957A-FC09F92B5A98}" dt="2024-07-18T15:53:03.612" v="9" actId="478"/>
          <ac:grpSpMkLst>
            <pc:docMk/>
            <pc:sldMk cId="473031735" sldId="275"/>
            <ac:grpSpMk id="29" creationId="{13074E31-F171-A258-2619-50EFDB2F72CE}"/>
          </ac:grpSpMkLst>
        </pc:grpChg>
      </pc:sldChg>
      <pc:sldChg chg="addSp delSp modSp mod">
        <pc:chgData name="adilton junio" userId="66b3fade76ecdf97" providerId="LiveId" clId="{0A058601-4B9F-4C76-957A-FC09F92B5A98}" dt="2024-07-18T15:53:29.980" v="19"/>
        <pc:sldMkLst>
          <pc:docMk/>
          <pc:sldMk cId="2749496167" sldId="276"/>
        </pc:sldMkLst>
        <pc:spChg chg="add mod">
          <ac:chgData name="adilton junio" userId="66b3fade76ecdf97" providerId="LiveId" clId="{0A058601-4B9F-4C76-957A-FC09F92B5A98}" dt="2024-07-18T15:53:29.980" v="19"/>
          <ac:spMkLst>
            <pc:docMk/>
            <pc:sldMk cId="2749496167" sldId="276"/>
            <ac:spMk id="13" creationId="{063083B4-B7E4-4222-85C0-4E0A4042B6E8}"/>
          </ac:spMkLst>
        </pc:spChg>
        <pc:grpChg chg="del">
          <ac:chgData name="adilton junio" userId="66b3fade76ecdf97" providerId="LiveId" clId="{0A058601-4B9F-4C76-957A-FC09F92B5A98}" dt="2024-07-18T15:53:29.789" v="18" actId="478"/>
          <ac:grpSpMkLst>
            <pc:docMk/>
            <pc:sldMk cId="2749496167" sldId="276"/>
            <ac:grpSpMk id="29" creationId="{13074E31-F171-A258-2619-50EFDB2F72CE}"/>
          </ac:grpSpMkLst>
        </pc:grpChg>
      </pc:sldChg>
      <pc:sldChg chg="addSp delSp modSp mod">
        <pc:chgData name="adilton junio" userId="66b3fade76ecdf97" providerId="LiveId" clId="{0A058601-4B9F-4C76-957A-FC09F92B5A98}" dt="2024-07-18T15:53:33.075" v="21"/>
        <pc:sldMkLst>
          <pc:docMk/>
          <pc:sldMk cId="518384142" sldId="277"/>
        </pc:sldMkLst>
        <pc:spChg chg="add mod">
          <ac:chgData name="adilton junio" userId="66b3fade76ecdf97" providerId="LiveId" clId="{0A058601-4B9F-4C76-957A-FC09F92B5A98}" dt="2024-07-18T15:53:33.075" v="21"/>
          <ac:spMkLst>
            <pc:docMk/>
            <pc:sldMk cId="518384142" sldId="277"/>
            <ac:spMk id="5" creationId="{91F9B305-4642-DD49-F4D1-79137D8A722C}"/>
          </ac:spMkLst>
        </pc:spChg>
        <pc:grpChg chg="del">
          <ac:chgData name="adilton junio" userId="66b3fade76ecdf97" providerId="LiveId" clId="{0A058601-4B9F-4C76-957A-FC09F92B5A98}" dt="2024-07-18T15:53:32.934" v="20" actId="478"/>
          <ac:grpSpMkLst>
            <pc:docMk/>
            <pc:sldMk cId="518384142" sldId="277"/>
            <ac:grpSpMk id="29" creationId="{13074E31-F171-A258-2619-50EFDB2F72CE}"/>
          </ac:grpSpMkLst>
        </pc:grpChg>
      </pc:sldChg>
      <pc:sldChg chg="addSp delSp modSp mod">
        <pc:chgData name="adilton junio" userId="66b3fade76ecdf97" providerId="LiveId" clId="{0A058601-4B9F-4C76-957A-FC09F92B5A98}" dt="2024-07-18T15:53:37.388" v="23"/>
        <pc:sldMkLst>
          <pc:docMk/>
          <pc:sldMk cId="4288203392" sldId="278"/>
        </pc:sldMkLst>
        <pc:spChg chg="add mod">
          <ac:chgData name="adilton junio" userId="66b3fade76ecdf97" providerId="LiveId" clId="{0A058601-4B9F-4C76-957A-FC09F92B5A98}" dt="2024-07-18T15:53:37.388" v="23"/>
          <ac:spMkLst>
            <pc:docMk/>
            <pc:sldMk cId="4288203392" sldId="278"/>
            <ac:spMk id="2" creationId="{31E53CA0-E714-7094-B530-33F2094ADC33}"/>
          </ac:spMkLst>
        </pc:spChg>
        <pc:grpChg chg="del">
          <ac:chgData name="adilton junio" userId="66b3fade76ecdf97" providerId="LiveId" clId="{0A058601-4B9F-4C76-957A-FC09F92B5A98}" dt="2024-07-18T15:53:37.185" v="22" actId="478"/>
          <ac:grpSpMkLst>
            <pc:docMk/>
            <pc:sldMk cId="4288203392" sldId="278"/>
            <ac:grpSpMk id="29" creationId="{13074E31-F171-A258-2619-50EFDB2F72CE}"/>
          </ac:grpSpMkLst>
        </pc:grpChg>
      </pc:sldChg>
      <pc:sldChg chg="addSp delSp modSp mod">
        <pc:chgData name="adilton junio" userId="66b3fade76ecdf97" providerId="LiveId" clId="{0A058601-4B9F-4C76-957A-FC09F92B5A98}" dt="2024-07-18T15:53:41.210" v="25"/>
        <pc:sldMkLst>
          <pc:docMk/>
          <pc:sldMk cId="3354174528" sldId="279"/>
        </pc:sldMkLst>
        <pc:spChg chg="add mod">
          <ac:chgData name="adilton junio" userId="66b3fade76ecdf97" providerId="LiveId" clId="{0A058601-4B9F-4C76-957A-FC09F92B5A98}" dt="2024-07-18T15:53:41.210" v="25"/>
          <ac:spMkLst>
            <pc:docMk/>
            <pc:sldMk cId="3354174528" sldId="279"/>
            <ac:spMk id="3" creationId="{FA914AA4-F6A4-2E83-366B-BD3AD8002F3F}"/>
          </ac:spMkLst>
        </pc:spChg>
        <pc:grpChg chg="del">
          <ac:chgData name="adilton junio" userId="66b3fade76ecdf97" providerId="LiveId" clId="{0A058601-4B9F-4C76-957A-FC09F92B5A98}" dt="2024-07-18T15:53:41.022" v="24" actId="478"/>
          <ac:grpSpMkLst>
            <pc:docMk/>
            <pc:sldMk cId="3354174528" sldId="279"/>
            <ac:grpSpMk id="29" creationId="{13074E31-F171-A258-2619-50EFDB2F72CE}"/>
          </ac:grpSpMkLst>
        </pc:grpChg>
      </pc:sldChg>
      <pc:sldChg chg="addSp delSp modSp mod">
        <pc:chgData name="adilton junio" userId="66b3fade76ecdf97" providerId="LiveId" clId="{0A058601-4B9F-4C76-957A-FC09F92B5A98}" dt="2024-07-18T15:53:44.886" v="27"/>
        <pc:sldMkLst>
          <pc:docMk/>
          <pc:sldMk cId="942069452" sldId="280"/>
        </pc:sldMkLst>
        <pc:spChg chg="add mod">
          <ac:chgData name="adilton junio" userId="66b3fade76ecdf97" providerId="LiveId" clId="{0A058601-4B9F-4C76-957A-FC09F92B5A98}" dt="2024-07-18T15:53:44.886" v="27"/>
          <ac:spMkLst>
            <pc:docMk/>
            <pc:sldMk cId="942069452" sldId="280"/>
            <ac:spMk id="2" creationId="{B6385A72-E44A-2278-DEFD-C98CB1E468FF}"/>
          </ac:spMkLst>
        </pc:spChg>
        <pc:grpChg chg="del">
          <ac:chgData name="adilton junio" userId="66b3fade76ecdf97" providerId="LiveId" clId="{0A058601-4B9F-4C76-957A-FC09F92B5A98}" dt="2024-07-18T15:53:44.636" v="26" actId="478"/>
          <ac:grpSpMkLst>
            <pc:docMk/>
            <pc:sldMk cId="942069452" sldId="280"/>
            <ac:grpSpMk id="29" creationId="{13074E31-F171-A258-2619-50EFDB2F72CE}"/>
          </ac:grpSpMkLst>
        </pc:grpChg>
      </pc:sldChg>
      <pc:sldChg chg="addSp delSp modSp mod">
        <pc:chgData name="adilton junio" userId="66b3fade76ecdf97" providerId="LiveId" clId="{0A058601-4B9F-4C76-957A-FC09F92B5A98}" dt="2024-07-18T19:44:22.228" v="833"/>
        <pc:sldMkLst>
          <pc:docMk/>
          <pc:sldMk cId="2053630702" sldId="281"/>
        </pc:sldMkLst>
        <pc:spChg chg="add mod">
          <ac:chgData name="adilton junio" userId="66b3fade76ecdf97" providerId="LiveId" clId="{0A058601-4B9F-4C76-957A-FC09F92B5A98}" dt="2024-07-18T15:53:47.808" v="29"/>
          <ac:spMkLst>
            <pc:docMk/>
            <pc:sldMk cId="2053630702" sldId="281"/>
            <ac:spMk id="2" creationId="{210C4684-E1A1-C731-9947-6934CF464A62}"/>
          </ac:spMkLst>
        </pc:spChg>
        <pc:spChg chg="mod">
          <ac:chgData name="adilton junio" userId="66b3fade76ecdf97" providerId="LiveId" clId="{0A058601-4B9F-4C76-957A-FC09F92B5A98}" dt="2024-07-18T18:09:09.667" v="181" actId="1035"/>
          <ac:spMkLst>
            <pc:docMk/>
            <pc:sldMk cId="2053630702" sldId="281"/>
            <ac:spMk id="3" creationId="{FC7BF6EB-E00D-7E0D-3F84-3147A5BB41DE}"/>
          </ac:spMkLst>
        </pc:spChg>
        <pc:spChg chg="mod">
          <ac:chgData name="adilton junio" userId="66b3fade76ecdf97" providerId="LiveId" clId="{0A058601-4B9F-4C76-957A-FC09F92B5A98}" dt="2024-07-18T18:09:09.667" v="181" actId="1035"/>
          <ac:spMkLst>
            <pc:docMk/>
            <pc:sldMk cId="2053630702" sldId="281"/>
            <ac:spMk id="10" creationId="{27E47613-2086-8889-2DA3-636737A44255}"/>
          </ac:spMkLst>
        </pc:spChg>
        <pc:spChg chg="mod">
          <ac:chgData name="adilton junio" userId="66b3fade76ecdf97" providerId="LiveId" clId="{0A058601-4B9F-4C76-957A-FC09F92B5A98}" dt="2024-07-18T18:09:09.667" v="181" actId="1035"/>
          <ac:spMkLst>
            <pc:docMk/>
            <pc:sldMk cId="2053630702" sldId="281"/>
            <ac:spMk id="11" creationId="{E9DD0510-2C0C-9065-7A68-228BD95F2AB2}"/>
          </ac:spMkLst>
        </pc:spChg>
        <pc:spChg chg="mod">
          <ac:chgData name="adilton junio" userId="66b3fade76ecdf97" providerId="LiveId" clId="{0A058601-4B9F-4C76-957A-FC09F92B5A98}" dt="2024-07-18T18:09:09.667" v="181" actId="1035"/>
          <ac:spMkLst>
            <pc:docMk/>
            <pc:sldMk cId="2053630702" sldId="281"/>
            <ac:spMk id="12" creationId="{E8174C7E-53F8-CB03-B52A-3A7136E340D3}"/>
          </ac:spMkLst>
        </pc:spChg>
        <pc:spChg chg="add del mod">
          <ac:chgData name="adilton junio" userId="66b3fade76ecdf97" providerId="LiveId" clId="{0A058601-4B9F-4C76-957A-FC09F92B5A98}" dt="2024-07-18T19:21:15.994" v="548" actId="478"/>
          <ac:spMkLst>
            <pc:docMk/>
            <pc:sldMk cId="2053630702" sldId="281"/>
            <ac:spMk id="14" creationId="{FC7735E1-2C18-E963-6DFF-C5C31C4373AC}"/>
          </ac:spMkLst>
        </pc:spChg>
        <pc:spChg chg="mod">
          <ac:chgData name="adilton junio" userId="66b3fade76ecdf97" providerId="LiveId" clId="{0A058601-4B9F-4C76-957A-FC09F92B5A98}" dt="2024-07-18T19:21:04.421" v="546" actId="1076"/>
          <ac:spMkLst>
            <pc:docMk/>
            <pc:sldMk cId="2053630702" sldId="281"/>
            <ac:spMk id="15" creationId="{86092138-BD00-A438-4A5E-61F36D663977}"/>
          </ac:spMkLst>
        </pc:spChg>
        <pc:spChg chg="mod">
          <ac:chgData name="adilton junio" userId="66b3fade76ecdf97" providerId="LiveId" clId="{0A058601-4B9F-4C76-957A-FC09F92B5A98}" dt="2024-07-18T18:09:09.667" v="181" actId="1035"/>
          <ac:spMkLst>
            <pc:docMk/>
            <pc:sldMk cId="2053630702" sldId="281"/>
            <ac:spMk id="16" creationId="{6616F89B-4506-6B3F-79BB-044E327DC70B}"/>
          </ac:spMkLst>
        </pc:spChg>
        <pc:spChg chg="mod">
          <ac:chgData name="adilton junio" userId="66b3fade76ecdf97" providerId="LiveId" clId="{0A058601-4B9F-4C76-957A-FC09F92B5A98}" dt="2024-07-18T19:21:02.216" v="545" actId="1076"/>
          <ac:spMkLst>
            <pc:docMk/>
            <pc:sldMk cId="2053630702" sldId="281"/>
            <ac:spMk id="18" creationId="{415B0D8E-C1BD-B522-EC7F-7F1954A89333}"/>
          </ac:spMkLst>
        </pc:spChg>
        <pc:spChg chg="mod">
          <ac:chgData name="adilton junio" userId="66b3fade76ecdf97" providerId="LiveId" clId="{0A058601-4B9F-4C76-957A-FC09F92B5A98}" dt="2024-07-18T18:09:09.667" v="181" actId="1035"/>
          <ac:spMkLst>
            <pc:docMk/>
            <pc:sldMk cId="2053630702" sldId="281"/>
            <ac:spMk id="19" creationId="{353D303B-B035-D8BA-8D64-E4E682F56D3B}"/>
          </ac:spMkLst>
        </pc:spChg>
        <pc:spChg chg="mod">
          <ac:chgData name="adilton junio" userId="66b3fade76ecdf97" providerId="LiveId" clId="{0A058601-4B9F-4C76-957A-FC09F92B5A98}" dt="2024-07-18T18:09:09.667" v="181" actId="1035"/>
          <ac:spMkLst>
            <pc:docMk/>
            <pc:sldMk cId="2053630702" sldId="281"/>
            <ac:spMk id="20" creationId="{9A43987F-E7D5-225D-1A27-E0B450B9249F}"/>
          </ac:spMkLst>
        </pc:spChg>
        <pc:spChg chg="add mod">
          <ac:chgData name="adilton junio" userId="66b3fade76ecdf97" providerId="LiveId" clId="{0A058601-4B9F-4C76-957A-FC09F92B5A98}" dt="2024-07-18T18:07:34.312" v="146" actId="1035"/>
          <ac:spMkLst>
            <pc:docMk/>
            <pc:sldMk cId="2053630702" sldId="281"/>
            <ac:spMk id="24" creationId="{53BD7D7D-B52E-2B8A-1996-E3CCD928A4F8}"/>
          </ac:spMkLst>
        </pc:spChg>
        <pc:spChg chg="add mod">
          <ac:chgData name="adilton junio" userId="66b3fade76ecdf97" providerId="LiveId" clId="{0A058601-4B9F-4C76-957A-FC09F92B5A98}" dt="2024-07-18T18:03:40.087" v="87"/>
          <ac:spMkLst>
            <pc:docMk/>
            <pc:sldMk cId="2053630702" sldId="281"/>
            <ac:spMk id="25" creationId="{FF4DC57D-0A35-3D66-8DDC-E2035E7FE769}"/>
          </ac:spMkLst>
        </pc:spChg>
        <pc:spChg chg="add mod">
          <ac:chgData name="adilton junio" userId="66b3fade76ecdf97" providerId="LiveId" clId="{0A058601-4B9F-4C76-957A-FC09F92B5A98}" dt="2024-07-18T18:14:07.152" v="193" actId="6549"/>
          <ac:spMkLst>
            <pc:docMk/>
            <pc:sldMk cId="2053630702" sldId="281"/>
            <ac:spMk id="26" creationId="{93DD0F9A-89C8-D9DF-AE72-D16BFF9F5D13}"/>
          </ac:spMkLst>
        </pc:spChg>
        <pc:spChg chg="add mod">
          <ac:chgData name="adilton junio" userId="66b3fade76ecdf97" providerId="LiveId" clId="{0A058601-4B9F-4C76-957A-FC09F92B5A98}" dt="2024-07-18T19:11:23.317" v="490" actId="6549"/>
          <ac:spMkLst>
            <pc:docMk/>
            <pc:sldMk cId="2053630702" sldId="281"/>
            <ac:spMk id="27" creationId="{AE1D638E-B05C-4489-6A35-F46D56C9BB75}"/>
          </ac:spMkLst>
        </pc:spChg>
        <pc:spChg chg="add mod">
          <ac:chgData name="adilton junio" userId="66b3fade76ecdf97" providerId="LiveId" clId="{0A058601-4B9F-4C76-957A-FC09F92B5A98}" dt="2024-07-18T19:21:31.266" v="550"/>
          <ac:spMkLst>
            <pc:docMk/>
            <pc:sldMk cId="2053630702" sldId="281"/>
            <ac:spMk id="28" creationId="{AE22C686-6973-7C5C-4F22-F824EBC72058}"/>
          </ac:spMkLst>
        </pc:spChg>
        <pc:spChg chg="add mod">
          <ac:chgData name="adilton junio" userId="66b3fade76ecdf97" providerId="LiveId" clId="{0A058601-4B9F-4C76-957A-FC09F92B5A98}" dt="2024-07-18T19:21:31.266" v="550"/>
          <ac:spMkLst>
            <pc:docMk/>
            <pc:sldMk cId="2053630702" sldId="281"/>
            <ac:spMk id="35" creationId="{120F725B-3414-4F72-505D-C3B7EBFD2D0A}"/>
          </ac:spMkLst>
        </pc:spChg>
        <pc:spChg chg="add mod">
          <ac:chgData name="adilton junio" userId="66b3fade76ecdf97" providerId="LiveId" clId="{0A058601-4B9F-4C76-957A-FC09F92B5A98}" dt="2024-07-18T19:21:31.266" v="550"/>
          <ac:spMkLst>
            <pc:docMk/>
            <pc:sldMk cId="2053630702" sldId="281"/>
            <ac:spMk id="36" creationId="{6B448B38-FEF0-9677-808E-32AB0F8FA830}"/>
          </ac:spMkLst>
        </pc:spChg>
        <pc:spChg chg="add mod">
          <ac:chgData name="adilton junio" userId="66b3fade76ecdf97" providerId="LiveId" clId="{0A058601-4B9F-4C76-957A-FC09F92B5A98}" dt="2024-07-18T19:21:31.266" v="550"/>
          <ac:spMkLst>
            <pc:docMk/>
            <pc:sldMk cId="2053630702" sldId="281"/>
            <ac:spMk id="37" creationId="{0CAF2F66-E424-C1B0-5270-A8EACDB9A98F}"/>
          </ac:spMkLst>
        </pc:spChg>
        <pc:spChg chg="mod">
          <ac:chgData name="adilton junio" userId="66b3fade76ecdf97" providerId="LiveId" clId="{0A058601-4B9F-4C76-957A-FC09F92B5A98}" dt="2024-07-18T18:09:09.667" v="181" actId="1035"/>
          <ac:spMkLst>
            <pc:docMk/>
            <pc:sldMk cId="2053630702" sldId="281"/>
            <ac:spMk id="46" creationId="{0BA273BB-12B4-7B2D-3C3B-88DA6761AE3A}"/>
          </ac:spMkLst>
        </pc:spChg>
        <pc:spChg chg="del mod">
          <ac:chgData name="adilton junio" userId="66b3fade76ecdf97" providerId="LiveId" clId="{0A058601-4B9F-4C76-957A-FC09F92B5A98}" dt="2024-07-18T19:21:26.107" v="549" actId="478"/>
          <ac:spMkLst>
            <pc:docMk/>
            <pc:sldMk cId="2053630702" sldId="281"/>
            <ac:spMk id="49" creationId="{7833B820-66DA-0E80-515E-776DEEE75A05}"/>
          </ac:spMkLst>
        </pc:spChg>
        <pc:spChg chg="del">
          <ac:chgData name="adilton junio" userId="66b3fade76ecdf97" providerId="LiveId" clId="{0A058601-4B9F-4C76-957A-FC09F92B5A98}" dt="2024-07-18T19:21:26.107" v="549" actId="478"/>
          <ac:spMkLst>
            <pc:docMk/>
            <pc:sldMk cId="2053630702" sldId="281"/>
            <ac:spMk id="51" creationId="{FD2E8E22-5ACF-60C9-B288-082EC6251E00}"/>
          </ac:spMkLst>
        </pc:spChg>
        <pc:spChg chg="del">
          <ac:chgData name="adilton junio" userId="66b3fade76ecdf97" providerId="LiveId" clId="{0A058601-4B9F-4C76-957A-FC09F92B5A98}" dt="2024-07-18T19:21:26.107" v="549" actId="478"/>
          <ac:spMkLst>
            <pc:docMk/>
            <pc:sldMk cId="2053630702" sldId="281"/>
            <ac:spMk id="52" creationId="{33B7D2AA-991A-4A16-DA0F-A33EFF635AF9}"/>
          </ac:spMkLst>
        </pc:spChg>
        <pc:spChg chg="mod">
          <ac:chgData name="adilton junio" userId="66b3fade76ecdf97" providerId="LiveId" clId="{0A058601-4B9F-4C76-957A-FC09F92B5A98}" dt="2024-07-18T18:09:09.667" v="181" actId="1035"/>
          <ac:spMkLst>
            <pc:docMk/>
            <pc:sldMk cId="2053630702" sldId="281"/>
            <ac:spMk id="53" creationId="{9D306FAD-7E02-104C-B79C-EDB6ACFE4449}"/>
          </ac:spMkLst>
        </pc:spChg>
        <pc:spChg chg="del mod">
          <ac:chgData name="adilton junio" userId="66b3fade76ecdf97" providerId="LiveId" clId="{0A058601-4B9F-4C76-957A-FC09F92B5A98}" dt="2024-07-18T19:21:26.107" v="549" actId="478"/>
          <ac:spMkLst>
            <pc:docMk/>
            <pc:sldMk cId="2053630702" sldId="281"/>
            <ac:spMk id="55" creationId="{C2302AC0-7CB1-AE7D-F5C3-CB69EA242456}"/>
          </ac:spMkLst>
        </pc:spChg>
        <pc:spChg chg="mod">
          <ac:chgData name="adilton junio" userId="66b3fade76ecdf97" providerId="LiveId" clId="{0A058601-4B9F-4C76-957A-FC09F92B5A98}" dt="2024-07-18T18:09:09.667" v="181" actId="1035"/>
          <ac:spMkLst>
            <pc:docMk/>
            <pc:sldMk cId="2053630702" sldId="281"/>
            <ac:spMk id="58" creationId="{55C1FAED-F330-68C9-DD31-83A89821F693}"/>
          </ac:spMkLst>
        </pc:spChg>
        <pc:spChg chg="mod">
          <ac:chgData name="adilton junio" userId="66b3fade76ecdf97" providerId="LiveId" clId="{0A058601-4B9F-4C76-957A-FC09F92B5A98}" dt="2024-07-18T19:44:22.228" v="833"/>
          <ac:spMkLst>
            <pc:docMk/>
            <pc:sldMk cId="2053630702" sldId="281"/>
            <ac:spMk id="69" creationId="{FC60B356-1ADE-381F-211A-58EAAC72A0C0}"/>
          </ac:spMkLst>
        </pc:spChg>
        <pc:spChg chg="mod">
          <ac:chgData name="adilton junio" userId="66b3fade76ecdf97" providerId="LiveId" clId="{0A058601-4B9F-4C76-957A-FC09F92B5A98}" dt="2024-07-18T18:07:32.294" v="143" actId="1035"/>
          <ac:spMkLst>
            <pc:docMk/>
            <pc:sldMk cId="2053630702" sldId="281"/>
            <ac:spMk id="72" creationId="{2B2252D7-BDB0-0800-4153-D51498FB71FE}"/>
          </ac:spMkLst>
        </pc:spChg>
        <pc:spChg chg="mod">
          <ac:chgData name="adilton junio" userId="66b3fade76ecdf97" providerId="LiveId" clId="{0A058601-4B9F-4C76-957A-FC09F92B5A98}" dt="2024-07-18T18:07:30.638" v="140" actId="1035"/>
          <ac:spMkLst>
            <pc:docMk/>
            <pc:sldMk cId="2053630702" sldId="281"/>
            <ac:spMk id="73" creationId="{65843819-16A7-23E6-11AF-74F186A3000C}"/>
          </ac:spMkLst>
        </pc:spChg>
        <pc:grpChg chg="del">
          <ac:chgData name="adilton junio" userId="66b3fade76ecdf97" providerId="LiveId" clId="{0A058601-4B9F-4C76-957A-FC09F92B5A98}" dt="2024-07-18T15:53:47.667" v="28" actId="478"/>
          <ac:grpSpMkLst>
            <pc:docMk/>
            <pc:sldMk cId="2053630702" sldId="281"/>
            <ac:grpSpMk id="29" creationId="{13074E31-F171-A258-2619-50EFDB2F72CE}"/>
          </ac:grpSpMkLst>
        </pc:grpChg>
        <pc:grpChg chg="mod">
          <ac:chgData name="adilton junio" userId="66b3fade76ecdf97" providerId="LiveId" clId="{0A058601-4B9F-4C76-957A-FC09F92B5A98}" dt="2024-07-18T18:09:09.667" v="181" actId="1035"/>
          <ac:grpSpMkLst>
            <pc:docMk/>
            <pc:sldMk cId="2053630702" sldId="281"/>
            <ac:grpSpMk id="34" creationId="{AEEF91CA-45FB-D1F1-080F-8302C4AF77B5}"/>
          </ac:grpSpMkLst>
        </pc:grpChg>
        <pc:cxnChg chg="mod">
          <ac:chgData name="adilton junio" userId="66b3fade76ecdf97" providerId="LiveId" clId="{0A058601-4B9F-4C76-957A-FC09F92B5A98}" dt="2024-07-18T18:09:09.667" v="181" actId="1035"/>
          <ac:cxnSpMkLst>
            <pc:docMk/>
            <pc:sldMk cId="2053630702" sldId="281"/>
            <ac:cxnSpMk id="5" creationId="{54F71E4B-75EB-F637-034E-CAB06CB4CE21}"/>
          </ac:cxnSpMkLst>
        </pc:cxnChg>
        <pc:cxnChg chg="mod">
          <ac:chgData name="adilton junio" userId="66b3fade76ecdf97" providerId="LiveId" clId="{0A058601-4B9F-4C76-957A-FC09F92B5A98}" dt="2024-07-18T18:09:09.667" v="181" actId="1035"/>
          <ac:cxnSpMkLst>
            <pc:docMk/>
            <pc:sldMk cId="2053630702" sldId="281"/>
            <ac:cxnSpMk id="7" creationId="{8C19D695-CCF3-5C67-A0D8-DF1B321042AE}"/>
          </ac:cxnSpMkLst>
        </pc:cxnChg>
        <pc:cxnChg chg="mod">
          <ac:chgData name="adilton junio" userId="66b3fade76ecdf97" providerId="LiveId" clId="{0A058601-4B9F-4C76-957A-FC09F92B5A98}" dt="2024-07-18T18:09:09.667" v="181" actId="1035"/>
          <ac:cxnSpMkLst>
            <pc:docMk/>
            <pc:sldMk cId="2053630702" sldId="281"/>
            <ac:cxnSpMk id="13" creationId="{77C55F1C-5BD5-DF76-2F5F-1ED7DF903812}"/>
          </ac:cxnSpMkLst>
        </pc:cxnChg>
        <pc:cxnChg chg="mod">
          <ac:chgData name="adilton junio" userId="66b3fade76ecdf97" providerId="LiveId" clId="{0A058601-4B9F-4C76-957A-FC09F92B5A98}" dt="2024-07-18T18:09:09.667" v="181" actId="1035"/>
          <ac:cxnSpMkLst>
            <pc:docMk/>
            <pc:sldMk cId="2053630702" sldId="281"/>
            <ac:cxnSpMk id="17" creationId="{8F91AF59-2EF3-64DF-7896-03F59E9EA565}"/>
          </ac:cxnSpMkLst>
        </pc:cxnChg>
      </pc:sldChg>
      <pc:sldChg chg="addSp delSp modSp add mod">
        <pc:chgData name="adilton junio" userId="66b3fade76ecdf97" providerId="LiveId" clId="{0A058601-4B9F-4C76-957A-FC09F92B5A98}" dt="2024-07-18T20:37:55.978" v="1309" actId="14100"/>
        <pc:sldMkLst>
          <pc:docMk/>
          <pc:sldMk cId="709303475" sldId="282"/>
        </pc:sldMkLst>
        <pc:spChg chg="del">
          <ac:chgData name="adilton junio" userId="66b3fade76ecdf97" providerId="LiveId" clId="{0A058601-4B9F-4C76-957A-FC09F92B5A98}" dt="2024-07-18T19:21:49.132" v="551" actId="478"/>
          <ac:spMkLst>
            <pc:docMk/>
            <pc:sldMk cId="709303475" sldId="282"/>
            <ac:spMk id="3" creationId="{FC7BF6EB-E00D-7E0D-3F84-3147A5BB41DE}"/>
          </ac:spMkLst>
        </pc:spChg>
        <pc:spChg chg="del">
          <ac:chgData name="adilton junio" userId="66b3fade76ecdf97" providerId="LiveId" clId="{0A058601-4B9F-4C76-957A-FC09F92B5A98}" dt="2024-07-18T19:21:49.132" v="551" actId="478"/>
          <ac:spMkLst>
            <pc:docMk/>
            <pc:sldMk cId="709303475" sldId="282"/>
            <ac:spMk id="10" creationId="{27E47613-2086-8889-2DA3-636737A44255}"/>
          </ac:spMkLst>
        </pc:spChg>
        <pc:spChg chg="del">
          <ac:chgData name="adilton junio" userId="66b3fade76ecdf97" providerId="LiveId" clId="{0A058601-4B9F-4C76-957A-FC09F92B5A98}" dt="2024-07-18T19:21:49.132" v="551" actId="478"/>
          <ac:spMkLst>
            <pc:docMk/>
            <pc:sldMk cId="709303475" sldId="282"/>
            <ac:spMk id="11" creationId="{E9DD0510-2C0C-9065-7A68-228BD95F2AB2}"/>
          </ac:spMkLst>
        </pc:spChg>
        <pc:spChg chg="del">
          <ac:chgData name="adilton junio" userId="66b3fade76ecdf97" providerId="LiveId" clId="{0A058601-4B9F-4C76-957A-FC09F92B5A98}" dt="2024-07-18T19:21:49.132" v="551" actId="478"/>
          <ac:spMkLst>
            <pc:docMk/>
            <pc:sldMk cId="709303475" sldId="282"/>
            <ac:spMk id="12" creationId="{E8174C7E-53F8-CB03-B52A-3A7136E340D3}"/>
          </ac:spMkLst>
        </pc:spChg>
        <pc:spChg chg="del">
          <ac:chgData name="adilton junio" userId="66b3fade76ecdf97" providerId="LiveId" clId="{0A058601-4B9F-4C76-957A-FC09F92B5A98}" dt="2024-07-18T19:21:49.132" v="551" actId="478"/>
          <ac:spMkLst>
            <pc:docMk/>
            <pc:sldMk cId="709303475" sldId="282"/>
            <ac:spMk id="14" creationId="{FC7735E1-2C18-E963-6DFF-C5C31C4373AC}"/>
          </ac:spMkLst>
        </pc:spChg>
        <pc:spChg chg="del mod">
          <ac:chgData name="adilton junio" userId="66b3fade76ecdf97" providerId="LiveId" clId="{0A058601-4B9F-4C76-957A-FC09F92B5A98}" dt="2024-07-18T19:21:49.132" v="551" actId="478"/>
          <ac:spMkLst>
            <pc:docMk/>
            <pc:sldMk cId="709303475" sldId="282"/>
            <ac:spMk id="15" creationId="{86092138-BD00-A438-4A5E-61F36D663977}"/>
          </ac:spMkLst>
        </pc:spChg>
        <pc:spChg chg="del">
          <ac:chgData name="adilton junio" userId="66b3fade76ecdf97" providerId="LiveId" clId="{0A058601-4B9F-4C76-957A-FC09F92B5A98}" dt="2024-07-18T19:21:49.132" v="551" actId="478"/>
          <ac:spMkLst>
            <pc:docMk/>
            <pc:sldMk cId="709303475" sldId="282"/>
            <ac:spMk id="16" creationId="{6616F89B-4506-6B3F-79BB-044E327DC70B}"/>
          </ac:spMkLst>
        </pc:spChg>
        <pc:spChg chg="del mod">
          <ac:chgData name="adilton junio" userId="66b3fade76ecdf97" providerId="LiveId" clId="{0A058601-4B9F-4C76-957A-FC09F92B5A98}" dt="2024-07-18T19:21:49.132" v="551" actId="478"/>
          <ac:spMkLst>
            <pc:docMk/>
            <pc:sldMk cId="709303475" sldId="282"/>
            <ac:spMk id="18" creationId="{415B0D8E-C1BD-B522-EC7F-7F1954A89333}"/>
          </ac:spMkLst>
        </pc:spChg>
        <pc:spChg chg="del">
          <ac:chgData name="adilton junio" userId="66b3fade76ecdf97" providerId="LiveId" clId="{0A058601-4B9F-4C76-957A-FC09F92B5A98}" dt="2024-07-18T19:21:49.132" v="551" actId="478"/>
          <ac:spMkLst>
            <pc:docMk/>
            <pc:sldMk cId="709303475" sldId="282"/>
            <ac:spMk id="19" creationId="{353D303B-B035-D8BA-8D64-E4E682F56D3B}"/>
          </ac:spMkLst>
        </pc:spChg>
        <pc:spChg chg="del">
          <ac:chgData name="adilton junio" userId="66b3fade76ecdf97" providerId="LiveId" clId="{0A058601-4B9F-4C76-957A-FC09F92B5A98}" dt="2024-07-18T19:21:49.132" v="551" actId="478"/>
          <ac:spMkLst>
            <pc:docMk/>
            <pc:sldMk cId="709303475" sldId="282"/>
            <ac:spMk id="20" creationId="{9A43987F-E7D5-225D-1A27-E0B450B9249F}"/>
          </ac:spMkLst>
        </pc:spChg>
        <pc:spChg chg="add del mod">
          <ac:chgData name="adilton junio" userId="66b3fade76ecdf97" providerId="LiveId" clId="{0A058601-4B9F-4C76-957A-FC09F92B5A98}" dt="2024-07-18T19:44:06.550" v="831" actId="478"/>
          <ac:spMkLst>
            <pc:docMk/>
            <pc:sldMk cId="709303475" sldId="282"/>
            <ac:spMk id="21" creationId="{BF8FFA2B-2776-DE3F-679E-227563589BD9}"/>
          </ac:spMkLst>
        </pc:spChg>
        <pc:spChg chg="add del mod">
          <ac:chgData name="adilton junio" userId="66b3fade76ecdf97" providerId="LiveId" clId="{0A058601-4B9F-4C76-957A-FC09F92B5A98}" dt="2024-07-18T20:37:05.575" v="1306" actId="113"/>
          <ac:spMkLst>
            <pc:docMk/>
            <pc:sldMk cId="709303475" sldId="282"/>
            <ac:spMk id="22" creationId="{29CCD146-9179-887E-B55D-A39C4FE7F7F6}"/>
          </ac:spMkLst>
        </pc:spChg>
        <pc:spChg chg="add mod">
          <ac:chgData name="adilton junio" userId="66b3fade76ecdf97" providerId="LiveId" clId="{0A058601-4B9F-4C76-957A-FC09F92B5A98}" dt="2024-07-18T19:22:02.949" v="621" actId="1076"/>
          <ac:spMkLst>
            <pc:docMk/>
            <pc:sldMk cId="709303475" sldId="282"/>
            <ac:spMk id="23" creationId="{4871CC2C-EA83-BD61-5E01-2D1DEA80B420}"/>
          </ac:spMkLst>
        </pc:spChg>
        <pc:spChg chg="del">
          <ac:chgData name="adilton junio" userId="66b3fade76ecdf97" providerId="LiveId" clId="{0A058601-4B9F-4C76-957A-FC09F92B5A98}" dt="2024-07-18T18:20:41.778" v="311" actId="478"/>
          <ac:spMkLst>
            <pc:docMk/>
            <pc:sldMk cId="709303475" sldId="282"/>
            <ac:spMk id="24" creationId="{53BD7D7D-B52E-2B8A-1996-E3CCD928A4F8}"/>
          </ac:spMkLst>
        </pc:spChg>
        <pc:spChg chg="del">
          <ac:chgData name="adilton junio" userId="66b3fade76ecdf97" providerId="LiveId" clId="{0A058601-4B9F-4C76-957A-FC09F92B5A98}" dt="2024-07-18T18:20:42.924" v="312" actId="478"/>
          <ac:spMkLst>
            <pc:docMk/>
            <pc:sldMk cId="709303475" sldId="282"/>
            <ac:spMk id="26" creationId="{93DD0F9A-89C8-D9DF-AE72-D16BFF9F5D13}"/>
          </ac:spMkLst>
        </pc:spChg>
        <pc:spChg chg="del mod">
          <ac:chgData name="adilton junio" userId="66b3fade76ecdf97" providerId="LiveId" clId="{0A058601-4B9F-4C76-957A-FC09F92B5A98}" dt="2024-07-18T18:22:26.466" v="398" actId="478"/>
          <ac:spMkLst>
            <pc:docMk/>
            <pc:sldMk cId="709303475" sldId="282"/>
            <ac:spMk id="27" creationId="{AE1D638E-B05C-4489-6A35-F46D56C9BB75}"/>
          </ac:spMkLst>
        </pc:spChg>
        <pc:spChg chg="del mod">
          <ac:chgData name="adilton junio" userId="66b3fade76ecdf97" providerId="LiveId" clId="{0A058601-4B9F-4C76-957A-FC09F92B5A98}" dt="2024-07-18T19:14:16.720" v="524" actId="478"/>
          <ac:spMkLst>
            <pc:docMk/>
            <pc:sldMk cId="709303475" sldId="282"/>
            <ac:spMk id="28" creationId="{DC0BAE5A-87D7-A0BB-8C65-84CF85B3F3A8}"/>
          </ac:spMkLst>
        </pc:spChg>
        <pc:spChg chg="del mod">
          <ac:chgData name="adilton junio" userId="66b3fade76ecdf97" providerId="LiveId" clId="{0A058601-4B9F-4C76-957A-FC09F92B5A98}" dt="2024-07-18T19:14:19.442" v="526" actId="478"/>
          <ac:spMkLst>
            <pc:docMk/>
            <pc:sldMk cId="709303475" sldId="282"/>
            <ac:spMk id="29" creationId="{6585634B-CE01-EDFA-DEF5-F1EC0C84E1A9}"/>
          </ac:spMkLst>
        </pc:spChg>
        <pc:spChg chg="mod topLvl">
          <ac:chgData name="adilton junio" userId="66b3fade76ecdf97" providerId="LiveId" clId="{0A058601-4B9F-4C76-957A-FC09F92B5A98}" dt="2024-07-18T19:22:17.744" v="623" actId="164"/>
          <ac:spMkLst>
            <pc:docMk/>
            <pc:sldMk cId="709303475" sldId="282"/>
            <ac:spMk id="31" creationId="{39FD82A8-CE4F-2A20-31EB-8BC42F85E6E6}"/>
          </ac:spMkLst>
        </pc:spChg>
        <pc:spChg chg="mod topLvl">
          <ac:chgData name="adilton junio" userId="66b3fade76ecdf97" providerId="LiveId" clId="{0A058601-4B9F-4C76-957A-FC09F92B5A98}" dt="2024-07-18T19:22:17.744" v="623" actId="164"/>
          <ac:spMkLst>
            <pc:docMk/>
            <pc:sldMk cId="709303475" sldId="282"/>
            <ac:spMk id="32" creationId="{4B03AF94-A035-1233-BEF1-D326FB9CA55B}"/>
          </ac:spMkLst>
        </pc:spChg>
        <pc:spChg chg="mod topLvl">
          <ac:chgData name="adilton junio" userId="66b3fade76ecdf97" providerId="LiveId" clId="{0A058601-4B9F-4C76-957A-FC09F92B5A98}" dt="2024-07-18T19:22:17.744" v="623" actId="164"/>
          <ac:spMkLst>
            <pc:docMk/>
            <pc:sldMk cId="709303475" sldId="282"/>
            <ac:spMk id="33" creationId="{0F40E556-8CA4-5357-5DFC-570A3EC1A6C6}"/>
          </ac:spMkLst>
        </pc:spChg>
        <pc:spChg chg="del mod">
          <ac:chgData name="adilton junio" userId="66b3fade76ecdf97" providerId="LiveId" clId="{0A058601-4B9F-4C76-957A-FC09F92B5A98}" dt="2024-07-18T19:14:29.367" v="532" actId="478"/>
          <ac:spMkLst>
            <pc:docMk/>
            <pc:sldMk cId="709303475" sldId="282"/>
            <ac:spMk id="36" creationId="{A9732613-8A7C-9093-10AC-E91B1BE047C0}"/>
          </ac:spMkLst>
        </pc:spChg>
        <pc:spChg chg="del mod">
          <ac:chgData name="adilton junio" userId="66b3fade76ecdf97" providerId="LiveId" clId="{0A058601-4B9F-4C76-957A-FC09F92B5A98}" dt="2024-07-18T19:14:20.911" v="527" actId="478"/>
          <ac:spMkLst>
            <pc:docMk/>
            <pc:sldMk cId="709303475" sldId="282"/>
            <ac:spMk id="38" creationId="{A0CEA7A7-AAF4-50F4-9201-21C7870A602B}"/>
          </ac:spMkLst>
        </pc:spChg>
        <pc:spChg chg="mod topLvl">
          <ac:chgData name="adilton junio" userId="66b3fade76ecdf97" providerId="LiveId" clId="{0A058601-4B9F-4C76-957A-FC09F92B5A98}" dt="2024-07-18T19:22:17.744" v="623" actId="164"/>
          <ac:spMkLst>
            <pc:docMk/>
            <pc:sldMk cId="709303475" sldId="282"/>
            <ac:spMk id="39" creationId="{7B231160-A60B-E1EA-CFC8-FAC5171C6792}"/>
          </ac:spMkLst>
        </pc:spChg>
        <pc:spChg chg="mod topLvl">
          <ac:chgData name="adilton junio" userId="66b3fade76ecdf97" providerId="LiveId" clId="{0A058601-4B9F-4C76-957A-FC09F92B5A98}" dt="2024-07-18T19:22:17.744" v="623" actId="164"/>
          <ac:spMkLst>
            <pc:docMk/>
            <pc:sldMk cId="709303475" sldId="282"/>
            <ac:spMk id="40" creationId="{FBBEFC6D-7758-F4B7-B37D-FE1F76852A2E}"/>
          </ac:spMkLst>
        </pc:spChg>
        <pc:spChg chg="mod topLvl">
          <ac:chgData name="adilton junio" userId="66b3fade76ecdf97" providerId="LiveId" clId="{0A058601-4B9F-4C76-957A-FC09F92B5A98}" dt="2024-07-18T19:22:17.744" v="623" actId="164"/>
          <ac:spMkLst>
            <pc:docMk/>
            <pc:sldMk cId="709303475" sldId="282"/>
            <ac:spMk id="43" creationId="{9D7EF626-A89A-6173-82AA-7801B3B9563C}"/>
          </ac:spMkLst>
        </pc:spChg>
        <pc:spChg chg="del">
          <ac:chgData name="adilton junio" userId="66b3fade76ecdf97" providerId="LiveId" clId="{0A058601-4B9F-4C76-957A-FC09F92B5A98}" dt="2024-07-18T19:21:49.132" v="551" actId="478"/>
          <ac:spMkLst>
            <pc:docMk/>
            <pc:sldMk cId="709303475" sldId="282"/>
            <ac:spMk id="46" creationId="{0BA273BB-12B4-7B2D-3C3B-88DA6761AE3A}"/>
          </ac:spMkLst>
        </pc:spChg>
        <pc:spChg chg="del mod">
          <ac:chgData name="adilton junio" userId="66b3fade76ecdf97" providerId="LiveId" clId="{0A058601-4B9F-4C76-957A-FC09F92B5A98}" dt="2024-07-18T19:21:49.132" v="551" actId="478"/>
          <ac:spMkLst>
            <pc:docMk/>
            <pc:sldMk cId="709303475" sldId="282"/>
            <ac:spMk id="49" creationId="{7833B820-66DA-0E80-515E-776DEEE75A05}"/>
          </ac:spMkLst>
        </pc:spChg>
        <pc:spChg chg="mod">
          <ac:chgData name="adilton junio" userId="66b3fade76ecdf97" providerId="LiveId" clId="{0A058601-4B9F-4C76-957A-FC09F92B5A98}" dt="2024-07-18T19:22:10.984" v="622" actId="165"/>
          <ac:spMkLst>
            <pc:docMk/>
            <pc:sldMk cId="709303475" sldId="282"/>
            <ac:spMk id="50" creationId="{71F82FD0-16CB-50E9-175A-02D30581FF2F}"/>
          </ac:spMkLst>
        </pc:spChg>
        <pc:spChg chg="del mod">
          <ac:chgData name="adilton junio" userId="66b3fade76ecdf97" providerId="LiveId" clId="{0A058601-4B9F-4C76-957A-FC09F92B5A98}" dt="2024-07-18T19:21:49.132" v="551" actId="478"/>
          <ac:spMkLst>
            <pc:docMk/>
            <pc:sldMk cId="709303475" sldId="282"/>
            <ac:spMk id="51" creationId="{FD2E8E22-5ACF-60C9-B288-082EC6251E00}"/>
          </ac:spMkLst>
        </pc:spChg>
        <pc:spChg chg="del mod">
          <ac:chgData name="adilton junio" userId="66b3fade76ecdf97" providerId="LiveId" clId="{0A058601-4B9F-4C76-957A-FC09F92B5A98}" dt="2024-07-18T19:21:49.132" v="551" actId="478"/>
          <ac:spMkLst>
            <pc:docMk/>
            <pc:sldMk cId="709303475" sldId="282"/>
            <ac:spMk id="52" creationId="{33B7D2AA-991A-4A16-DA0F-A33EFF635AF9}"/>
          </ac:spMkLst>
        </pc:spChg>
        <pc:spChg chg="del">
          <ac:chgData name="adilton junio" userId="66b3fade76ecdf97" providerId="LiveId" clId="{0A058601-4B9F-4C76-957A-FC09F92B5A98}" dt="2024-07-18T19:21:49.132" v="551" actId="478"/>
          <ac:spMkLst>
            <pc:docMk/>
            <pc:sldMk cId="709303475" sldId="282"/>
            <ac:spMk id="53" creationId="{9D306FAD-7E02-104C-B79C-EDB6ACFE4449}"/>
          </ac:spMkLst>
        </pc:spChg>
        <pc:spChg chg="mod">
          <ac:chgData name="adilton junio" userId="66b3fade76ecdf97" providerId="LiveId" clId="{0A058601-4B9F-4C76-957A-FC09F92B5A98}" dt="2024-07-18T19:22:10.984" v="622" actId="165"/>
          <ac:spMkLst>
            <pc:docMk/>
            <pc:sldMk cId="709303475" sldId="282"/>
            <ac:spMk id="54" creationId="{0ED44197-7AD7-C73B-7815-29129582B413}"/>
          </ac:spMkLst>
        </pc:spChg>
        <pc:spChg chg="del mod">
          <ac:chgData name="adilton junio" userId="66b3fade76ecdf97" providerId="LiveId" clId="{0A058601-4B9F-4C76-957A-FC09F92B5A98}" dt="2024-07-18T19:21:49.132" v="551" actId="478"/>
          <ac:spMkLst>
            <pc:docMk/>
            <pc:sldMk cId="709303475" sldId="282"/>
            <ac:spMk id="55" creationId="{C2302AC0-7CB1-AE7D-F5C3-CB69EA242456}"/>
          </ac:spMkLst>
        </pc:spChg>
        <pc:spChg chg="mod">
          <ac:chgData name="adilton junio" userId="66b3fade76ecdf97" providerId="LiveId" clId="{0A058601-4B9F-4C76-957A-FC09F92B5A98}" dt="2024-07-18T19:22:10.984" v="622" actId="165"/>
          <ac:spMkLst>
            <pc:docMk/>
            <pc:sldMk cId="709303475" sldId="282"/>
            <ac:spMk id="56" creationId="{A85520BF-4A96-F421-8500-D12BDE3DEF95}"/>
          </ac:spMkLst>
        </pc:spChg>
        <pc:spChg chg="mod">
          <ac:chgData name="adilton junio" userId="66b3fade76ecdf97" providerId="LiveId" clId="{0A058601-4B9F-4C76-957A-FC09F92B5A98}" dt="2024-07-18T19:22:10.984" v="622" actId="165"/>
          <ac:spMkLst>
            <pc:docMk/>
            <pc:sldMk cId="709303475" sldId="282"/>
            <ac:spMk id="57" creationId="{49B497B0-C73C-6B03-D9E9-3CDEBE5CE0F1}"/>
          </ac:spMkLst>
        </pc:spChg>
        <pc:spChg chg="del">
          <ac:chgData name="adilton junio" userId="66b3fade76ecdf97" providerId="LiveId" clId="{0A058601-4B9F-4C76-957A-FC09F92B5A98}" dt="2024-07-18T19:21:49.132" v="551" actId="478"/>
          <ac:spMkLst>
            <pc:docMk/>
            <pc:sldMk cId="709303475" sldId="282"/>
            <ac:spMk id="58" creationId="{55C1FAED-F330-68C9-DD31-83A89821F693}"/>
          </ac:spMkLst>
        </pc:spChg>
        <pc:spChg chg="mod">
          <ac:chgData name="adilton junio" userId="66b3fade76ecdf97" providerId="LiveId" clId="{0A058601-4B9F-4C76-957A-FC09F92B5A98}" dt="2024-07-18T19:22:10.984" v="622" actId="165"/>
          <ac:spMkLst>
            <pc:docMk/>
            <pc:sldMk cId="709303475" sldId="282"/>
            <ac:spMk id="59" creationId="{D1B32FDA-F206-AA35-85CE-C81B8686D349}"/>
          </ac:spMkLst>
        </pc:spChg>
        <pc:spChg chg="del mod">
          <ac:chgData name="adilton junio" userId="66b3fade76ecdf97" providerId="LiveId" clId="{0A058601-4B9F-4C76-957A-FC09F92B5A98}" dt="2024-07-18T19:14:23.552" v="528" actId="478"/>
          <ac:spMkLst>
            <pc:docMk/>
            <pc:sldMk cId="709303475" sldId="282"/>
            <ac:spMk id="61" creationId="{633367E6-AB2F-99FD-A2B2-65469BB043E9}"/>
          </ac:spMkLst>
        </pc:spChg>
        <pc:spChg chg="del mod">
          <ac:chgData name="adilton junio" userId="66b3fade76ecdf97" providerId="LiveId" clId="{0A058601-4B9F-4C76-957A-FC09F92B5A98}" dt="2024-07-18T19:14:24.986" v="529" actId="478"/>
          <ac:spMkLst>
            <pc:docMk/>
            <pc:sldMk cId="709303475" sldId="282"/>
            <ac:spMk id="62" creationId="{A454CAA9-2CF2-F3F8-F608-252F306A6642}"/>
          </ac:spMkLst>
        </pc:spChg>
        <pc:spChg chg="del mod">
          <ac:chgData name="adilton junio" userId="66b3fade76ecdf97" providerId="LiveId" clId="{0A058601-4B9F-4C76-957A-FC09F92B5A98}" dt="2024-07-18T19:14:26.546" v="530" actId="478"/>
          <ac:spMkLst>
            <pc:docMk/>
            <pc:sldMk cId="709303475" sldId="282"/>
            <ac:spMk id="63" creationId="{CE54AF60-C638-321D-7627-0B85A76921E7}"/>
          </ac:spMkLst>
        </pc:spChg>
        <pc:spChg chg="mod">
          <ac:chgData name="adilton junio" userId="66b3fade76ecdf97" providerId="LiveId" clId="{0A058601-4B9F-4C76-957A-FC09F92B5A98}" dt="2024-07-18T19:22:10.984" v="622" actId="165"/>
          <ac:spMkLst>
            <pc:docMk/>
            <pc:sldMk cId="709303475" sldId="282"/>
            <ac:spMk id="64" creationId="{D2A94BD8-D75E-3292-1CD4-8A8E3116F21C}"/>
          </ac:spMkLst>
        </pc:spChg>
        <pc:spChg chg="add mod">
          <ac:chgData name="adilton junio" userId="66b3fade76ecdf97" providerId="LiveId" clId="{0A058601-4B9F-4C76-957A-FC09F92B5A98}" dt="2024-07-18T19:23:19.289" v="631"/>
          <ac:spMkLst>
            <pc:docMk/>
            <pc:sldMk cId="709303475" sldId="282"/>
            <ac:spMk id="67" creationId="{4276DADF-061D-34AD-D2FF-AF8D0D6081E3}"/>
          </ac:spMkLst>
        </pc:spChg>
        <pc:spChg chg="add mod">
          <ac:chgData name="adilton junio" userId="66b3fade76ecdf97" providerId="LiveId" clId="{0A058601-4B9F-4C76-957A-FC09F92B5A98}" dt="2024-07-18T20:36:56.497" v="1303"/>
          <ac:spMkLst>
            <pc:docMk/>
            <pc:sldMk cId="709303475" sldId="282"/>
            <ac:spMk id="68" creationId="{CBA9979A-1C76-3565-1FE7-302B634F70A5}"/>
          </ac:spMkLst>
        </pc:spChg>
        <pc:spChg chg="add del mod">
          <ac:chgData name="adilton junio" userId="66b3fade76ecdf97" providerId="LiveId" clId="{0A058601-4B9F-4C76-957A-FC09F92B5A98}" dt="2024-07-18T19:44:06.550" v="831" actId="478"/>
          <ac:spMkLst>
            <pc:docMk/>
            <pc:sldMk cId="709303475" sldId="282"/>
            <ac:spMk id="69" creationId="{FC60B356-1ADE-381F-211A-58EAAC72A0C0}"/>
          </ac:spMkLst>
        </pc:spChg>
        <pc:spChg chg="add mod">
          <ac:chgData name="adilton junio" userId="66b3fade76ecdf97" providerId="LiveId" clId="{0A058601-4B9F-4C76-957A-FC09F92B5A98}" dt="2024-07-18T19:31:17.775" v="751" actId="115"/>
          <ac:spMkLst>
            <pc:docMk/>
            <pc:sldMk cId="709303475" sldId="282"/>
            <ac:spMk id="70" creationId="{78B341C4-2B1A-F076-C254-B6068E0B7310}"/>
          </ac:spMkLst>
        </pc:spChg>
        <pc:spChg chg="add mod">
          <ac:chgData name="adilton junio" userId="66b3fade76ecdf97" providerId="LiveId" clId="{0A058601-4B9F-4C76-957A-FC09F92B5A98}" dt="2024-07-18T20:37:55.978" v="1309" actId="14100"/>
          <ac:spMkLst>
            <pc:docMk/>
            <pc:sldMk cId="709303475" sldId="282"/>
            <ac:spMk id="71" creationId="{F8094784-020E-BA2A-5628-7333DA2D0095}"/>
          </ac:spMkLst>
        </pc:spChg>
        <pc:spChg chg="add del mod">
          <ac:chgData name="adilton junio" userId="66b3fade76ecdf97" providerId="LiveId" clId="{0A058601-4B9F-4C76-957A-FC09F92B5A98}" dt="2024-07-18T20:37:21.557" v="1307"/>
          <ac:spMkLst>
            <pc:docMk/>
            <pc:sldMk cId="709303475" sldId="282"/>
            <ac:spMk id="72" creationId="{2B2252D7-BDB0-0800-4153-D51498FB71FE}"/>
          </ac:spMkLst>
        </pc:spChg>
        <pc:spChg chg="del mod">
          <ac:chgData name="adilton junio" userId="66b3fade76ecdf97" providerId="LiveId" clId="{0A058601-4B9F-4C76-957A-FC09F92B5A98}" dt="2024-07-18T18:52:46.198" v="445" actId="478"/>
          <ac:spMkLst>
            <pc:docMk/>
            <pc:sldMk cId="709303475" sldId="282"/>
            <ac:spMk id="73" creationId="{65843819-16A7-23E6-11AF-74F186A3000C}"/>
          </ac:spMkLst>
        </pc:spChg>
        <pc:grpChg chg="add del mod">
          <ac:chgData name="adilton junio" userId="66b3fade76ecdf97" providerId="LiveId" clId="{0A058601-4B9F-4C76-957A-FC09F92B5A98}" dt="2024-07-18T19:22:10.984" v="622" actId="165"/>
          <ac:grpSpMkLst>
            <pc:docMk/>
            <pc:sldMk cId="709303475" sldId="282"/>
            <ac:grpSpMk id="25" creationId="{749DED4F-3368-36F4-7773-FB6133F41593}"/>
          </ac:grpSpMkLst>
        </pc:grpChg>
        <pc:grpChg chg="del">
          <ac:chgData name="adilton junio" userId="66b3fade76ecdf97" providerId="LiveId" clId="{0A058601-4B9F-4C76-957A-FC09F92B5A98}" dt="2024-07-18T19:21:49.132" v="551" actId="478"/>
          <ac:grpSpMkLst>
            <pc:docMk/>
            <pc:sldMk cId="709303475" sldId="282"/>
            <ac:grpSpMk id="34" creationId="{AEEF91CA-45FB-D1F1-080F-8302C4AF77B5}"/>
          </ac:grpSpMkLst>
        </pc:grpChg>
        <pc:grpChg chg="mod topLvl">
          <ac:chgData name="adilton junio" userId="66b3fade76ecdf97" providerId="LiveId" clId="{0A058601-4B9F-4C76-957A-FC09F92B5A98}" dt="2024-07-18T19:22:17.744" v="623" actId="164"/>
          <ac:grpSpMkLst>
            <pc:docMk/>
            <pc:sldMk cId="709303475" sldId="282"/>
            <ac:grpSpMk id="35" creationId="{7C33E287-78D6-0487-4638-D70BA8AEDE6B}"/>
          </ac:grpSpMkLst>
        </pc:grpChg>
        <pc:grpChg chg="del mod">
          <ac:chgData name="adilton junio" userId="66b3fade76ecdf97" providerId="LiveId" clId="{0A058601-4B9F-4C76-957A-FC09F92B5A98}" dt="2024-07-18T19:14:23.552" v="528" actId="478"/>
          <ac:grpSpMkLst>
            <pc:docMk/>
            <pc:sldMk cId="709303475" sldId="282"/>
            <ac:grpSpMk id="41" creationId="{0DBFCAB7-3B01-C6CE-2C9A-DF5A7D3C0A41}"/>
          </ac:grpSpMkLst>
        </pc:grpChg>
        <pc:grpChg chg="mod topLvl">
          <ac:chgData name="adilton junio" userId="66b3fade76ecdf97" providerId="LiveId" clId="{0A058601-4B9F-4C76-957A-FC09F92B5A98}" dt="2024-07-18T19:22:17.744" v="623" actId="164"/>
          <ac:grpSpMkLst>
            <pc:docMk/>
            <pc:sldMk cId="709303475" sldId="282"/>
            <ac:grpSpMk id="42" creationId="{32BC159E-197D-16FE-CC2A-8C0557C110DE}"/>
          </ac:grpSpMkLst>
        </pc:grpChg>
        <pc:grpChg chg="mod topLvl">
          <ac:chgData name="adilton junio" userId="66b3fade76ecdf97" providerId="LiveId" clId="{0A058601-4B9F-4C76-957A-FC09F92B5A98}" dt="2024-07-18T19:22:17.744" v="623" actId="164"/>
          <ac:grpSpMkLst>
            <pc:docMk/>
            <pc:sldMk cId="709303475" sldId="282"/>
            <ac:grpSpMk id="44" creationId="{A9C968EF-A0C9-F8FF-3D13-F3E81CA5C52F}"/>
          </ac:grpSpMkLst>
        </pc:grpChg>
        <pc:grpChg chg="mod">
          <ac:chgData name="adilton junio" userId="66b3fade76ecdf97" providerId="LiveId" clId="{0A058601-4B9F-4C76-957A-FC09F92B5A98}" dt="2024-07-18T19:22:10.984" v="622" actId="165"/>
          <ac:grpSpMkLst>
            <pc:docMk/>
            <pc:sldMk cId="709303475" sldId="282"/>
            <ac:grpSpMk id="45" creationId="{4C676696-7F56-286C-8C0E-53F9432CD8E7}"/>
          </ac:grpSpMkLst>
        </pc:grpChg>
        <pc:grpChg chg="del mod">
          <ac:chgData name="adilton junio" userId="66b3fade76ecdf97" providerId="LiveId" clId="{0A058601-4B9F-4C76-957A-FC09F92B5A98}" dt="2024-07-18T19:14:24.986" v="529" actId="478"/>
          <ac:grpSpMkLst>
            <pc:docMk/>
            <pc:sldMk cId="709303475" sldId="282"/>
            <ac:grpSpMk id="60" creationId="{968748CD-5C0A-3025-1BB5-1DFF9C383A2B}"/>
          </ac:grpSpMkLst>
        </pc:grpChg>
        <pc:grpChg chg="add mod">
          <ac:chgData name="adilton junio" userId="66b3fade76ecdf97" providerId="LiveId" clId="{0A058601-4B9F-4C76-957A-FC09F92B5A98}" dt="2024-07-18T19:22:21.803" v="625" actId="1035"/>
          <ac:grpSpMkLst>
            <pc:docMk/>
            <pc:sldMk cId="709303475" sldId="282"/>
            <ac:grpSpMk id="66" creationId="{D1C253F6-0F54-16EE-6D6F-4C230A354028}"/>
          </ac:grpSpMkLst>
        </pc:grpChg>
        <pc:cxnChg chg="del mod">
          <ac:chgData name="adilton junio" userId="66b3fade76ecdf97" providerId="LiveId" clId="{0A058601-4B9F-4C76-957A-FC09F92B5A98}" dt="2024-07-18T19:21:49.132" v="551" actId="478"/>
          <ac:cxnSpMkLst>
            <pc:docMk/>
            <pc:sldMk cId="709303475" sldId="282"/>
            <ac:cxnSpMk id="5" creationId="{54F71E4B-75EB-F637-034E-CAB06CB4CE21}"/>
          </ac:cxnSpMkLst>
        </pc:cxnChg>
        <pc:cxnChg chg="del">
          <ac:chgData name="adilton junio" userId="66b3fade76ecdf97" providerId="LiveId" clId="{0A058601-4B9F-4C76-957A-FC09F92B5A98}" dt="2024-07-18T19:21:49.132" v="551" actId="478"/>
          <ac:cxnSpMkLst>
            <pc:docMk/>
            <pc:sldMk cId="709303475" sldId="282"/>
            <ac:cxnSpMk id="7" creationId="{8C19D695-CCF3-5C67-A0D8-DF1B321042AE}"/>
          </ac:cxnSpMkLst>
        </pc:cxnChg>
        <pc:cxnChg chg="del mod">
          <ac:chgData name="adilton junio" userId="66b3fade76ecdf97" providerId="LiveId" clId="{0A058601-4B9F-4C76-957A-FC09F92B5A98}" dt="2024-07-18T19:21:49.132" v="551" actId="478"/>
          <ac:cxnSpMkLst>
            <pc:docMk/>
            <pc:sldMk cId="709303475" sldId="282"/>
            <ac:cxnSpMk id="13" creationId="{77C55F1C-5BD5-DF76-2F5F-1ED7DF903812}"/>
          </ac:cxnSpMkLst>
        </pc:cxnChg>
        <pc:cxnChg chg="del mod">
          <ac:chgData name="adilton junio" userId="66b3fade76ecdf97" providerId="LiveId" clId="{0A058601-4B9F-4C76-957A-FC09F92B5A98}" dt="2024-07-18T19:21:49.132" v="551" actId="478"/>
          <ac:cxnSpMkLst>
            <pc:docMk/>
            <pc:sldMk cId="709303475" sldId="282"/>
            <ac:cxnSpMk id="17" creationId="{8F91AF59-2EF3-64DF-7896-03F59E9EA565}"/>
          </ac:cxnSpMkLst>
        </pc:cxnChg>
        <pc:cxnChg chg="del mod">
          <ac:chgData name="adilton junio" userId="66b3fade76ecdf97" providerId="LiveId" clId="{0A058601-4B9F-4C76-957A-FC09F92B5A98}" dt="2024-07-18T19:14:18.274" v="525" actId="478"/>
          <ac:cxnSpMkLst>
            <pc:docMk/>
            <pc:sldMk cId="709303475" sldId="282"/>
            <ac:cxnSpMk id="30" creationId="{7C20DC26-A8A5-B701-72F8-121C70C8D27F}"/>
          </ac:cxnSpMkLst>
        </pc:cxnChg>
        <pc:cxnChg chg="mod topLvl">
          <ac:chgData name="adilton junio" userId="66b3fade76ecdf97" providerId="LiveId" clId="{0A058601-4B9F-4C76-957A-FC09F92B5A98}" dt="2024-07-18T19:22:17.744" v="623" actId="164"/>
          <ac:cxnSpMkLst>
            <pc:docMk/>
            <pc:sldMk cId="709303475" sldId="282"/>
            <ac:cxnSpMk id="37" creationId="{90EDC0F9-3D5F-27B0-2C59-7EDF1F29F43D}"/>
          </ac:cxnSpMkLst>
        </pc:cxnChg>
        <pc:cxnChg chg="mod">
          <ac:chgData name="adilton junio" userId="66b3fade76ecdf97" providerId="LiveId" clId="{0A058601-4B9F-4C76-957A-FC09F92B5A98}" dt="2024-07-18T19:22:10.984" v="622" actId="165"/>
          <ac:cxnSpMkLst>
            <pc:docMk/>
            <pc:sldMk cId="709303475" sldId="282"/>
            <ac:cxnSpMk id="65" creationId="{5DFA1124-B58B-77B7-23BC-EC0B63CD5021}"/>
          </ac:cxnSpMkLst>
        </pc:cxnChg>
      </pc:sldChg>
      <pc:sldChg chg="addSp delSp modSp add mod">
        <pc:chgData name="adilton junio" userId="66b3fade76ecdf97" providerId="LiveId" clId="{0A058601-4B9F-4C76-957A-FC09F92B5A98}" dt="2024-07-18T22:37:02.884" v="1609" actId="20577"/>
        <pc:sldMkLst>
          <pc:docMk/>
          <pc:sldMk cId="1493695729" sldId="283"/>
        </pc:sldMkLst>
        <pc:spChg chg="add del mod">
          <ac:chgData name="adilton junio" userId="66b3fade76ecdf97" providerId="LiveId" clId="{0A058601-4B9F-4C76-957A-FC09F92B5A98}" dt="2024-07-18T19:57:43.647" v="1016" actId="478"/>
          <ac:spMkLst>
            <pc:docMk/>
            <pc:sldMk cId="1493695729" sldId="283"/>
            <ac:spMk id="3" creationId="{6514139B-5A3D-34F3-DE9E-1705EBD4713D}"/>
          </ac:spMkLst>
        </pc:spChg>
        <pc:spChg chg="add del mod">
          <ac:chgData name="adilton junio" userId="66b3fade76ecdf97" providerId="LiveId" clId="{0A058601-4B9F-4C76-957A-FC09F92B5A98}" dt="2024-07-18T19:45:22.743" v="862" actId="478"/>
          <ac:spMkLst>
            <pc:docMk/>
            <pc:sldMk cId="1493695729" sldId="283"/>
            <ac:spMk id="10" creationId="{16A35495-6071-7D00-8BC6-6E4D6D40B960}"/>
          </ac:spMkLst>
        </pc:spChg>
        <pc:spChg chg="add del mod">
          <ac:chgData name="adilton junio" userId="66b3fade76ecdf97" providerId="LiveId" clId="{0A058601-4B9F-4C76-957A-FC09F92B5A98}" dt="2024-07-18T19:45:19.942" v="860" actId="478"/>
          <ac:spMkLst>
            <pc:docMk/>
            <pc:sldMk cId="1493695729" sldId="283"/>
            <ac:spMk id="11" creationId="{5301C938-4251-F007-DBCF-8D2B24B01E0D}"/>
          </ac:spMkLst>
        </pc:spChg>
        <pc:spChg chg="add del mod">
          <ac:chgData name="adilton junio" userId="66b3fade76ecdf97" providerId="LiveId" clId="{0A058601-4B9F-4C76-957A-FC09F92B5A98}" dt="2024-07-18T19:45:27.326" v="866" actId="478"/>
          <ac:spMkLst>
            <pc:docMk/>
            <pc:sldMk cId="1493695729" sldId="283"/>
            <ac:spMk id="12" creationId="{4B5BC9F3-FE42-DCA4-4F20-3E8CC639FB29}"/>
          </ac:spMkLst>
        </pc:spChg>
        <pc:spChg chg="add del mod">
          <ac:chgData name="adilton junio" userId="66b3fade76ecdf97" providerId="LiveId" clId="{0A058601-4B9F-4C76-957A-FC09F92B5A98}" dt="2024-07-18T19:45:16.787" v="856" actId="478"/>
          <ac:spMkLst>
            <pc:docMk/>
            <pc:sldMk cId="1493695729" sldId="283"/>
            <ac:spMk id="14" creationId="{1A4963FF-67EC-8745-7360-D1466B606B57}"/>
          </ac:spMkLst>
        </pc:spChg>
        <pc:spChg chg="add del mod">
          <ac:chgData name="adilton junio" userId="66b3fade76ecdf97" providerId="LiveId" clId="{0A058601-4B9F-4C76-957A-FC09F92B5A98}" dt="2024-07-18T19:57:43.647" v="1016" actId="478"/>
          <ac:spMkLst>
            <pc:docMk/>
            <pc:sldMk cId="1493695729" sldId="283"/>
            <ac:spMk id="15" creationId="{B6FF4392-512D-8307-249B-BB5643C8B979}"/>
          </ac:spMkLst>
        </pc:spChg>
        <pc:spChg chg="add del mod">
          <ac:chgData name="adilton junio" userId="66b3fade76ecdf97" providerId="LiveId" clId="{0A058601-4B9F-4C76-957A-FC09F92B5A98}" dt="2024-07-18T19:45:18.321" v="858" actId="478"/>
          <ac:spMkLst>
            <pc:docMk/>
            <pc:sldMk cId="1493695729" sldId="283"/>
            <ac:spMk id="17" creationId="{C32B3537-DF4D-90A2-7DA6-4C85E96EEF74}"/>
          </ac:spMkLst>
        </pc:spChg>
        <pc:spChg chg="add del mod">
          <ac:chgData name="adilton junio" userId="66b3fade76ecdf97" providerId="LiveId" clId="{0A058601-4B9F-4C76-957A-FC09F92B5A98}" dt="2024-07-18T19:45:16.787" v="856" actId="478"/>
          <ac:spMkLst>
            <pc:docMk/>
            <pc:sldMk cId="1493695729" sldId="283"/>
            <ac:spMk id="18" creationId="{86F839C4-DD7F-29BF-7B0B-8DD26798BE3A}"/>
          </ac:spMkLst>
        </pc:spChg>
        <pc:spChg chg="add del mod">
          <ac:chgData name="adilton junio" userId="66b3fade76ecdf97" providerId="LiveId" clId="{0A058601-4B9F-4C76-957A-FC09F92B5A98}" dt="2024-07-18T19:45:16.787" v="856" actId="478"/>
          <ac:spMkLst>
            <pc:docMk/>
            <pc:sldMk cId="1493695729" sldId="283"/>
            <ac:spMk id="19" creationId="{8808EEC9-5A31-CCE0-D830-777040D80A03}"/>
          </ac:spMkLst>
        </pc:spChg>
        <pc:spChg chg="del">
          <ac:chgData name="adilton junio" userId="66b3fade76ecdf97" providerId="LiveId" clId="{0A058601-4B9F-4C76-957A-FC09F92B5A98}" dt="2024-07-18T19:44:42.469" v="843" actId="478"/>
          <ac:spMkLst>
            <pc:docMk/>
            <pc:sldMk cId="1493695729" sldId="283"/>
            <ac:spMk id="21" creationId="{BF8FFA2B-2776-DE3F-679E-227563589BD9}"/>
          </ac:spMkLst>
        </pc:spChg>
        <pc:spChg chg="del">
          <ac:chgData name="adilton junio" userId="66b3fade76ecdf97" providerId="LiveId" clId="{0A058601-4B9F-4C76-957A-FC09F92B5A98}" dt="2024-07-18T19:44:40.785" v="842" actId="478"/>
          <ac:spMkLst>
            <pc:docMk/>
            <pc:sldMk cId="1493695729" sldId="283"/>
            <ac:spMk id="22" creationId="{29CCD146-9179-887E-B55D-A39C4FE7F7F6}"/>
          </ac:spMkLst>
        </pc:spChg>
        <pc:spChg chg="del">
          <ac:chgData name="adilton junio" userId="66b3fade76ecdf97" providerId="LiveId" clId="{0A058601-4B9F-4C76-957A-FC09F92B5A98}" dt="2024-07-18T19:44:43.744" v="844" actId="478"/>
          <ac:spMkLst>
            <pc:docMk/>
            <pc:sldMk cId="1493695729" sldId="283"/>
            <ac:spMk id="23" creationId="{4871CC2C-EA83-BD61-5E01-2D1DEA80B420}"/>
          </ac:spMkLst>
        </pc:spChg>
        <pc:spChg chg="mod">
          <ac:chgData name="adilton junio" userId="66b3fade76ecdf97" providerId="LiveId" clId="{0A058601-4B9F-4C76-957A-FC09F92B5A98}" dt="2024-07-18T19:45:12.631" v="854"/>
          <ac:spMkLst>
            <pc:docMk/>
            <pc:sldMk cId="1493695729" sldId="283"/>
            <ac:spMk id="24" creationId="{567FAA46-2AD7-1084-B555-48123E53F434}"/>
          </ac:spMkLst>
        </pc:spChg>
        <pc:spChg chg="mod">
          <ac:chgData name="adilton junio" userId="66b3fade76ecdf97" providerId="LiveId" clId="{0A058601-4B9F-4C76-957A-FC09F92B5A98}" dt="2024-07-18T19:45:12.631" v="854"/>
          <ac:spMkLst>
            <pc:docMk/>
            <pc:sldMk cId="1493695729" sldId="283"/>
            <ac:spMk id="25" creationId="{6DBE83E5-8090-EAEA-6990-7B4AEB6D43AD}"/>
          </ac:spMkLst>
        </pc:spChg>
        <pc:spChg chg="add del mod">
          <ac:chgData name="adilton junio" userId="66b3fade76ecdf97" providerId="LiveId" clId="{0A058601-4B9F-4C76-957A-FC09F92B5A98}" dt="2024-07-18T19:57:43.647" v="1016" actId="478"/>
          <ac:spMkLst>
            <pc:docMk/>
            <pc:sldMk cId="1493695729" sldId="283"/>
            <ac:spMk id="26" creationId="{D15846C4-18D2-47FC-DEC9-35DC6007ACE2}"/>
          </ac:spMkLst>
        </pc:spChg>
        <pc:spChg chg="add del mod">
          <ac:chgData name="adilton junio" userId="66b3fade76ecdf97" providerId="LiveId" clId="{0A058601-4B9F-4C76-957A-FC09F92B5A98}" dt="2024-07-18T19:57:43.647" v="1016" actId="478"/>
          <ac:spMkLst>
            <pc:docMk/>
            <pc:sldMk cId="1493695729" sldId="283"/>
            <ac:spMk id="27" creationId="{C59B5C8B-0BFC-1B46-150D-22A906E0ACFB}"/>
          </ac:spMkLst>
        </pc:spChg>
        <pc:spChg chg="add del mod">
          <ac:chgData name="adilton junio" userId="66b3fade76ecdf97" providerId="LiveId" clId="{0A058601-4B9F-4C76-957A-FC09F92B5A98}" dt="2024-07-18T19:57:43.647" v="1016" actId="478"/>
          <ac:spMkLst>
            <pc:docMk/>
            <pc:sldMk cId="1493695729" sldId="283"/>
            <ac:spMk id="28" creationId="{AB5141A5-BA86-4955-4544-C504BFEAF334}"/>
          </ac:spMkLst>
        </pc:spChg>
        <pc:spChg chg="add del mod">
          <ac:chgData name="adilton junio" userId="66b3fade76ecdf97" providerId="LiveId" clId="{0A058601-4B9F-4C76-957A-FC09F92B5A98}" dt="2024-07-18T19:57:43.647" v="1016" actId="478"/>
          <ac:spMkLst>
            <pc:docMk/>
            <pc:sldMk cId="1493695729" sldId="283"/>
            <ac:spMk id="29" creationId="{EBFF3988-6606-A9C9-A866-1E303B0BB715}"/>
          </ac:spMkLst>
        </pc:spChg>
        <pc:spChg chg="del">
          <ac:chgData name="adilton junio" userId="66b3fade76ecdf97" providerId="LiveId" clId="{0A058601-4B9F-4C76-957A-FC09F92B5A98}" dt="2024-07-18T19:44:47.023" v="845" actId="478"/>
          <ac:spMkLst>
            <pc:docMk/>
            <pc:sldMk cId="1493695729" sldId="283"/>
            <ac:spMk id="32" creationId="{4B03AF94-A035-1233-BEF1-D326FB9CA55B}"/>
          </ac:spMkLst>
        </pc:spChg>
        <pc:spChg chg="del">
          <ac:chgData name="adilton junio" userId="66b3fade76ecdf97" providerId="LiveId" clId="{0A058601-4B9F-4C76-957A-FC09F92B5A98}" dt="2024-07-18T19:44:49.582" v="846" actId="478"/>
          <ac:spMkLst>
            <pc:docMk/>
            <pc:sldMk cId="1493695729" sldId="283"/>
            <ac:spMk id="33" creationId="{0F40E556-8CA4-5357-5DFC-570A3EC1A6C6}"/>
          </ac:spMkLst>
        </pc:spChg>
        <pc:spChg chg="add mod">
          <ac:chgData name="adilton junio" userId="66b3fade76ecdf97" providerId="LiveId" clId="{0A058601-4B9F-4C76-957A-FC09F92B5A98}" dt="2024-07-18T20:00:40.581" v="1056" actId="20577"/>
          <ac:spMkLst>
            <pc:docMk/>
            <pc:sldMk cId="1493695729" sldId="283"/>
            <ac:spMk id="38" creationId="{80555AE1-ECDF-CA6E-07DA-93B78ADB38C5}"/>
          </ac:spMkLst>
        </pc:spChg>
        <pc:spChg chg="del">
          <ac:chgData name="adilton junio" userId="66b3fade76ecdf97" providerId="LiveId" clId="{0A058601-4B9F-4C76-957A-FC09F92B5A98}" dt="2024-07-18T19:44:52.240" v="848" actId="478"/>
          <ac:spMkLst>
            <pc:docMk/>
            <pc:sldMk cId="1493695729" sldId="283"/>
            <ac:spMk id="40" creationId="{FBBEFC6D-7758-F4B7-B37D-FE1F76852A2E}"/>
          </ac:spMkLst>
        </pc:spChg>
        <pc:spChg chg="add mod">
          <ac:chgData name="adilton junio" userId="66b3fade76ecdf97" providerId="LiveId" clId="{0A058601-4B9F-4C76-957A-FC09F92B5A98}" dt="2024-07-18T19:59:30.039" v="1036" actId="1036"/>
          <ac:spMkLst>
            <pc:docMk/>
            <pc:sldMk cId="1493695729" sldId="283"/>
            <ac:spMk id="41" creationId="{D4455AD6-940A-835D-90BA-9BF3620BADF0}"/>
          </ac:spMkLst>
        </pc:spChg>
        <pc:spChg chg="del">
          <ac:chgData name="adilton junio" userId="66b3fade76ecdf97" providerId="LiveId" clId="{0A058601-4B9F-4C76-957A-FC09F92B5A98}" dt="2024-07-18T19:44:54.953" v="850" actId="478"/>
          <ac:spMkLst>
            <pc:docMk/>
            <pc:sldMk cId="1493695729" sldId="283"/>
            <ac:spMk id="43" creationId="{9D7EF626-A89A-6173-82AA-7801B3B9563C}"/>
          </ac:spMkLst>
        </pc:spChg>
        <pc:spChg chg="add mod">
          <ac:chgData name="adilton junio" userId="66b3fade76ecdf97" providerId="LiveId" clId="{0A058601-4B9F-4C76-957A-FC09F92B5A98}" dt="2024-07-18T20:08:23.498" v="1107" actId="113"/>
          <ac:spMkLst>
            <pc:docMk/>
            <pc:sldMk cId="1493695729" sldId="283"/>
            <ac:spMk id="46" creationId="{6CE3F873-CFD4-78FC-4F2E-CB254F51C454}"/>
          </ac:spMkLst>
        </pc:spChg>
        <pc:spChg chg="add mod">
          <ac:chgData name="adilton junio" userId="66b3fade76ecdf97" providerId="LiveId" clId="{0A058601-4B9F-4C76-957A-FC09F92B5A98}" dt="2024-07-18T20:02:34.988" v="1067" actId="6549"/>
          <ac:spMkLst>
            <pc:docMk/>
            <pc:sldMk cId="1493695729" sldId="283"/>
            <ac:spMk id="47" creationId="{8F3CC78F-F5C4-6AD3-67A2-893E206B51FF}"/>
          </ac:spMkLst>
        </pc:spChg>
        <pc:spChg chg="add del mod">
          <ac:chgData name="adilton junio" userId="66b3fade76ecdf97" providerId="LiveId" clId="{0A058601-4B9F-4C76-957A-FC09F92B5A98}" dt="2024-07-18T20:49:19.042" v="1335" actId="478"/>
          <ac:spMkLst>
            <pc:docMk/>
            <pc:sldMk cId="1493695729" sldId="283"/>
            <ac:spMk id="48" creationId="{BEEB5AB4-16B3-21A1-DA2E-33B852730848}"/>
          </ac:spMkLst>
        </pc:spChg>
        <pc:spChg chg="add del mod">
          <ac:chgData name="adilton junio" userId="66b3fade76ecdf97" providerId="LiveId" clId="{0A058601-4B9F-4C76-957A-FC09F92B5A98}" dt="2024-07-18T20:25:33.576" v="1230" actId="478"/>
          <ac:spMkLst>
            <pc:docMk/>
            <pc:sldMk cId="1493695729" sldId="283"/>
            <ac:spMk id="49" creationId="{74F00A24-348B-E5A7-2721-AE25A6F8FA34}"/>
          </ac:spMkLst>
        </pc:spChg>
        <pc:spChg chg="add mod">
          <ac:chgData name="adilton junio" userId="66b3fade76ecdf97" providerId="LiveId" clId="{0A058601-4B9F-4C76-957A-FC09F92B5A98}" dt="2024-07-18T20:18:05.428" v="1212" actId="14100"/>
          <ac:spMkLst>
            <pc:docMk/>
            <pc:sldMk cId="1493695729" sldId="283"/>
            <ac:spMk id="51" creationId="{D7410D5C-FA9C-5B17-2578-7758DA61F673}"/>
          </ac:spMkLst>
        </pc:spChg>
        <pc:spChg chg="add mod">
          <ac:chgData name="adilton junio" userId="66b3fade76ecdf97" providerId="LiveId" clId="{0A058601-4B9F-4C76-957A-FC09F92B5A98}" dt="2024-07-18T20:23:47.346" v="1215" actId="14100"/>
          <ac:spMkLst>
            <pc:docMk/>
            <pc:sldMk cId="1493695729" sldId="283"/>
            <ac:spMk id="52" creationId="{8D68BDB9-6218-01C7-DCF0-ABD8AB5002F4}"/>
          </ac:spMkLst>
        </pc:spChg>
        <pc:spChg chg="add mod">
          <ac:chgData name="adilton junio" userId="66b3fade76ecdf97" providerId="LiveId" clId="{0A058601-4B9F-4C76-957A-FC09F92B5A98}" dt="2024-07-18T20:30:34.598" v="1288" actId="1076"/>
          <ac:spMkLst>
            <pc:docMk/>
            <pc:sldMk cId="1493695729" sldId="283"/>
            <ac:spMk id="53" creationId="{398F99E4-B5A7-6CDD-02C2-169D126C6ED8}"/>
          </ac:spMkLst>
        </pc:spChg>
        <pc:spChg chg="add del mod">
          <ac:chgData name="adilton junio" userId="66b3fade76ecdf97" providerId="LiveId" clId="{0A058601-4B9F-4C76-957A-FC09F92B5A98}" dt="2024-07-18T20:27:52.472" v="1259" actId="478"/>
          <ac:spMkLst>
            <pc:docMk/>
            <pc:sldMk cId="1493695729" sldId="283"/>
            <ac:spMk id="55" creationId="{E82DD03F-2301-3504-A3E1-41114892A029}"/>
          </ac:spMkLst>
        </pc:spChg>
        <pc:spChg chg="del">
          <ac:chgData name="adilton junio" userId="66b3fade76ecdf97" providerId="LiveId" clId="{0A058601-4B9F-4C76-957A-FC09F92B5A98}" dt="2024-07-18T19:44:53.689" v="849" actId="478"/>
          <ac:spMkLst>
            <pc:docMk/>
            <pc:sldMk cId="1493695729" sldId="283"/>
            <ac:spMk id="57" creationId="{49B497B0-C73C-6B03-D9E9-3CDEBE5CE0F1}"/>
          </ac:spMkLst>
        </pc:spChg>
        <pc:spChg chg="add mod">
          <ac:chgData name="adilton junio" userId="66b3fade76ecdf97" providerId="LiveId" clId="{0A058601-4B9F-4C76-957A-FC09F92B5A98}" dt="2024-07-18T20:30:41.693" v="1290" actId="14100"/>
          <ac:spMkLst>
            <pc:docMk/>
            <pc:sldMk cId="1493695729" sldId="283"/>
            <ac:spMk id="58" creationId="{083C315A-3BF7-4F69-C2F4-35E564A4B9FC}"/>
          </ac:spMkLst>
        </pc:spChg>
        <pc:spChg chg="del">
          <ac:chgData name="adilton junio" userId="66b3fade76ecdf97" providerId="LiveId" clId="{0A058601-4B9F-4C76-957A-FC09F92B5A98}" dt="2024-07-18T19:44:56.220" v="851" actId="478"/>
          <ac:spMkLst>
            <pc:docMk/>
            <pc:sldMk cId="1493695729" sldId="283"/>
            <ac:spMk id="59" creationId="{D1B32FDA-F206-AA35-85CE-C81B8686D349}"/>
          </ac:spMkLst>
        </pc:spChg>
        <pc:spChg chg="add mod">
          <ac:chgData name="adilton junio" userId="66b3fade76ecdf97" providerId="LiveId" clId="{0A058601-4B9F-4C76-957A-FC09F92B5A98}" dt="2024-07-18T22:37:02.884" v="1609" actId="20577"/>
          <ac:spMkLst>
            <pc:docMk/>
            <pc:sldMk cId="1493695729" sldId="283"/>
            <ac:spMk id="60" creationId="{BAFC1A89-B747-BA6C-AE26-BE7AE41FEF49}"/>
          </ac:spMkLst>
        </pc:spChg>
        <pc:spChg chg="del mod">
          <ac:chgData name="adilton junio" userId="66b3fade76ecdf97" providerId="LiveId" clId="{0A058601-4B9F-4C76-957A-FC09F92B5A98}" dt="2024-07-18T19:50:38.542" v="965" actId="478"/>
          <ac:spMkLst>
            <pc:docMk/>
            <pc:sldMk cId="1493695729" sldId="283"/>
            <ac:spMk id="68" creationId="{CBA9979A-1C76-3565-1FE7-302B634F70A5}"/>
          </ac:spMkLst>
        </pc:spChg>
        <pc:spChg chg="del">
          <ac:chgData name="adilton junio" userId="66b3fade76ecdf97" providerId="LiveId" clId="{0A058601-4B9F-4C76-957A-FC09F92B5A98}" dt="2024-07-18T19:44:42.469" v="843" actId="478"/>
          <ac:spMkLst>
            <pc:docMk/>
            <pc:sldMk cId="1493695729" sldId="283"/>
            <ac:spMk id="69" creationId="{FC60B356-1ADE-381F-211A-58EAAC72A0C0}"/>
          </ac:spMkLst>
        </pc:spChg>
        <pc:spChg chg="mod">
          <ac:chgData name="adilton junio" userId="66b3fade76ecdf97" providerId="LiveId" clId="{0A058601-4B9F-4C76-957A-FC09F92B5A98}" dt="2024-07-18T19:59:42.082" v="1050" actId="6549"/>
          <ac:spMkLst>
            <pc:docMk/>
            <pc:sldMk cId="1493695729" sldId="283"/>
            <ac:spMk id="70" creationId="{78B341C4-2B1A-F076-C254-B6068E0B7310}"/>
          </ac:spMkLst>
        </pc:spChg>
        <pc:spChg chg="del">
          <ac:chgData name="adilton junio" userId="66b3fade76ecdf97" providerId="LiveId" clId="{0A058601-4B9F-4C76-957A-FC09F92B5A98}" dt="2024-07-18T19:50:38.542" v="965" actId="478"/>
          <ac:spMkLst>
            <pc:docMk/>
            <pc:sldMk cId="1493695729" sldId="283"/>
            <ac:spMk id="71" creationId="{F8094784-020E-BA2A-5628-7333DA2D0095}"/>
          </ac:spMkLst>
        </pc:spChg>
        <pc:spChg chg="del">
          <ac:chgData name="adilton junio" userId="66b3fade76ecdf97" providerId="LiveId" clId="{0A058601-4B9F-4C76-957A-FC09F92B5A98}" dt="2024-07-18T19:44:42.469" v="843" actId="478"/>
          <ac:spMkLst>
            <pc:docMk/>
            <pc:sldMk cId="1493695729" sldId="283"/>
            <ac:spMk id="72" creationId="{2B2252D7-BDB0-0800-4153-D51498FB71FE}"/>
          </ac:spMkLst>
        </pc:spChg>
        <pc:grpChg chg="add del mod">
          <ac:chgData name="adilton junio" userId="66b3fade76ecdf97" providerId="LiveId" clId="{0A058601-4B9F-4C76-957A-FC09F92B5A98}" dt="2024-07-18T19:57:43.647" v="1016" actId="478"/>
          <ac:grpSpMkLst>
            <pc:docMk/>
            <pc:sldMk cId="1493695729" sldId="283"/>
            <ac:grpSpMk id="20" creationId="{02D64321-FDB9-72CF-BD35-71ED2F366A44}"/>
          </ac:grpSpMkLst>
        </pc:grpChg>
        <pc:grpChg chg="del">
          <ac:chgData name="adilton junio" userId="66b3fade76ecdf97" providerId="LiveId" clId="{0A058601-4B9F-4C76-957A-FC09F92B5A98}" dt="2024-07-18T19:44:53.689" v="849" actId="478"/>
          <ac:grpSpMkLst>
            <pc:docMk/>
            <pc:sldMk cId="1493695729" sldId="283"/>
            <ac:grpSpMk id="42" creationId="{32BC159E-197D-16FE-CC2A-8C0557C110DE}"/>
          </ac:grpSpMkLst>
        </pc:grpChg>
        <pc:grpChg chg="del">
          <ac:chgData name="adilton junio" userId="66b3fade76ecdf97" providerId="LiveId" clId="{0A058601-4B9F-4C76-957A-FC09F92B5A98}" dt="2024-07-18T19:45:12.329" v="853" actId="478"/>
          <ac:grpSpMkLst>
            <pc:docMk/>
            <pc:sldMk cId="1493695729" sldId="283"/>
            <ac:grpSpMk id="66" creationId="{D1C253F6-0F54-16EE-6D6F-4C230A354028}"/>
          </ac:grpSpMkLst>
        </pc:grpChg>
        <pc:cxnChg chg="add del mod">
          <ac:chgData name="adilton junio" userId="66b3fade76ecdf97" providerId="LiveId" clId="{0A058601-4B9F-4C76-957A-FC09F92B5A98}" dt="2024-07-18T19:45:23.331" v="863" actId="478"/>
          <ac:cxnSpMkLst>
            <pc:docMk/>
            <pc:sldMk cId="1493695729" sldId="283"/>
            <ac:cxnSpMk id="5" creationId="{7A2279C0-E84D-7152-9537-5C1C8C35DF62}"/>
          </ac:cxnSpMkLst>
        </pc:cxnChg>
        <pc:cxnChg chg="add del mod">
          <ac:chgData name="adilton junio" userId="66b3fade76ecdf97" providerId="LiveId" clId="{0A058601-4B9F-4C76-957A-FC09F92B5A98}" dt="2024-07-18T19:45:22.028" v="861" actId="478"/>
          <ac:cxnSpMkLst>
            <pc:docMk/>
            <pc:sldMk cId="1493695729" sldId="283"/>
            <ac:cxnSpMk id="7" creationId="{D72EF1F7-FF4A-4082-9B5F-7DD2E73DF7EB}"/>
          </ac:cxnSpMkLst>
        </pc:cxnChg>
        <pc:cxnChg chg="add del mod">
          <ac:chgData name="adilton junio" userId="66b3fade76ecdf97" providerId="LiveId" clId="{0A058601-4B9F-4C76-957A-FC09F92B5A98}" dt="2024-07-18T19:45:17.903" v="857" actId="478"/>
          <ac:cxnSpMkLst>
            <pc:docMk/>
            <pc:sldMk cId="1493695729" sldId="283"/>
            <ac:cxnSpMk id="13" creationId="{C3712CA3-3849-689B-9147-85182704BD7B}"/>
          </ac:cxnSpMkLst>
        </pc:cxnChg>
        <pc:cxnChg chg="add del mod">
          <ac:chgData name="adilton junio" userId="66b3fade76ecdf97" providerId="LiveId" clId="{0A058601-4B9F-4C76-957A-FC09F92B5A98}" dt="2024-07-18T19:45:18.959" v="859" actId="478"/>
          <ac:cxnSpMkLst>
            <pc:docMk/>
            <pc:sldMk cId="1493695729" sldId="283"/>
            <ac:cxnSpMk id="16" creationId="{274DECF8-A349-0F16-ACA1-2044218D81F8}"/>
          </ac:cxnSpMkLst>
        </pc:cxnChg>
        <pc:cxnChg chg="add del mod">
          <ac:chgData name="adilton junio" userId="66b3fade76ecdf97" providerId="LiveId" clId="{0A058601-4B9F-4C76-957A-FC09F92B5A98}" dt="2024-07-18T19:57:43.647" v="1016" actId="478"/>
          <ac:cxnSpMkLst>
            <pc:docMk/>
            <pc:sldMk cId="1493695729" sldId="283"/>
            <ac:cxnSpMk id="30" creationId="{08D89741-A766-609A-BA02-189AC92F0C5D}"/>
          </ac:cxnSpMkLst>
        </pc:cxnChg>
        <pc:cxnChg chg="del mod">
          <ac:chgData name="adilton junio" userId="66b3fade76ecdf97" providerId="LiveId" clId="{0A058601-4B9F-4C76-957A-FC09F92B5A98}" dt="2024-07-18T19:44:50.738" v="847" actId="478"/>
          <ac:cxnSpMkLst>
            <pc:docMk/>
            <pc:sldMk cId="1493695729" sldId="283"/>
            <ac:cxnSpMk id="37" creationId="{90EDC0F9-3D5F-27B0-2C59-7EDF1F29F43D}"/>
          </ac:cxnSpMkLst>
        </pc:cxnChg>
      </pc:sldChg>
      <pc:sldChg chg="add del">
        <pc:chgData name="adilton junio" userId="66b3fade76ecdf97" providerId="LiveId" clId="{0A058601-4B9F-4C76-957A-FC09F92B5A98}" dt="2024-07-18T19:22:44.408" v="630" actId="47"/>
        <pc:sldMkLst>
          <pc:docMk/>
          <pc:sldMk cId="2864838146" sldId="283"/>
        </pc:sldMkLst>
      </pc:sldChg>
      <pc:sldChg chg="addSp delSp modSp add mod">
        <pc:chgData name="adilton junio" userId="66b3fade76ecdf97" providerId="LiveId" clId="{0A058601-4B9F-4C76-957A-FC09F92B5A98}" dt="2024-07-18T22:39:32.057" v="1634" actId="20577"/>
        <pc:sldMkLst>
          <pc:docMk/>
          <pc:sldMk cId="3344201209" sldId="284"/>
        </pc:sldMkLst>
        <pc:spChg chg="add mod">
          <ac:chgData name="adilton junio" userId="66b3fade76ecdf97" providerId="LiveId" clId="{0A058601-4B9F-4C76-957A-FC09F92B5A98}" dt="2024-07-18T20:49:25.429" v="1337"/>
          <ac:spMkLst>
            <pc:docMk/>
            <pc:sldMk cId="3344201209" sldId="284"/>
            <ac:spMk id="3" creationId="{266ECB08-3061-14BB-0E98-C332CD6260C8}"/>
          </ac:spMkLst>
        </pc:spChg>
        <pc:spChg chg="add del">
          <ac:chgData name="adilton junio" userId="66b3fade76ecdf97" providerId="LiveId" clId="{0A058601-4B9F-4C76-957A-FC09F92B5A98}" dt="2024-07-18T22:22:25.685" v="1420" actId="22"/>
          <ac:spMkLst>
            <pc:docMk/>
            <pc:sldMk cId="3344201209" sldId="284"/>
            <ac:spMk id="7" creationId="{A34663EF-D6A8-29FB-7AF1-68B1550615D3}"/>
          </ac:spMkLst>
        </pc:spChg>
        <pc:spChg chg="add mod">
          <ac:chgData name="adilton junio" userId="66b3fade76ecdf97" providerId="LiveId" clId="{0A058601-4B9F-4C76-957A-FC09F92B5A98}" dt="2024-07-18T22:25:11.289" v="1468" actId="1035"/>
          <ac:spMkLst>
            <pc:docMk/>
            <pc:sldMk cId="3344201209" sldId="284"/>
            <ac:spMk id="10" creationId="{A48A82B7-2AE7-1327-4758-03E3006072A0}"/>
          </ac:spMkLst>
        </pc:spChg>
        <pc:spChg chg="add mod">
          <ac:chgData name="adilton junio" userId="66b3fade76ecdf97" providerId="LiveId" clId="{0A058601-4B9F-4C76-957A-FC09F92B5A98}" dt="2024-07-18T22:39:32.057" v="1634" actId="20577"/>
          <ac:spMkLst>
            <pc:docMk/>
            <pc:sldMk cId="3344201209" sldId="284"/>
            <ac:spMk id="11" creationId="{4F7749DF-A98E-05E9-2ED9-4D65FDA731AD}"/>
          </ac:spMkLst>
        </pc:spChg>
        <pc:spChg chg="del">
          <ac:chgData name="adilton junio" userId="66b3fade76ecdf97" providerId="LiveId" clId="{0A058601-4B9F-4C76-957A-FC09F92B5A98}" dt="2024-07-18T20:50:04.233" v="1340" actId="478"/>
          <ac:spMkLst>
            <pc:docMk/>
            <pc:sldMk cId="3344201209" sldId="284"/>
            <ac:spMk id="38" creationId="{80555AE1-ECDF-CA6E-07DA-93B78ADB38C5}"/>
          </ac:spMkLst>
        </pc:spChg>
        <pc:spChg chg="del">
          <ac:chgData name="adilton junio" userId="66b3fade76ecdf97" providerId="LiveId" clId="{0A058601-4B9F-4C76-957A-FC09F92B5A98}" dt="2024-07-18T20:50:05.405" v="1341" actId="478"/>
          <ac:spMkLst>
            <pc:docMk/>
            <pc:sldMk cId="3344201209" sldId="284"/>
            <ac:spMk id="41" creationId="{D4455AD6-940A-835D-90BA-9BF3620BADF0}"/>
          </ac:spMkLst>
        </pc:spChg>
        <pc:spChg chg="mod">
          <ac:chgData name="adilton junio" userId="66b3fade76ecdf97" providerId="LiveId" clId="{0A058601-4B9F-4C76-957A-FC09F92B5A98}" dt="2024-07-18T22:35:55.577" v="1601" actId="1036"/>
          <ac:spMkLst>
            <pc:docMk/>
            <pc:sldMk cId="3344201209" sldId="284"/>
            <ac:spMk id="46" creationId="{6CE3F873-CFD4-78FC-4F2E-CB254F51C454}"/>
          </ac:spMkLst>
        </pc:spChg>
        <pc:spChg chg="del">
          <ac:chgData name="adilton junio" userId="66b3fade76ecdf97" providerId="LiveId" clId="{0A058601-4B9F-4C76-957A-FC09F92B5A98}" dt="2024-07-18T20:52:39.266" v="1418" actId="478"/>
          <ac:spMkLst>
            <pc:docMk/>
            <pc:sldMk cId="3344201209" sldId="284"/>
            <ac:spMk id="47" creationId="{8F3CC78F-F5C4-6AD3-67A2-893E206B51FF}"/>
          </ac:spMkLst>
        </pc:spChg>
        <pc:spChg chg="del mod">
          <ac:chgData name="adilton junio" userId="66b3fade76ecdf97" providerId="LiveId" clId="{0A058601-4B9F-4C76-957A-FC09F92B5A98}" dt="2024-07-18T22:26:00.794" v="1477" actId="478"/>
          <ac:spMkLst>
            <pc:docMk/>
            <pc:sldMk cId="3344201209" sldId="284"/>
            <ac:spMk id="48" creationId="{BEEB5AB4-16B3-21A1-DA2E-33B852730848}"/>
          </ac:spMkLst>
        </pc:spChg>
        <pc:spChg chg="del">
          <ac:chgData name="adilton junio" userId="66b3fade76ecdf97" providerId="LiveId" clId="{0A058601-4B9F-4C76-957A-FC09F92B5A98}" dt="2024-07-18T20:41:30.378" v="1317" actId="478"/>
          <ac:spMkLst>
            <pc:docMk/>
            <pc:sldMk cId="3344201209" sldId="284"/>
            <ac:spMk id="49" creationId="{74F00A24-348B-E5A7-2721-AE25A6F8FA34}"/>
          </ac:spMkLst>
        </pc:spChg>
        <pc:spChg chg="del">
          <ac:chgData name="adilton junio" userId="66b3fade76ecdf97" providerId="LiveId" clId="{0A058601-4B9F-4C76-957A-FC09F92B5A98}" dt="2024-07-18T20:41:30.378" v="1317" actId="478"/>
          <ac:spMkLst>
            <pc:docMk/>
            <pc:sldMk cId="3344201209" sldId="284"/>
            <ac:spMk id="51" creationId="{D7410D5C-FA9C-5B17-2578-7758DA61F673}"/>
          </ac:spMkLst>
        </pc:spChg>
        <pc:spChg chg="del">
          <ac:chgData name="adilton junio" userId="66b3fade76ecdf97" providerId="LiveId" clId="{0A058601-4B9F-4C76-957A-FC09F92B5A98}" dt="2024-07-18T20:52:36.551" v="1417" actId="478"/>
          <ac:spMkLst>
            <pc:docMk/>
            <pc:sldMk cId="3344201209" sldId="284"/>
            <ac:spMk id="52" creationId="{8D68BDB9-6218-01C7-DCF0-ABD8AB5002F4}"/>
          </ac:spMkLst>
        </pc:spChg>
        <pc:spChg chg="del">
          <ac:chgData name="adilton junio" userId="66b3fade76ecdf97" providerId="LiveId" clId="{0A058601-4B9F-4C76-957A-FC09F92B5A98}" dt="2024-07-18T20:41:30.378" v="1317" actId="478"/>
          <ac:spMkLst>
            <pc:docMk/>
            <pc:sldMk cId="3344201209" sldId="284"/>
            <ac:spMk id="53" creationId="{398F99E4-B5A7-6CDD-02C2-169D126C6ED8}"/>
          </ac:spMkLst>
        </pc:spChg>
        <pc:spChg chg="del">
          <ac:chgData name="adilton junio" userId="66b3fade76ecdf97" providerId="LiveId" clId="{0A058601-4B9F-4C76-957A-FC09F92B5A98}" dt="2024-07-18T20:41:30.378" v="1317" actId="478"/>
          <ac:spMkLst>
            <pc:docMk/>
            <pc:sldMk cId="3344201209" sldId="284"/>
            <ac:spMk id="58" creationId="{083C315A-3BF7-4F69-C2F4-35E564A4B9FC}"/>
          </ac:spMkLst>
        </pc:spChg>
        <pc:spChg chg="mod">
          <ac:chgData name="adilton junio" userId="66b3fade76ecdf97" providerId="LiveId" clId="{0A058601-4B9F-4C76-957A-FC09F92B5A98}" dt="2024-07-18T22:32:04.699" v="1557" actId="14100"/>
          <ac:spMkLst>
            <pc:docMk/>
            <pc:sldMk cId="3344201209" sldId="284"/>
            <ac:spMk id="70" creationId="{78B341C4-2B1A-F076-C254-B6068E0B7310}"/>
          </ac:spMkLst>
        </pc:spChg>
        <pc:spChg chg="mod">
          <ac:chgData name="adilton junio" userId="66b3fade76ecdf97" providerId="LiveId" clId="{0A058601-4B9F-4C76-957A-FC09F92B5A98}" dt="2024-07-18T22:31:23.363" v="1546" actId="20577"/>
          <ac:spMkLst>
            <pc:docMk/>
            <pc:sldMk cId="3344201209" sldId="284"/>
            <ac:spMk id="92" creationId="{389AD4BA-DE4A-1658-2487-F94C2EEF6666}"/>
          </ac:spMkLst>
        </pc:spChg>
      </pc:sldChg>
    </pc:docChg>
  </pc:docChgLst>
  <pc:docChgLst>
    <pc:chgData name="adilton junio" userId="66b3fade76ecdf97" providerId="LiveId" clId="{2F71A835-CF56-4015-B9CA-EBB43390B234}"/>
    <pc:docChg chg="undo custSel addSld modSld sldOrd addSection modSection">
      <pc:chgData name="adilton junio" userId="66b3fade76ecdf97" providerId="LiveId" clId="{2F71A835-CF56-4015-B9CA-EBB43390B234}" dt="2024-07-18T13:45:50.731" v="2115" actId="6549"/>
      <pc:docMkLst>
        <pc:docMk/>
      </pc:docMkLst>
      <pc:sldChg chg="modSp mod">
        <pc:chgData name="adilton junio" userId="66b3fade76ecdf97" providerId="LiveId" clId="{2F71A835-CF56-4015-B9CA-EBB43390B234}" dt="2024-07-18T11:13:57.038" v="215" actId="20577"/>
        <pc:sldMkLst>
          <pc:docMk/>
          <pc:sldMk cId="929919720" sldId="268"/>
        </pc:sldMkLst>
        <pc:spChg chg="mod">
          <ac:chgData name="adilton junio" userId="66b3fade76ecdf97" providerId="LiveId" clId="{2F71A835-CF56-4015-B9CA-EBB43390B234}" dt="2024-07-18T11:13:57.038" v="215" actId="20577"/>
          <ac:spMkLst>
            <pc:docMk/>
            <pc:sldMk cId="929919720" sldId="268"/>
            <ac:spMk id="94" creationId="{D1D8FCDA-4632-6080-1621-67CDF796C564}"/>
          </ac:spMkLst>
        </pc:spChg>
      </pc:sldChg>
      <pc:sldChg chg="modSp mod">
        <pc:chgData name="adilton junio" userId="66b3fade76ecdf97" providerId="LiveId" clId="{2F71A835-CF56-4015-B9CA-EBB43390B234}" dt="2024-07-18T12:40:56.380" v="1055" actId="20577"/>
        <pc:sldMkLst>
          <pc:docMk/>
          <pc:sldMk cId="2475942690" sldId="270"/>
        </pc:sldMkLst>
        <pc:spChg chg="mod">
          <ac:chgData name="adilton junio" userId="66b3fade76ecdf97" providerId="LiveId" clId="{2F71A835-CF56-4015-B9CA-EBB43390B234}" dt="2024-07-18T12:40:56.380" v="1055" actId="20577"/>
          <ac:spMkLst>
            <pc:docMk/>
            <pc:sldMk cId="2475942690" sldId="270"/>
            <ac:spMk id="94" creationId="{D1D8FCDA-4632-6080-1621-67CDF796C564}"/>
          </ac:spMkLst>
        </pc:spChg>
      </pc:sldChg>
      <pc:sldChg chg="delSp modSp mod">
        <pc:chgData name="adilton junio" userId="66b3fade76ecdf97" providerId="LiveId" clId="{2F71A835-CF56-4015-B9CA-EBB43390B234}" dt="2024-07-18T11:57:38.486" v="643" actId="478"/>
        <pc:sldMkLst>
          <pc:docMk/>
          <pc:sldMk cId="1630422409" sldId="274"/>
        </pc:sldMkLst>
        <pc:spChg chg="del">
          <ac:chgData name="adilton junio" userId="66b3fade76ecdf97" providerId="LiveId" clId="{2F71A835-CF56-4015-B9CA-EBB43390B234}" dt="2024-07-18T11:57:38.486" v="643" actId="478"/>
          <ac:spMkLst>
            <pc:docMk/>
            <pc:sldMk cId="1630422409" sldId="274"/>
            <ac:spMk id="15" creationId="{FE575891-7567-E326-A2A2-3838D9129D13}"/>
          </ac:spMkLst>
        </pc:spChg>
        <pc:spChg chg="mod">
          <ac:chgData name="adilton junio" userId="66b3fade76ecdf97" providerId="LiveId" clId="{2F71A835-CF56-4015-B9CA-EBB43390B234}" dt="2024-07-18T11:05:47.505" v="34" actId="20577"/>
          <ac:spMkLst>
            <pc:docMk/>
            <pc:sldMk cId="1630422409" sldId="274"/>
            <ac:spMk id="22" creationId="{2E681D8B-2D12-8F34-236D-10DDFFEEBD4E}"/>
          </ac:spMkLst>
        </pc:spChg>
        <pc:spChg chg="mod">
          <ac:chgData name="adilton junio" userId="66b3fade76ecdf97" providerId="LiveId" clId="{2F71A835-CF56-4015-B9CA-EBB43390B234}" dt="2024-07-18T11:06:03.531" v="61" actId="1035"/>
          <ac:spMkLst>
            <pc:docMk/>
            <pc:sldMk cId="1630422409" sldId="274"/>
            <ac:spMk id="69" creationId="{FC60B356-1ADE-381F-211A-58EAAC72A0C0}"/>
          </ac:spMkLst>
        </pc:spChg>
        <pc:spChg chg="mod">
          <ac:chgData name="adilton junio" userId="66b3fade76ecdf97" providerId="LiveId" clId="{2F71A835-CF56-4015-B9CA-EBB43390B234}" dt="2024-07-18T11:06:03.531" v="61" actId="1035"/>
          <ac:spMkLst>
            <pc:docMk/>
            <pc:sldMk cId="1630422409" sldId="274"/>
            <ac:spMk id="72" creationId="{2B2252D7-BDB0-0800-4153-D51498FB71FE}"/>
          </ac:spMkLst>
        </pc:spChg>
        <pc:spChg chg="mod">
          <ac:chgData name="adilton junio" userId="66b3fade76ecdf97" providerId="LiveId" clId="{2F71A835-CF56-4015-B9CA-EBB43390B234}" dt="2024-07-18T11:06:08.113" v="89" actId="1035"/>
          <ac:spMkLst>
            <pc:docMk/>
            <pc:sldMk cId="1630422409" sldId="274"/>
            <ac:spMk id="73" creationId="{65843819-16A7-23E6-11AF-74F186A3000C}"/>
          </ac:spMkLst>
        </pc:spChg>
        <pc:spChg chg="mod">
          <ac:chgData name="adilton junio" userId="66b3fade76ecdf97" providerId="LiveId" clId="{2F71A835-CF56-4015-B9CA-EBB43390B234}" dt="2024-07-18T11:06:08.113" v="89" actId="1035"/>
          <ac:spMkLst>
            <pc:docMk/>
            <pc:sldMk cId="1630422409" sldId="274"/>
            <ac:spMk id="74" creationId="{70751F3A-EE5D-6903-6D46-1FBEB1F8DE30}"/>
          </ac:spMkLst>
        </pc:spChg>
      </pc:sldChg>
      <pc:sldChg chg="delSp modSp mod">
        <pc:chgData name="adilton junio" userId="66b3fade76ecdf97" providerId="LiveId" clId="{2F71A835-CF56-4015-B9CA-EBB43390B234}" dt="2024-07-18T13:44:50.429" v="2062" actId="14100"/>
        <pc:sldMkLst>
          <pc:docMk/>
          <pc:sldMk cId="473031735" sldId="275"/>
        </pc:sldMkLst>
        <pc:spChg chg="del mod">
          <ac:chgData name="adilton junio" userId="66b3fade76ecdf97" providerId="LiveId" clId="{2F71A835-CF56-4015-B9CA-EBB43390B234}" dt="2024-07-18T13:44:21.251" v="2056" actId="478"/>
          <ac:spMkLst>
            <pc:docMk/>
            <pc:sldMk cId="473031735" sldId="275"/>
            <ac:spMk id="17" creationId="{D9AFFBBF-1106-AFF6-0758-4189C023994A}"/>
          </ac:spMkLst>
        </pc:spChg>
        <pc:spChg chg="mod">
          <ac:chgData name="adilton junio" userId="66b3fade76ecdf97" providerId="LiveId" clId="{2F71A835-CF56-4015-B9CA-EBB43390B234}" dt="2024-07-18T13:44:50.429" v="2062" actId="14100"/>
          <ac:spMkLst>
            <pc:docMk/>
            <pc:sldMk cId="473031735" sldId="275"/>
            <ac:spMk id="21" creationId="{05CC984C-1DE1-3A77-41E8-3595F2044500}"/>
          </ac:spMkLst>
        </pc:spChg>
      </pc:sldChg>
      <pc:sldChg chg="modSp">
        <pc:chgData name="adilton junio" userId="66b3fade76ecdf97" providerId="LiveId" clId="{2F71A835-CF56-4015-B9CA-EBB43390B234}" dt="2024-07-18T12:48:56.599" v="1059" actId="6549"/>
        <pc:sldMkLst>
          <pc:docMk/>
          <pc:sldMk cId="2749496167" sldId="276"/>
        </pc:sldMkLst>
        <pc:spChg chg="mod">
          <ac:chgData name="adilton junio" userId="66b3fade76ecdf97" providerId="LiveId" clId="{2F71A835-CF56-4015-B9CA-EBB43390B234}" dt="2024-07-18T12:48:56.599" v="1059" actId="6549"/>
          <ac:spMkLst>
            <pc:docMk/>
            <pc:sldMk cId="2749496167" sldId="276"/>
            <ac:spMk id="7" creationId="{D96D10D0-D58C-B778-D303-CD2BD1C13C16}"/>
          </ac:spMkLst>
        </pc:spChg>
      </pc:sldChg>
      <pc:sldChg chg="delSp modSp mod">
        <pc:chgData name="adilton junio" userId="66b3fade76ecdf97" providerId="LiveId" clId="{2F71A835-CF56-4015-B9CA-EBB43390B234}" dt="2024-07-18T11:57:27.890" v="642" actId="478"/>
        <pc:sldMkLst>
          <pc:docMk/>
          <pc:sldMk cId="518384142" sldId="277"/>
        </pc:sldMkLst>
        <pc:spChg chg="del">
          <ac:chgData name="adilton junio" userId="66b3fade76ecdf97" providerId="LiveId" clId="{2F71A835-CF56-4015-B9CA-EBB43390B234}" dt="2024-07-18T11:57:27.890" v="642" actId="478"/>
          <ac:spMkLst>
            <pc:docMk/>
            <pc:sldMk cId="518384142" sldId="277"/>
            <ac:spMk id="15" creationId="{FE575891-7567-E326-A2A2-3838D9129D13}"/>
          </ac:spMkLst>
        </pc:spChg>
        <pc:spChg chg="mod">
          <ac:chgData name="adilton junio" userId="66b3fade76ecdf97" providerId="LiveId" clId="{2F71A835-CF56-4015-B9CA-EBB43390B234}" dt="2024-07-18T11:09:02.216" v="90" actId="20577"/>
          <ac:spMkLst>
            <pc:docMk/>
            <pc:sldMk cId="518384142" sldId="277"/>
            <ac:spMk id="73" creationId="{65843819-16A7-23E6-11AF-74F186A3000C}"/>
          </ac:spMkLst>
        </pc:spChg>
      </pc:sldChg>
      <pc:sldChg chg="delSp modSp mod">
        <pc:chgData name="adilton junio" userId="66b3fade76ecdf97" providerId="LiveId" clId="{2F71A835-CF56-4015-B9CA-EBB43390B234}" dt="2024-07-18T11:58:21.866" v="644" actId="478"/>
        <pc:sldMkLst>
          <pc:docMk/>
          <pc:sldMk cId="4288203392" sldId="278"/>
        </pc:sldMkLst>
        <pc:spChg chg="del">
          <ac:chgData name="adilton junio" userId="66b3fade76ecdf97" providerId="LiveId" clId="{2F71A835-CF56-4015-B9CA-EBB43390B234}" dt="2024-07-18T11:58:21.866" v="644" actId="478"/>
          <ac:spMkLst>
            <pc:docMk/>
            <pc:sldMk cId="4288203392" sldId="278"/>
            <ac:spMk id="15" creationId="{FE575891-7567-E326-A2A2-3838D9129D13}"/>
          </ac:spMkLst>
        </pc:spChg>
        <pc:spChg chg="mod">
          <ac:chgData name="adilton junio" userId="66b3fade76ecdf97" providerId="LiveId" clId="{2F71A835-CF56-4015-B9CA-EBB43390B234}" dt="2024-07-18T11:02:48.355" v="10" actId="1076"/>
          <ac:spMkLst>
            <pc:docMk/>
            <pc:sldMk cId="4288203392" sldId="278"/>
            <ac:spMk id="28" creationId="{A15C927B-3422-F1A0-EEB8-DBA02555C9B5}"/>
          </ac:spMkLst>
        </pc:spChg>
        <pc:spChg chg="mod">
          <ac:chgData name="adilton junio" userId="66b3fade76ecdf97" providerId="LiveId" clId="{2F71A835-CF56-4015-B9CA-EBB43390B234}" dt="2024-07-18T11:09:13.654" v="96" actId="20577"/>
          <ac:spMkLst>
            <pc:docMk/>
            <pc:sldMk cId="4288203392" sldId="278"/>
            <ac:spMk id="34" creationId="{60DA8235-591F-55FE-F9E2-AFF701BBDB95}"/>
          </ac:spMkLst>
        </pc:spChg>
      </pc:sldChg>
      <pc:sldChg chg="modSp mod">
        <pc:chgData name="adilton junio" userId="66b3fade76ecdf97" providerId="LiveId" clId="{2F71A835-CF56-4015-B9CA-EBB43390B234}" dt="2024-07-18T11:10:40.367" v="143" actId="1036"/>
        <pc:sldMkLst>
          <pc:docMk/>
          <pc:sldMk cId="3354174528" sldId="279"/>
        </pc:sldMkLst>
        <pc:spChg chg="mod">
          <ac:chgData name="adilton junio" userId="66b3fade76ecdf97" providerId="LiveId" clId="{2F71A835-CF56-4015-B9CA-EBB43390B234}" dt="2024-07-18T11:10:33.052" v="134" actId="1036"/>
          <ac:spMkLst>
            <pc:docMk/>
            <pc:sldMk cId="3354174528" sldId="279"/>
            <ac:spMk id="2" creationId="{DA8CF963-DFBA-191D-6226-8C319EF88352}"/>
          </ac:spMkLst>
        </pc:spChg>
        <pc:spChg chg="mod">
          <ac:chgData name="adilton junio" userId="66b3fade76ecdf97" providerId="LiveId" clId="{2F71A835-CF56-4015-B9CA-EBB43390B234}" dt="2024-07-18T11:10:40.367" v="143" actId="1036"/>
          <ac:spMkLst>
            <pc:docMk/>
            <pc:sldMk cId="3354174528" sldId="279"/>
            <ac:spMk id="10" creationId="{2ECC959B-2CB3-08E2-D335-48580B8FCF25}"/>
          </ac:spMkLst>
        </pc:spChg>
        <pc:spChg chg="mod">
          <ac:chgData name="adilton junio" userId="66b3fade76ecdf97" providerId="LiveId" clId="{2F71A835-CF56-4015-B9CA-EBB43390B234}" dt="2024-07-18T11:10:39.038" v="142" actId="1036"/>
          <ac:spMkLst>
            <pc:docMk/>
            <pc:sldMk cId="3354174528" sldId="279"/>
            <ac:spMk id="12" creationId="{86EAF052-B16C-E1BE-D275-B3CA6D5CD179}"/>
          </ac:spMkLst>
        </pc:spChg>
        <pc:spChg chg="mod">
          <ac:chgData name="adilton junio" userId="66b3fade76ecdf97" providerId="LiveId" clId="{2F71A835-CF56-4015-B9CA-EBB43390B234}" dt="2024-07-18T11:10:37.650" v="141" actId="1036"/>
          <ac:spMkLst>
            <pc:docMk/>
            <pc:sldMk cId="3354174528" sldId="279"/>
            <ac:spMk id="13" creationId="{AC6F5E15-18DC-4E9E-DF3F-AA1C67C44FC4}"/>
          </ac:spMkLst>
        </pc:spChg>
        <pc:spChg chg="mod">
          <ac:chgData name="adilton junio" userId="66b3fade76ecdf97" providerId="LiveId" clId="{2F71A835-CF56-4015-B9CA-EBB43390B234}" dt="2024-07-18T11:10:36.674" v="139" actId="1036"/>
          <ac:spMkLst>
            <pc:docMk/>
            <pc:sldMk cId="3354174528" sldId="279"/>
            <ac:spMk id="16" creationId="{48FA6079-991B-4683-141A-93E337636B1A}"/>
          </ac:spMkLst>
        </pc:spChg>
        <pc:spChg chg="mod">
          <ac:chgData name="adilton junio" userId="66b3fade76ecdf97" providerId="LiveId" clId="{2F71A835-CF56-4015-B9CA-EBB43390B234}" dt="2024-07-18T11:09:50.806" v="98" actId="403"/>
          <ac:spMkLst>
            <pc:docMk/>
            <pc:sldMk cId="3354174528" sldId="279"/>
            <ac:spMk id="17" creationId="{07CEF847-8888-F5EF-1FA6-DDC6B4A36C1B}"/>
          </ac:spMkLst>
        </pc:spChg>
        <pc:spChg chg="mod">
          <ac:chgData name="adilton junio" userId="66b3fade76ecdf97" providerId="LiveId" clId="{2F71A835-CF56-4015-B9CA-EBB43390B234}" dt="2024-07-18T11:09:50.806" v="98" actId="403"/>
          <ac:spMkLst>
            <pc:docMk/>
            <pc:sldMk cId="3354174528" sldId="279"/>
            <ac:spMk id="27" creationId="{50F9B6F9-FE68-B0A1-8D70-A34D008534BB}"/>
          </ac:spMkLst>
        </pc:spChg>
        <pc:spChg chg="mod">
          <ac:chgData name="adilton junio" userId="66b3fade76ecdf97" providerId="LiveId" clId="{2F71A835-CF56-4015-B9CA-EBB43390B234}" dt="2024-07-18T11:09:50.806" v="98" actId="403"/>
          <ac:spMkLst>
            <pc:docMk/>
            <pc:sldMk cId="3354174528" sldId="279"/>
            <ac:spMk id="47" creationId="{0E950DE1-C6C8-5F2E-4F3E-042649CB4B1C}"/>
          </ac:spMkLst>
        </pc:spChg>
        <pc:spChg chg="mod">
          <ac:chgData name="adilton junio" userId="66b3fade76ecdf97" providerId="LiveId" clId="{2F71A835-CF56-4015-B9CA-EBB43390B234}" dt="2024-07-18T11:10:35.954" v="137" actId="1036"/>
          <ac:spMkLst>
            <pc:docMk/>
            <pc:sldMk cId="3354174528" sldId="279"/>
            <ac:spMk id="53" creationId="{9BC13F89-A614-8E97-21B6-C1B2DD8295AA}"/>
          </ac:spMkLst>
        </pc:spChg>
      </pc:sldChg>
      <pc:sldChg chg="addSp delSp modSp add mod ord">
        <pc:chgData name="adilton junio" userId="66b3fade76ecdf97" providerId="LiveId" clId="{2F71A835-CF56-4015-B9CA-EBB43390B234}" dt="2024-07-18T12:49:35.737" v="1071" actId="1035"/>
        <pc:sldMkLst>
          <pc:docMk/>
          <pc:sldMk cId="942069452" sldId="280"/>
        </pc:sldMkLst>
        <pc:spChg chg="add del mod">
          <ac:chgData name="adilton junio" userId="66b3fade76ecdf97" providerId="LiveId" clId="{2F71A835-CF56-4015-B9CA-EBB43390B234}" dt="2024-07-18T11:47:27.791" v="590" actId="478"/>
          <ac:spMkLst>
            <pc:docMk/>
            <pc:sldMk cId="942069452" sldId="280"/>
            <ac:spMk id="2" creationId="{B7FE9144-188A-3094-43BF-5340ACBB6D1C}"/>
          </ac:spMkLst>
        </pc:spChg>
        <pc:spChg chg="del">
          <ac:chgData name="adilton junio" userId="66b3fade76ecdf97" providerId="LiveId" clId="{2F71A835-CF56-4015-B9CA-EBB43390B234}" dt="2024-07-18T11:18:50.743" v="221" actId="478"/>
          <ac:spMkLst>
            <pc:docMk/>
            <pc:sldMk cId="942069452" sldId="280"/>
            <ac:spMk id="3" creationId="{7B305DCE-2540-6FFB-DD07-5D1F64AD9DD5}"/>
          </ac:spMkLst>
        </pc:spChg>
        <pc:spChg chg="del">
          <ac:chgData name="adilton junio" userId="66b3fade76ecdf97" providerId="LiveId" clId="{2F71A835-CF56-4015-B9CA-EBB43390B234}" dt="2024-07-18T11:18:50.743" v="221" actId="478"/>
          <ac:spMkLst>
            <pc:docMk/>
            <pc:sldMk cId="942069452" sldId="280"/>
            <ac:spMk id="5" creationId="{8063A2EC-67DF-16FC-04C9-17B22464C224}"/>
          </ac:spMkLst>
        </pc:spChg>
        <pc:spChg chg="del">
          <ac:chgData name="adilton junio" userId="66b3fade76ecdf97" providerId="LiveId" clId="{2F71A835-CF56-4015-B9CA-EBB43390B234}" dt="2024-07-18T11:18:50.743" v="221" actId="478"/>
          <ac:spMkLst>
            <pc:docMk/>
            <pc:sldMk cId="942069452" sldId="280"/>
            <ac:spMk id="7" creationId="{F0A6077C-E2D4-6983-8AF3-FF77E566AD4D}"/>
          </ac:spMkLst>
        </pc:spChg>
        <pc:spChg chg="add mod">
          <ac:chgData name="adilton junio" userId="66b3fade76ecdf97" providerId="LiveId" clId="{2F71A835-CF56-4015-B9CA-EBB43390B234}" dt="2024-07-18T12:16:47.316" v="994" actId="255"/>
          <ac:spMkLst>
            <pc:docMk/>
            <pc:sldMk cId="942069452" sldId="280"/>
            <ac:spMk id="10" creationId="{00F59AF1-A885-285E-7083-E5E2D4B1F00C}"/>
          </ac:spMkLst>
        </pc:spChg>
        <pc:spChg chg="del">
          <ac:chgData name="adilton junio" userId="66b3fade76ecdf97" providerId="LiveId" clId="{2F71A835-CF56-4015-B9CA-EBB43390B234}" dt="2024-07-18T11:18:50.743" v="221" actId="478"/>
          <ac:spMkLst>
            <pc:docMk/>
            <pc:sldMk cId="942069452" sldId="280"/>
            <ac:spMk id="11" creationId="{5D62F853-91CD-03F9-8832-E48B9134B710}"/>
          </ac:spMkLst>
        </pc:spChg>
        <pc:spChg chg="mod">
          <ac:chgData name="adilton junio" userId="66b3fade76ecdf97" providerId="LiveId" clId="{2F71A835-CF56-4015-B9CA-EBB43390B234}" dt="2024-07-18T12:49:29.866" v="1068" actId="164"/>
          <ac:spMkLst>
            <pc:docMk/>
            <pc:sldMk cId="942069452" sldId="280"/>
            <ac:spMk id="14" creationId="{94D5144B-E0E6-8D48-55E3-0B5A16C49B15}"/>
          </ac:spMkLst>
        </pc:spChg>
        <pc:spChg chg="del mod">
          <ac:chgData name="adilton junio" userId="66b3fade76ecdf97" providerId="LiveId" clId="{2F71A835-CF56-4015-B9CA-EBB43390B234}" dt="2024-07-18T11:57:08.062" v="641" actId="478"/>
          <ac:spMkLst>
            <pc:docMk/>
            <pc:sldMk cId="942069452" sldId="280"/>
            <ac:spMk id="15" creationId="{FE575891-7567-E326-A2A2-3838D9129D13}"/>
          </ac:spMkLst>
        </pc:spChg>
        <pc:spChg chg="add mod">
          <ac:chgData name="adilton junio" userId="66b3fade76ecdf97" providerId="LiveId" clId="{2F71A835-CF56-4015-B9CA-EBB43390B234}" dt="2024-07-18T12:16:47.316" v="994" actId="255"/>
          <ac:spMkLst>
            <pc:docMk/>
            <pc:sldMk cId="942069452" sldId="280"/>
            <ac:spMk id="17" creationId="{6CD08D51-2273-AF57-C7BA-599C5CC23C35}"/>
          </ac:spMkLst>
        </pc:spChg>
        <pc:spChg chg="del">
          <ac:chgData name="adilton junio" userId="66b3fade76ecdf97" providerId="LiveId" clId="{2F71A835-CF56-4015-B9CA-EBB43390B234}" dt="2024-07-18T11:24:01.468" v="247" actId="478"/>
          <ac:spMkLst>
            <pc:docMk/>
            <pc:sldMk cId="942069452" sldId="280"/>
            <ac:spMk id="19" creationId="{539B2072-3B39-0823-247A-9D5C70C2ED12}"/>
          </ac:spMkLst>
        </pc:spChg>
        <pc:spChg chg="del">
          <ac:chgData name="adilton junio" userId="66b3fade76ecdf97" providerId="LiveId" clId="{2F71A835-CF56-4015-B9CA-EBB43390B234}" dt="2024-07-18T11:24:01.468" v="247" actId="478"/>
          <ac:spMkLst>
            <pc:docMk/>
            <pc:sldMk cId="942069452" sldId="280"/>
            <ac:spMk id="20" creationId="{B9AD4F47-8CB5-19A3-6B32-40BC37FCC7A4}"/>
          </ac:spMkLst>
        </pc:spChg>
        <pc:spChg chg="del">
          <ac:chgData name="adilton junio" userId="66b3fade76ecdf97" providerId="LiveId" clId="{2F71A835-CF56-4015-B9CA-EBB43390B234}" dt="2024-07-18T11:18:50.743" v="221" actId="478"/>
          <ac:spMkLst>
            <pc:docMk/>
            <pc:sldMk cId="942069452" sldId="280"/>
            <ac:spMk id="21" creationId="{17E1618A-749C-EA94-05BE-DD3DF72928BB}"/>
          </ac:spMkLst>
        </pc:spChg>
        <pc:spChg chg="del">
          <ac:chgData name="adilton junio" userId="66b3fade76ecdf97" providerId="LiveId" clId="{2F71A835-CF56-4015-B9CA-EBB43390B234}" dt="2024-07-18T11:18:50.743" v="221" actId="478"/>
          <ac:spMkLst>
            <pc:docMk/>
            <pc:sldMk cId="942069452" sldId="280"/>
            <ac:spMk id="22" creationId="{306180F9-5365-457C-1C00-53DC7C021842}"/>
          </ac:spMkLst>
        </pc:spChg>
        <pc:spChg chg="mod">
          <ac:chgData name="adilton junio" userId="66b3fade76ecdf97" providerId="LiveId" clId="{2F71A835-CF56-4015-B9CA-EBB43390B234}" dt="2024-07-18T12:49:29.866" v="1068" actId="164"/>
          <ac:spMkLst>
            <pc:docMk/>
            <pc:sldMk cId="942069452" sldId="280"/>
            <ac:spMk id="23" creationId="{B24280F9-EB39-F074-6E63-8C7D3C8875A2}"/>
          </ac:spMkLst>
        </pc:spChg>
        <pc:spChg chg="mod">
          <ac:chgData name="adilton junio" userId="66b3fade76ecdf97" providerId="LiveId" clId="{2F71A835-CF56-4015-B9CA-EBB43390B234}" dt="2024-07-18T12:49:29.866" v="1068" actId="164"/>
          <ac:spMkLst>
            <pc:docMk/>
            <pc:sldMk cId="942069452" sldId="280"/>
            <ac:spMk id="24" creationId="{90D32FCC-9584-B139-A613-4ABFA69CAFD5}"/>
          </ac:spMkLst>
        </pc:spChg>
        <pc:spChg chg="mod">
          <ac:chgData name="adilton junio" userId="66b3fade76ecdf97" providerId="LiveId" clId="{2F71A835-CF56-4015-B9CA-EBB43390B234}" dt="2024-07-18T12:49:29.866" v="1068" actId="164"/>
          <ac:spMkLst>
            <pc:docMk/>
            <pc:sldMk cId="942069452" sldId="280"/>
            <ac:spMk id="25" creationId="{0CB5022C-A688-733F-44D9-60BAA37CE597}"/>
          </ac:spMkLst>
        </pc:spChg>
        <pc:spChg chg="mod">
          <ac:chgData name="adilton junio" userId="66b3fade76ecdf97" providerId="LiveId" clId="{2F71A835-CF56-4015-B9CA-EBB43390B234}" dt="2024-07-18T12:49:29.866" v="1068" actId="164"/>
          <ac:spMkLst>
            <pc:docMk/>
            <pc:sldMk cId="942069452" sldId="280"/>
            <ac:spMk id="26" creationId="{3249032C-AFD4-E5EC-9AED-73A0B0E1E087}"/>
          </ac:spMkLst>
        </pc:spChg>
        <pc:spChg chg="del">
          <ac:chgData name="adilton junio" userId="66b3fade76ecdf97" providerId="LiveId" clId="{2F71A835-CF56-4015-B9CA-EBB43390B234}" dt="2024-07-18T11:18:48.047" v="220" actId="478"/>
          <ac:spMkLst>
            <pc:docMk/>
            <pc:sldMk cId="942069452" sldId="280"/>
            <ac:spMk id="28" creationId="{A15C927B-3422-F1A0-EEB8-DBA02555C9B5}"/>
          </ac:spMkLst>
        </pc:spChg>
        <pc:spChg chg="del mod">
          <ac:chgData name="adilton junio" userId="66b3fade76ecdf97" providerId="LiveId" clId="{2F71A835-CF56-4015-B9CA-EBB43390B234}" dt="2024-07-18T11:18:48.047" v="220" actId="478"/>
          <ac:spMkLst>
            <pc:docMk/>
            <pc:sldMk cId="942069452" sldId="280"/>
            <ac:spMk id="34" creationId="{60DA8235-591F-55FE-F9E2-AFF701BBDB95}"/>
          </ac:spMkLst>
        </pc:spChg>
        <pc:spChg chg="mod">
          <ac:chgData name="adilton junio" userId="66b3fade76ecdf97" providerId="LiveId" clId="{2F71A835-CF56-4015-B9CA-EBB43390B234}" dt="2024-07-18T12:49:29.866" v="1068" actId="164"/>
          <ac:spMkLst>
            <pc:docMk/>
            <pc:sldMk cId="942069452" sldId="280"/>
            <ac:spMk id="39" creationId="{722828E4-8B91-0A39-CDD0-DC9E056B71E6}"/>
          </ac:spMkLst>
        </pc:spChg>
        <pc:spChg chg="mod">
          <ac:chgData name="adilton junio" userId="66b3fade76ecdf97" providerId="LiveId" clId="{2F71A835-CF56-4015-B9CA-EBB43390B234}" dt="2024-07-18T12:49:29.866" v="1068" actId="164"/>
          <ac:spMkLst>
            <pc:docMk/>
            <pc:sldMk cId="942069452" sldId="280"/>
            <ac:spMk id="42" creationId="{0220C587-7538-B23F-245C-2DFF839669C3}"/>
          </ac:spMkLst>
        </pc:spChg>
        <pc:spChg chg="mod">
          <ac:chgData name="adilton junio" userId="66b3fade76ecdf97" providerId="LiveId" clId="{2F71A835-CF56-4015-B9CA-EBB43390B234}" dt="2024-07-18T12:49:29.866" v="1068" actId="164"/>
          <ac:spMkLst>
            <pc:docMk/>
            <pc:sldMk cId="942069452" sldId="280"/>
            <ac:spMk id="43" creationId="{2131EC99-1D04-0D88-502E-04CBF261A5A7}"/>
          </ac:spMkLst>
        </pc:spChg>
        <pc:spChg chg="mod">
          <ac:chgData name="adilton junio" userId="66b3fade76ecdf97" providerId="LiveId" clId="{2F71A835-CF56-4015-B9CA-EBB43390B234}" dt="2024-07-18T12:49:29.866" v="1068" actId="164"/>
          <ac:spMkLst>
            <pc:docMk/>
            <pc:sldMk cId="942069452" sldId="280"/>
            <ac:spMk id="44" creationId="{1F45A3DF-0A88-4A87-4A97-268249D1CA97}"/>
          </ac:spMkLst>
        </pc:spChg>
        <pc:spChg chg="del">
          <ac:chgData name="adilton junio" userId="66b3fade76ecdf97" providerId="LiveId" clId="{2F71A835-CF56-4015-B9CA-EBB43390B234}" dt="2024-07-18T11:18:50.743" v="221" actId="478"/>
          <ac:spMkLst>
            <pc:docMk/>
            <pc:sldMk cId="942069452" sldId="280"/>
            <ac:spMk id="46" creationId="{D591BF2E-8C0A-C419-B04A-191ACA539A58}"/>
          </ac:spMkLst>
        </pc:spChg>
        <pc:spChg chg="add mod">
          <ac:chgData name="adilton junio" userId="66b3fade76ecdf97" providerId="LiveId" clId="{2F71A835-CF56-4015-B9CA-EBB43390B234}" dt="2024-07-18T12:16:47.316" v="994" actId="255"/>
          <ac:spMkLst>
            <pc:docMk/>
            <pc:sldMk cId="942069452" sldId="280"/>
            <ac:spMk id="48" creationId="{9EFD82CC-AB35-FA12-36EE-8EF805E477A1}"/>
          </ac:spMkLst>
        </pc:spChg>
        <pc:spChg chg="add mod">
          <ac:chgData name="adilton junio" userId="66b3fade76ecdf97" providerId="LiveId" clId="{2F71A835-CF56-4015-B9CA-EBB43390B234}" dt="2024-07-18T12:16:47.316" v="994" actId="255"/>
          <ac:spMkLst>
            <pc:docMk/>
            <pc:sldMk cId="942069452" sldId="280"/>
            <ac:spMk id="49" creationId="{AE455C1F-9EF1-E8A2-D8B1-295562EE37B0}"/>
          </ac:spMkLst>
        </pc:spChg>
        <pc:spChg chg="add del">
          <ac:chgData name="adilton junio" userId="66b3fade76ecdf97" providerId="LiveId" clId="{2F71A835-CF56-4015-B9CA-EBB43390B234}" dt="2024-07-18T11:47:20.642" v="587" actId="22"/>
          <ac:spMkLst>
            <pc:docMk/>
            <pc:sldMk cId="942069452" sldId="280"/>
            <ac:spMk id="52" creationId="{C42338E3-6137-4844-5E8E-D7FE3971C773}"/>
          </ac:spMkLst>
        </pc:spChg>
        <pc:spChg chg="mod">
          <ac:chgData name="adilton junio" userId="66b3fade76ecdf97" providerId="LiveId" clId="{2F71A835-CF56-4015-B9CA-EBB43390B234}" dt="2024-07-18T12:49:29.866" v="1068" actId="164"/>
          <ac:spMkLst>
            <pc:docMk/>
            <pc:sldMk cId="942069452" sldId="280"/>
            <ac:spMk id="60" creationId="{8367181B-B174-7222-9059-AD9CC7B667D9}"/>
          </ac:spMkLst>
        </pc:spChg>
        <pc:spChg chg="mod">
          <ac:chgData name="adilton junio" userId="66b3fade76ecdf97" providerId="LiveId" clId="{2F71A835-CF56-4015-B9CA-EBB43390B234}" dt="2024-07-18T12:49:35.737" v="1071" actId="1035"/>
          <ac:spMkLst>
            <pc:docMk/>
            <pc:sldMk cId="942069452" sldId="280"/>
            <ac:spMk id="69" creationId="{FC60B356-1ADE-381F-211A-58EAAC72A0C0}"/>
          </ac:spMkLst>
        </pc:spChg>
        <pc:spChg chg="add mod topLvl">
          <ac:chgData name="adilton junio" userId="66b3fade76ecdf97" providerId="LiveId" clId="{2F71A835-CF56-4015-B9CA-EBB43390B234}" dt="2024-07-18T12:16:47.316" v="994" actId="255"/>
          <ac:spMkLst>
            <pc:docMk/>
            <pc:sldMk cId="942069452" sldId="280"/>
            <ac:spMk id="72" creationId="{A0DE604E-C84F-EAFA-4FA1-F7FC4E671D22}"/>
          </ac:spMkLst>
        </pc:spChg>
        <pc:spChg chg="add del mod">
          <ac:chgData name="adilton junio" userId="66b3fade76ecdf97" providerId="LiveId" clId="{2F71A835-CF56-4015-B9CA-EBB43390B234}" dt="2024-07-18T12:30:00.180" v="1034" actId="6549"/>
          <ac:spMkLst>
            <pc:docMk/>
            <pc:sldMk cId="942069452" sldId="280"/>
            <ac:spMk id="86" creationId="{E886A292-326E-B7FA-8FCE-8F572A808D99}"/>
          </ac:spMkLst>
        </pc:spChg>
        <pc:spChg chg="add mod">
          <ac:chgData name="adilton junio" userId="66b3fade76ecdf97" providerId="LiveId" clId="{2F71A835-CF56-4015-B9CA-EBB43390B234}" dt="2024-07-18T12:16:47.316" v="994" actId="255"/>
          <ac:spMkLst>
            <pc:docMk/>
            <pc:sldMk cId="942069452" sldId="280"/>
            <ac:spMk id="87" creationId="{25F8E8E1-B801-574E-38BC-CF8C449AE2B3}"/>
          </ac:spMkLst>
        </pc:spChg>
        <pc:spChg chg="add mod topLvl">
          <ac:chgData name="adilton junio" userId="66b3fade76ecdf97" providerId="LiveId" clId="{2F71A835-CF56-4015-B9CA-EBB43390B234}" dt="2024-07-18T12:16:59.431" v="997" actId="1035"/>
          <ac:spMkLst>
            <pc:docMk/>
            <pc:sldMk cId="942069452" sldId="280"/>
            <ac:spMk id="88" creationId="{B5AF6105-5354-083B-07E3-CFBE433AC7A3}"/>
          </ac:spMkLst>
        </pc:spChg>
        <pc:spChg chg="add del mod">
          <ac:chgData name="adilton junio" userId="66b3fade76ecdf97" providerId="LiveId" clId="{2F71A835-CF56-4015-B9CA-EBB43390B234}" dt="2024-07-18T12:10:52.806" v="796" actId="1076"/>
          <ac:spMkLst>
            <pc:docMk/>
            <pc:sldMk cId="942069452" sldId="280"/>
            <ac:spMk id="92" creationId="{389AD4BA-DE4A-1658-2487-F94C2EEF6666}"/>
          </ac:spMkLst>
        </pc:spChg>
        <pc:spChg chg="add del">
          <ac:chgData name="adilton junio" userId="66b3fade76ecdf97" providerId="LiveId" clId="{2F71A835-CF56-4015-B9CA-EBB43390B234}" dt="2024-07-18T12:10:15.709" v="782" actId="478"/>
          <ac:spMkLst>
            <pc:docMk/>
            <pc:sldMk cId="942069452" sldId="280"/>
            <ac:spMk id="97" creationId="{595B2D13-8FF3-D260-63E5-7AED3D25079B}"/>
          </ac:spMkLst>
        </pc:spChg>
        <pc:spChg chg="add del">
          <ac:chgData name="adilton junio" userId="66b3fade76ecdf97" providerId="LiveId" clId="{2F71A835-CF56-4015-B9CA-EBB43390B234}" dt="2024-07-18T12:10:21.796" v="784" actId="478"/>
          <ac:spMkLst>
            <pc:docMk/>
            <pc:sldMk cId="942069452" sldId="280"/>
            <ac:spMk id="98" creationId="{4774E403-64F6-9CF5-7723-3ABD03266484}"/>
          </ac:spMkLst>
        </pc:spChg>
        <pc:spChg chg="add mod">
          <ac:chgData name="adilton junio" userId="66b3fade76ecdf97" providerId="LiveId" clId="{2F71A835-CF56-4015-B9CA-EBB43390B234}" dt="2024-07-18T12:16:47.316" v="994" actId="255"/>
          <ac:spMkLst>
            <pc:docMk/>
            <pc:sldMk cId="942069452" sldId="280"/>
            <ac:spMk id="105" creationId="{0FD7C22D-A8EB-F3E1-30E1-82227D2B3989}"/>
          </ac:spMkLst>
        </pc:spChg>
        <pc:grpChg chg="mod">
          <ac:chgData name="adilton junio" userId="66b3fade76ecdf97" providerId="LiveId" clId="{2F71A835-CF56-4015-B9CA-EBB43390B234}" dt="2024-07-18T12:49:29.866" v="1068" actId="164"/>
          <ac:grpSpMkLst>
            <pc:docMk/>
            <pc:sldMk cId="942069452" sldId="280"/>
            <ac:grpSpMk id="36" creationId="{8B61572D-4DAE-FEF2-F897-F074964BFA5C}"/>
          </ac:grpSpMkLst>
        </pc:grpChg>
        <pc:grpChg chg="mod">
          <ac:chgData name="adilton junio" userId="66b3fade76ecdf97" providerId="LiveId" clId="{2F71A835-CF56-4015-B9CA-EBB43390B234}" dt="2024-07-18T12:49:29.866" v="1068" actId="164"/>
          <ac:grpSpMkLst>
            <pc:docMk/>
            <pc:sldMk cId="942069452" sldId="280"/>
            <ac:grpSpMk id="57" creationId="{1EACEB1E-8569-0ADF-A8AF-4D5D62DB2487}"/>
          </ac:grpSpMkLst>
        </pc:grpChg>
        <pc:grpChg chg="mod">
          <ac:chgData name="adilton junio" userId="66b3fade76ecdf97" providerId="LiveId" clId="{2F71A835-CF56-4015-B9CA-EBB43390B234}" dt="2024-07-18T12:49:29.866" v="1068" actId="164"/>
          <ac:grpSpMkLst>
            <pc:docMk/>
            <pc:sldMk cId="942069452" sldId="280"/>
            <ac:grpSpMk id="59" creationId="{EA77A0B7-2E7F-36CC-53CB-59515E22ED8F}"/>
          </ac:grpSpMkLst>
        </pc:grpChg>
        <pc:grpChg chg="mod">
          <ac:chgData name="adilton junio" userId="66b3fade76ecdf97" providerId="LiveId" clId="{2F71A835-CF56-4015-B9CA-EBB43390B234}" dt="2024-07-18T12:49:29.866" v="1068" actId="164"/>
          <ac:grpSpMkLst>
            <pc:docMk/>
            <pc:sldMk cId="942069452" sldId="280"/>
            <ac:grpSpMk id="64" creationId="{20ED0C21-A564-8B2B-7F3E-561F7B10F9B6}"/>
          </ac:grpSpMkLst>
        </pc:grpChg>
        <pc:grpChg chg="add del mod">
          <ac:chgData name="adilton junio" userId="66b3fade76ecdf97" providerId="LiveId" clId="{2F71A835-CF56-4015-B9CA-EBB43390B234}" dt="2024-07-18T12:10:00.207" v="773" actId="165"/>
          <ac:grpSpMkLst>
            <pc:docMk/>
            <pc:sldMk cId="942069452" sldId="280"/>
            <ac:grpSpMk id="89" creationId="{583B91D0-77B5-9771-E893-C1921BEBA43C}"/>
          </ac:grpSpMkLst>
        </pc:grpChg>
        <pc:grpChg chg="add mod">
          <ac:chgData name="adilton junio" userId="66b3fade76ecdf97" providerId="LiveId" clId="{2F71A835-CF56-4015-B9CA-EBB43390B234}" dt="2024-07-18T12:49:29.866" v="1068" actId="164"/>
          <ac:grpSpMkLst>
            <pc:docMk/>
            <pc:sldMk cId="942069452" sldId="280"/>
            <ac:grpSpMk id="117" creationId="{379C69B1-298F-6C27-0487-BA168B51494B}"/>
          </ac:grpSpMkLst>
        </pc:grpChg>
        <pc:picChg chg="del">
          <ac:chgData name="adilton junio" userId="66b3fade76ecdf97" providerId="LiveId" clId="{2F71A835-CF56-4015-B9CA-EBB43390B234}" dt="2024-07-18T11:18:50.743" v="221" actId="478"/>
          <ac:picMkLst>
            <pc:docMk/>
            <pc:sldMk cId="942069452" sldId="280"/>
            <ac:picMk id="18" creationId="{D71D12F1-159A-B1FC-AB79-D11B7B21EE77}"/>
          </ac:picMkLst>
        </pc:picChg>
        <pc:cxnChg chg="add del mod">
          <ac:chgData name="adilton junio" userId="66b3fade76ecdf97" providerId="LiveId" clId="{2F71A835-CF56-4015-B9CA-EBB43390B234}" dt="2024-07-18T11:39:56.440" v="478" actId="478"/>
          <ac:cxnSpMkLst>
            <pc:docMk/>
            <pc:sldMk cId="942069452" sldId="280"/>
            <ac:cxnSpMk id="13" creationId="{DD93BF73-AF5B-565D-3488-8D8ACF0A22BF}"/>
          </ac:cxnSpMkLst>
        </pc:cxnChg>
        <pc:cxnChg chg="mod">
          <ac:chgData name="adilton junio" userId="66b3fade76ecdf97" providerId="LiveId" clId="{2F71A835-CF56-4015-B9CA-EBB43390B234}" dt="2024-07-18T12:49:29.866" v="1068" actId="164"/>
          <ac:cxnSpMkLst>
            <pc:docMk/>
            <pc:sldMk cId="942069452" sldId="280"/>
            <ac:cxnSpMk id="45" creationId="{4B976358-D9FD-1545-5FF0-AF658E00DA3B}"/>
          </ac:cxnSpMkLst>
        </pc:cxnChg>
        <pc:cxnChg chg="add del mod">
          <ac:chgData name="adilton junio" userId="66b3fade76ecdf97" providerId="LiveId" clId="{2F71A835-CF56-4015-B9CA-EBB43390B234}" dt="2024-07-18T11:39:55.689" v="477" actId="478"/>
          <ac:cxnSpMkLst>
            <pc:docMk/>
            <pc:sldMk cId="942069452" sldId="280"/>
            <ac:cxnSpMk id="47" creationId="{414C02E3-308D-67CE-37BA-CDBE464253B5}"/>
          </ac:cxnSpMkLst>
        </pc:cxnChg>
        <pc:cxnChg chg="mod">
          <ac:chgData name="adilton junio" userId="66b3fade76ecdf97" providerId="LiveId" clId="{2F71A835-CF56-4015-B9CA-EBB43390B234}" dt="2024-07-18T12:49:29.866" v="1068" actId="164"/>
          <ac:cxnSpMkLst>
            <pc:docMk/>
            <pc:sldMk cId="942069452" sldId="280"/>
            <ac:cxnSpMk id="50" creationId="{9533CE13-CCBA-C2A4-A9E6-EC5F30E5C72A}"/>
          </ac:cxnSpMkLst>
        </pc:cxnChg>
        <pc:cxnChg chg="add del mod">
          <ac:chgData name="adilton junio" userId="66b3fade76ecdf97" providerId="LiveId" clId="{2F71A835-CF56-4015-B9CA-EBB43390B234}" dt="2024-07-18T12:00:30.101" v="670" actId="11529"/>
          <ac:cxnSpMkLst>
            <pc:docMk/>
            <pc:sldMk cId="942069452" sldId="280"/>
            <ac:cxnSpMk id="54" creationId="{C5A35EA2-2057-43D2-4240-97A061621D66}"/>
          </ac:cxnSpMkLst>
        </pc:cxnChg>
        <pc:cxnChg chg="add mod">
          <ac:chgData name="adilton junio" userId="66b3fade76ecdf97" providerId="LiveId" clId="{2F71A835-CF56-4015-B9CA-EBB43390B234}" dt="2024-07-18T12:10:57.201" v="803" actId="1035"/>
          <ac:cxnSpMkLst>
            <pc:docMk/>
            <pc:sldMk cId="942069452" sldId="280"/>
            <ac:cxnSpMk id="58" creationId="{D945C55D-3848-1373-B102-5C37F05427A9}"/>
          </ac:cxnSpMkLst>
        </pc:cxnChg>
        <pc:cxnChg chg="add mod">
          <ac:chgData name="adilton junio" userId="66b3fade76ecdf97" providerId="LiveId" clId="{2F71A835-CF56-4015-B9CA-EBB43390B234}" dt="2024-07-18T12:10:57.201" v="803" actId="1035"/>
          <ac:cxnSpMkLst>
            <pc:docMk/>
            <pc:sldMk cId="942069452" sldId="280"/>
            <ac:cxnSpMk id="70" creationId="{96710692-2685-604B-8381-B74C26191C82}"/>
          </ac:cxnSpMkLst>
        </pc:cxnChg>
        <pc:cxnChg chg="add del mod">
          <ac:chgData name="adilton junio" userId="66b3fade76ecdf97" providerId="LiveId" clId="{2F71A835-CF56-4015-B9CA-EBB43390B234}" dt="2024-07-18T12:06:29.337" v="729" actId="478"/>
          <ac:cxnSpMkLst>
            <pc:docMk/>
            <pc:sldMk cId="942069452" sldId="280"/>
            <ac:cxnSpMk id="74" creationId="{E2322920-03CA-27C3-FBE0-263C7595E530}"/>
          </ac:cxnSpMkLst>
        </pc:cxnChg>
        <pc:cxnChg chg="add del mod">
          <ac:chgData name="adilton junio" userId="66b3fade76ecdf97" providerId="LiveId" clId="{2F71A835-CF56-4015-B9CA-EBB43390B234}" dt="2024-07-18T12:06:26.844" v="727" actId="478"/>
          <ac:cxnSpMkLst>
            <pc:docMk/>
            <pc:sldMk cId="942069452" sldId="280"/>
            <ac:cxnSpMk id="76" creationId="{9CA6E0AA-0271-6285-F72D-AF74B5A70901}"/>
          </ac:cxnSpMkLst>
        </pc:cxnChg>
        <pc:cxnChg chg="add del mod">
          <ac:chgData name="adilton junio" userId="66b3fade76ecdf97" providerId="LiveId" clId="{2F71A835-CF56-4015-B9CA-EBB43390B234}" dt="2024-07-18T12:06:29.980" v="730" actId="478"/>
          <ac:cxnSpMkLst>
            <pc:docMk/>
            <pc:sldMk cId="942069452" sldId="280"/>
            <ac:cxnSpMk id="78" creationId="{B2D33B0B-11CF-5E40-E98D-CCDE35D78990}"/>
          </ac:cxnSpMkLst>
        </pc:cxnChg>
        <pc:cxnChg chg="add del mod">
          <ac:chgData name="adilton junio" userId="66b3fade76ecdf97" providerId="LiveId" clId="{2F71A835-CF56-4015-B9CA-EBB43390B234}" dt="2024-07-18T12:09:54.368" v="771" actId="11529"/>
          <ac:cxnSpMkLst>
            <pc:docMk/>
            <pc:sldMk cId="942069452" sldId="280"/>
            <ac:cxnSpMk id="91" creationId="{CE8813A9-E55F-E20C-082D-7763393FC6B8}"/>
          </ac:cxnSpMkLst>
        </pc:cxnChg>
        <pc:cxnChg chg="add del mod">
          <ac:chgData name="adilton junio" userId="66b3fade76ecdf97" providerId="LiveId" clId="{2F71A835-CF56-4015-B9CA-EBB43390B234}" dt="2024-07-18T12:09:53.653" v="770" actId="11529"/>
          <ac:cxnSpMkLst>
            <pc:docMk/>
            <pc:sldMk cId="942069452" sldId="280"/>
            <ac:cxnSpMk id="94" creationId="{F4A31DA9-4C0B-C734-F92F-DD3D84AD928B}"/>
          </ac:cxnSpMkLst>
        </pc:cxnChg>
        <pc:cxnChg chg="add mod">
          <ac:chgData name="adilton junio" userId="66b3fade76ecdf97" providerId="LiveId" clId="{2F71A835-CF56-4015-B9CA-EBB43390B234}" dt="2024-07-18T12:16:00.294" v="968" actId="1038"/>
          <ac:cxnSpMkLst>
            <pc:docMk/>
            <pc:sldMk cId="942069452" sldId="280"/>
            <ac:cxnSpMk id="96" creationId="{299CA8EB-97A8-D228-77CA-129CB38A5A2F}"/>
          </ac:cxnSpMkLst>
        </pc:cxnChg>
        <pc:cxnChg chg="add mod">
          <ac:chgData name="adilton junio" userId="66b3fade76ecdf97" providerId="LiveId" clId="{2F71A835-CF56-4015-B9CA-EBB43390B234}" dt="2024-07-18T12:16:00.294" v="968" actId="1038"/>
          <ac:cxnSpMkLst>
            <pc:docMk/>
            <pc:sldMk cId="942069452" sldId="280"/>
            <ac:cxnSpMk id="100" creationId="{2D114163-D9CF-5D61-9D3B-997208C115AC}"/>
          </ac:cxnSpMkLst>
        </pc:cxnChg>
        <pc:cxnChg chg="add mod">
          <ac:chgData name="adilton junio" userId="66b3fade76ecdf97" providerId="LiveId" clId="{2F71A835-CF56-4015-B9CA-EBB43390B234}" dt="2024-07-18T12:10:57.201" v="803" actId="1035"/>
          <ac:cxnSpMkLst>
            <pc:docMk/>
            <pc:sldMk cId="942069452" sldId="280"/>
            <ac:cxnSpMk id="102" creationId="{F7485E65-2DC9-E888-38BA-9161DCB5FEE2}"/>
          </ac:cxnSpMkLst>
        </pc:cxnChg>
        <pc:cxnChg chg="add mod">
          <ac:chgData name="adilton junio" userId="66b3fade76ecdf97" providerId="LiveId" clId="{2F71A835-CF56-4015-B9CA-EBB43390B234}" dt="2024-07-18T12:10:57.201" v="803" actId="1035"/>
          <ac:cxnSpMkLst>
            <pc:docMk/>
            <pc:sldMk cId="942069452" sldId="280"/>
            <ac:cxnSpMk id="104" creationId="{DF2CF84B-2D60-4D3F-E249-6FC0B0074AB3}"/>
          </ac:cxnSpMkLst>
        </pc:cxnChg>
        <pc:cxnChg chg="add mod">
          <ac:chgData name="adilton junio" userId="66b3fade76ecdf97" providerId="LiveId" clId="{2F71A835-CF56-4015-B9CA-EBB43390B234}" dt="2024-07-18T12:29:56.228" v="1033" actId="478"/>
          <ac:cxnSpMkLst>
            <pc:docMk/>
            <pc:sldMk cId="942069452" sldId="280"/>
            <ac:cxnSpMk id="111" creationId="{F8631A54-C828-83DC-2328-6BC19344F967}"/>
          </ac:cxnSpMkLst>
        </pc:cxnChg>
        <pc:cxnChg chg="add mod">
          <ac:chgData name="adilton junio" userId="66b3fade76ecdf97" providerId="LiveId" clId="{2F71A835-CF56-4015-B9CA-EBB43390B234}" dt="2024-07-18T12:29:56.228" v="1033" actId="478"/>
          <ac:cxnSpMkLst>
            <pc:docMk/>
            <pc:sldMk cId="942069452" sldId="280"/>
            <ac:cxnSpMk id="116" creationId="{735F2BF1-C6B8-AE5E-FF48-02134FF63963}"/>
          </ac:cxnSpMkLst>
        </pc:cxnChg>
      </pc:sldChg>
      <pc:sldChg chg="addSp delSp modSp add mod ord">
        <pc:chgData name="adilton junio" userId="66b3fade76ecdf97" providerId="LiveId" clId="{2F71A835-CF56-4015-B9CA-EBB43390B234}" dt="2024-07-18T13:45:50.731" v="2115" actId="6549"/>
        <pc:sldMkLst>
          <pc:docMk/>
          <pc:sldMk cId="2053630702" sldId="281"/>
        </pc:sldMkLst>
        <pc:spChg chg="add del mod">
          <ac:chgData name="adilton junio" userId="66b3fade76ecdf97" providerId="LiveId" clId="{2F71A835-CF56-4015-B9CA-EBB43390B234}" dt="2024-07-18T13:22:09.250" v="1688" actId="478"/>
          <ac:spMkLst>
            <pc:docMk/>
            <pc:sldMk cId="2053630702" sldId="281"/>
            <ac:spMk id="2" creationId="{FCFE55CC-BFDF-5B77-C526-485B5690665D}"/>
          </ac:spMkLst>
        </pc:spChg>
        <pc:spChg chg="add mod topLvl">
          <ac:chgData name="adilton junio" userId="66b3fade76ecdf97" providerId="LiveId" clId="{2F71A835-CF56-4015-B9CA-EBB43390B234}" dt="2024-07-18T13:40:37.975" v="1986" actId="1036"/>
          <ac:spMkLst>
            <pc:docMk/>
            <pc:sldMk cId="2053630702" sldId="281"/>
            <ac:spMk id="3" creationId="{FC7BF6EB-E00D-7E0D-3F84-3147A5BB41DE}"/>
          </ac:spMkLst>
        </pc:spChg>
        <pc:spChg chg="mod">
          <ac:chgData name="adilton junio" userId="66b3fade76ecdf97" providerId="LiveId" clId="{2F71A835-CF56-4015-B9CA-EBB43390B234}" dt="2024-07-18T13:40:18.405" v="1979" actId="1038"/>
          <ac:spMkLst>
            <pc:docMk/>
            <pc:sldMk cId="2053630702" sldId="281"/>
            <ac:spMk id="9" creationId="{6712AAAE-5D61-5AD9-F1A7-A27ACC47ED61}"/>
          </ac:spMkLst>
        </pc:spChg>
        <pc:spChg chg="add mod topLvl">
          <ac:chgData name="adilton junio" userId="66b3fade76ecdf97" providerId="LiveId" clId="{2F71A835-CF56-4015-B9CA-EBB43390B234}" dt="2024-07-18T13:40:37.975" v="1986" actId="1036"/>
          <ac:spMkLst>
            <pc:docMk/>
            <pc:sldMk cId="2053630702" sldId="281"/>
            <ac:spMk id="10" creationId="{27E47613-2086-8889-2DA3-636737A44255}"/>
          </ac:spMkLst>
        </pc:spChg>
        <pc:spChg chg="add mod topLvl">
          <ac:chgData name="adilton junio" userId="66b3fade76ecdf97" providerId="LiveId" clId="{2F71A835-CF56-4015-B9CA-EBB43390B234}" dt="2024-07-18T13:40:37.975" v="1986" actId="1036"/>
          <ac:spMkLst>
            <pc:docMk/>
            <pc:sldMk cId="2053630702" sldId="281"/>
            <ac:spMk id="11" creationId="{E9DD0510-2C0C-9065-7A68-228BD95F2AB2}"/>
          </ac:spMkLst>
        </pc:spChg>
        <pc:spChg chg="add mod topLvl">
          <ac:chgData name="adilton junio" userId="66b3fade76ecdf97" providerId="LiveId" clId="{2F71A835-CF56-4015-B9CA-EBB43390B234}" dt="2024-07-18T13:40:37.975" v="1986" actId="1036"/>
          <ac:spMkLst>
            <pc:docMk/>
            <pc:sldMk cId="2053630702" sldId="281"/>
            <ac:spMk id="12" creationId="{E8174C7E-53F8-CB03-B52A-3A7136E340D3}"/>
          </ac:spMkLst>
        </pc:spChg>
        <pc:spChg chg="del mod">
          <ac:chgData name="adilton junio" userId="66b3fade76ecdf97" providerId="LiveId" clId="{2F71A835-CF56-4015-B9CA-EBB43390B234}" dt="2024-07-18T13:17:19.486" v="1563" actId="478"/>
          <ac:spMkLst>
            <pc:docMk/>
            <pc:sldMk cId="2053630702" sldId="281"/>
            <ac:spMk id="14" creationId="{94D5144B-E0E6-8D48-55E3-0B5A16C49B15}"/>
          </ac:spMkLst>
        </pc:spChg>
        <pc:spChg chg="add mod topLvl">
          <ac:chgData name="adilton junio" userId="66b3fade76ecdf97" providerId="LiveId" clId="{2F71A835-CF56-4015-B9CA-EBB43390B234}" dt="2024-07-18T13:40:37.975" v="1986" actId="1036"/>
          <ac:spMkLst>
            <pc:docMk/>
            <pc:sldMk cId="2053630702" sldId="281"/>
            <ac:spMk id="15" creationId="{86092138-BD00-A438-4A5E-61F36D663977}"/>
          </ac:spMkLst>
        </pc:spChg>
        <pc:spChg chg="add mod topLvl">
          <ac:chgData name="adilton junio" userId="66b3fade76ecdf97" providerId="LiveId" clId="{2F71A835-CF56-4015-B9CA-EBB43390B234}" dt="2024-07-18T13:40:37.975" v="1986" actId="1036"/>
          <ac:spMkLst>
            <pc:docMk/>
            <pc:sldMk cId="2053630702" sldId="281"/>
            <ac:spMk id="16" creationId="{6616F89B-4506-6B3F-79BB-044E327DC70B}"/>
          </ac:spMkLst>
        </pc:spChg>
        <pc:spChg chg="add mod topLvl">
          <ac:chgData name="adilton junio" userId="66b3fade76ecdf97" providerId="LiveId" clId="{2F71A835-CF56-4015-B9CA-EBB43390B234}" dt="2024-07-18T13:40:37.975" v="1986" actId="1036"/>
          <ac:spMkLst>
            <pc:docMk/>
            <pc:sldMk cId="2053630702" sldId="281"/>
            <ac:spMk id="18" creationId="{415B0D8E-C1BD-B522-EC7F-7F1954A89333}"/>
          </ac:spMkLst>
        </pc:spChg>
        <pc:spChg chg="add mod topLvl">
          <ac:chgData name="adilton junio" userId="66b3fade76ecdf97" providerId="LiveId" clId="{2F71A835-CF56-4015-B9CA-EBB43390B234}" dt="2024-07-18T13:40:37.975" v="1986" actId="1036"/>
          <ac:spMkLst>
            <pc:docMk/>
            <pc:sldMk cId="2053630702" sldId="281"/>
            <ac:spMk id="19" creationId="{353D303B-B035-D8BA-8D64-E4E682F56D3B}"/>
          </ac:spMkLst>
        </pc:spChg>
        <pc:spChg chg="add mod topLvl">
          <ac:chgData name="adilton junio" userId="66b3fade76ecdf97" providerId="LiveId" clId="{2F71A835-CF56-4015-B9CA-EBB43390B234}" dt="2024-07-18T13:40:37.975" v="1986" actId="1036"/>
          <ac:spMkLst>
            <pc:docMk/>
            <pc:sldMk cId="2053630702" sldId="281"/>
            <ac:spMk id="20" creationId="{9A43987F-E7D5-225D-1A27-E0B450B9249F}"/>
          </ac:spMkLst>
        </pc:spChg>
        <pc:spChg chg="del">
          <ac:chgData name="adilton junio" userId="66b3fade76ecdf97" providerId="LiveId" clId="{2F71A835-CF56-4015-B9CA-EBB43390B234}" dt="2024-07-18T12:50:41.329" v="1072" actId="478"/>
          <ac:spMkLst>
            <pc:docMk/>
            <pc:sldMk cId="2053630702" sldId="281"/>
            <ac:spMk id="22" creationId="{2E681D8B-2D12-8F34-236D-10DDFFEEBD4E}"/>
          </ac:spMkLst>
        </pc:spChg>
        <pc:spChg chg="del mod">
          <ac:chgData name="adilton junio" userId="66b3fade76ecdf97" providerId="LiveId" clId="{2F71A835-CF56-4015-B9CA-EBB43390B234}" dt="2024-07-18T13:13:55.131" v="1539" actId="478"/>
          <ac:spMkLst>
            <pc:docMk/>
            <pc:sldMk cId="2053630702" sldId="281"/>
            <ac:spMk id="23" creationId="{B24280F9-EB39-F074-6E63-8C7D3C8875A2}"/>
          </ac:spMkLst>
        </pc:spChg>
        <pc:spChg chg="del mod">
          <ac:chgData name="adilton junio" userId="66b3fade76ecdf97" providerId="LiveId" clId="{2F71A835-CF56-4015-B9CA-EBB43390B234}" dt="2024-07-18T13:13:56.375" v="1540" actId="478"/>
          <ac:spMkLst>
            <pc:docMk/>
            <pc:sldMk cId="2053630702" sldId="281"/>
            <ac:spMk id="24" creationId="{90D32FCC-9584-B139-A613-4ABFA69CAFD5}"/>
          </ac:spMkLst>
        </pc:spChg>
        <pc:spChg chg="del mod">
          <ac:chgData name="adilton junio" userId="66b3fade76ecdf97" providerId="LiveId" clId="{2F71A835-CF56-4015-B9CA-EBB43390B234}" dt="2024-07-18T13:13:58.365" v="1541" actId="478"/>
          <ac:spMkLst>
            <pc:docMk/>
            <pc:sldMk cId="2053630702" sldId="281"/>
            <ac:spMk id="25" creationId="{0CB5022C-A688-733F-44D9-60BAA37CE597}"/>
          </ac:spMkLst>
        </pc:spChg>
        <pc:spChg chg="del mod">
          <ac:chgData name="adilton junio" userId="66b3fade76ecdf97" providerId="LiveId" clId="{2F71A835-CF56-4015-B9CA-EBB43390B234}" dt="2024-07-18T13:17:19.486" v="1563" actId="478"/>
          <ac:spMkLst>
            <pc:docMk/>
            <pc:sldMk cId="2053630702" sldId="281"/>
            <ac:spMk id="26" creationId="{3249032C-AFD4-E5EC-9AED-73A0B0E1E087}"/>
          </ac:spMkLst>
        </pc:spChg>
        <pc:spChg chg="del mod">
          <ac:chgData name="adilton junio" userId="66b3fade76ecdf97" providerId="LiveId" clId="{2F71A835-CF56-4015-B9CA-EBB43390B234}" dt="2024-07-18T13:17:19.486" v="1563" actId="478"/>
          <ac:spMkLst>
            <pc:docMk/>
            <pc:sldMk cId="2053630702" sldId="281"/>
            <ac:spMk id="39" creationId="{722828E4-8B91-0A39-CDD0-DC9E056B71E6}"/>
          </ac:spMkLst>
        </pc:spChg>
        <pc:spChg chg="del mod">
          <ac:chgData name="adilton junio" userId="66b3fade76ecdf97" providerId="LiveId" clId="{2F71A835-CF56-4015-B9CA-EBB43390B234}" dt="2024-07-18T13:17:19.486" v="1563" actId="478"/>
          <ac:spMkLst>
            <pc:docMk/>
            <pc:sldMk cId="2053630702" sldId="281"/>
            <ac:spMk id="42" creationId="{0220C587-7538-B23F-245C-2DFF839669C3}"/>
          </ac:spMkLst>
        </pc:spChg>
        <pc:spChg chg="del mod">
          <ac:chgData name="adilton junio" userId="66b3fade76ecdf97" providerId="LiveId" clId="{2F71A835-CF56-4015-B9CA-EBB43390B234}" dt="2024-07-18T13:17:19.486" v="1563" actId="478"/>
          <ac:spMkLst>
            <pc:docMk/>
            <pc:sldMk cId="2053630702" sldId="281"/>
            <ac:spMk id="43" creationId="{2131EC99-1D04-0D88-502E-04CBF261A5A7}"/>
          </ac:spMkLst>
        </pc:spChg>
        <pc:spChg chg="del mod">
          <ac:chgData name="adilton junio" userId="66b3fade76ecdf97" providerId="LiveId" clId="{2F71A835-CF56-4015-B9CA-EBB43390B234}" dt="2024-07-18T13:17:19.486" v="1563" actId="478"/>
          <ac:spMkLst>
            <pc:docMk/>
            <pc:sldMk cId="2053630702" sldId="281"/>
            <ac:spMk id="44" creationId="{1F45A3DF-0A88-4A87-4A97-268249D1CA97}"/>
          </ac:spMkLst>
        </pc:spChg>
        <pc:spChg chg="mod topLvl">
          <ac:chgData name="adilton junio" userId="66b3fade76ecdf97" providerId="LiveId" clId="{2F71A835-CF56-4015-B9CA-EBB43390B234}" dt="2024-07-18T13:40:37.975" v="1986" actId="1036"/>
          <ac:spMkLst>
            <pc:docMk/>
            <pc:sldMk cId="2053630702" sldId="281"/>
            <ac:spMk id="46" creationId="{0BA273BB-12B4-7B2D-3C3B-88DA6761AE3A}"/>
          </ac:spMkLst>
        </pc:spChg>
        <pc:spChg chg="mod">
          <ac:chgData name="adilton junio" userId="66b3fade76ecdf97" providerId="LiveId" clId="{2F71A835-CF56-4015-B9CA-EBB43390B234}" dt="2024-07-18T13:21:28.531" v="1683" actId="165"/>
          <ac:spMkLst>
            <pc:docMk/>
            <pc:sldMk cId="2053630702" sldId="281"/>
            <ac:spMk id="47" creationId="{30BF2A5A-E417-A2CB-CF9D-188CA28D7A80}"/>
          </ac:spMkLst>
        </pc:spChg>
        <pc:spChg chg="mod">
          <ac:chgData name="adilton junio" userId="66b3fade76ecdf97" providerId="LiveId" clId="{2F71A835-CF56-4015-B9CA-EBB43390B234}" dt="2024-07-18T13:21:28.531" v="1683" actId="165"/>
          <ac:spMkLst>
            <pc:docMk/>
            <pc:sldMk cId="2053630702" sldId="281"/>
            <ac:spMk id="48" creationId="{2EAD996B-0C1D-1A5D-85B1-1EAEB91413A7}"/>
          </ac:spMkLst>
        </pc:spChg>
        <pc:spChg chg="add mod">
          <ac:chgData name="adilton junio" userId="66b3fade76ecdf97" providerId="LiveId" clId="{2F71A835-CF56-4015-B9CA-EBB43390B234}" dt="2024-07-18T13:39:57.765" v="1960" actId="403"/>
          <ac:spMkLst>
            <pc:docMk/>
            <pc:sldMk cId="2053630702" sldId="281"/>
            <ac:spMk id="49" creationId="{7833B820-66DA-0E80-515E-776DEEE75A05}"/>
          </ac:spMkLst>
        </pc:spChg>
        <pc:spChg chg="add mod">
          <ac:chgData name="adilton junio" userId="66b3fade76ecdf97" providerId="LiveId" clId="{2F71A835-CF56-4015-B9CA-EBB43390B234}" dt="2024-07-18T13:41:53.511" v="1997" actId="1076"/>
          <ac:spMkLst>
            <pc:docMk/>
            <pc:sldMk cId="2053630702" sldId="281"/>
            <ac:spMk id="51" creationId="{FD2E8E22-5ACF-60C9-B288-082EC6251E00}"/>
          </ac:spMkLst>
        </pc:spChg>
        <pc:spChg chg="add mod">
          <ac:chgData name="adilton junio" userId="66b3fade76ecdf97" providerId="LiveId" clId="{2F71A835-CF56-4015-B9CA-EBB43390B234}" dt="2024-07-18T13:39:57.765" v="1960" actId="403"/>
          <ac:spMkLst>
            <pc:docMk/>
            <pc:sldMk cId="2053630702" sldId="281"/>
            <ac:spMk id="52" creationId="{33B7D2AA-991A-4A16-DA0F-A33EFF635AF9}"/>
          </ac:spMkLst>
        </pc:spChg>
        <pc:spChg chg="add mod">
          <ac:chgData name="adilton junio" userId="66b3fade76ecdf97" providerId="LiveId" clId="{2F71A835-CF56-4015-B9CA-EBB43390B234}" dt="2024-07-18T13:40:37.975" v="1986" actId="1036"/>
          <ac:spMkLst>
            <pc:docMk/>
            <pc:sldMk cId="2053630702" sldId="281"/>
            <ac:spMk id="53" creationId="{9D306FAD-7E02-104C-B79C-EDB6ACFE4449}"/>
          </ac:spMkLst>
        </pc:spChg>
        <pc:spChg chg="add mod">
          <ac:chgData name="adilton junio" userId="66b3fade76ecdf97" providerId="LiveId" clId="{2F71A835-CF56-4015-B9CA-EBB43390B234}" dt="2024-07-18T13:45:50.731" v="2115" actId="6549"/>
          <ac:spMkLst>
            <pc:docMk/>
            <pc:sldMk cId="2053630702" sldId="281"/>
            <ac:spMk id="55" creationId="{C2302AC0-7CB1-AE7D-F5C3-CB69EA242456}"/>
          </ac:spMkLst>
        </pc:spChg>
        <pc:spChg chg="add mod">
          <ac:chgData name="adilton junio" userId="66b3fade76ecdf97" providerId="LiveId" clId="{2F71A835-CF56-4015-B9CA-EBB43390B234}" dt="2024-07-18T13:40:48.605" v="1989" actId="20577"/>
          <ac:spMkLst>
            <pc:docMk/>
            <pc:sldMk cId="2053630702" sldId="281"/>
            <ac:spMk id="58" creationId="{55C1FAED-F330-68C9-DD31-83A89821F693}"/>
          </ac:spMkLst>
        </pc:spChg>
        <pc:spChg chg="del mod">
          <ac:chgData name="adilton junio" userId="66b3fade76ecdf97" providerId="LiveId" clId="{2F71A835-CF56-4015-B9CA-EBB43390B234}" dt="2024-07-18T13:17:19.486" v="1563" actId="478"/>
          <ac:spMkLst>
            <pc:docMk/>
            <pc:sldMk cId="2053630702" sldId="281"/>
            <ac:spMk id="60" creationId="{8367181B-B174-7222-9059-AD9CC7B667D9}"/>
          </ac:spMkLst>
        </pc:spChg>
        <pc:spChg chg="mod">
          <ac:chgData name="adilton junio" userId="66b3fade76ecdf97" providerId="LiveId" clId="{2F71A835-CF56-4015-B9CA-EBB43390B234}" dt="2024-07-18T13:43:06.820" v="2029" actId="1036"/>
          <ac:spMkLst>
            <pc:docMk/>
            <pc:sldMk cId="2053630702" sldId="281"/>
            <ac:spMk id="69" creationId="{FC60B356-1ADE-381F-211A-58EAAC72A0C0}"/>
          </ac:spMkLst>
        </pc:spChg>
        <pc:spChg chg="mod">
          <ac:chgData name="adilton junio" userId="66b3fade76ecdf97" providerId="LiveId" clId="{2F71A835-CF56-4015-B9CA-EBB43390B234}" dt="2024-07-18T13:43:58.061" v="2050" actId="1036"/>
          <ac:spMkLst>
            <pc:docMk/>
            <pc:sldMk cId="2053630702" sldId="281"/>
            <ac:spMk id="72" creationId="{2B2252D7-BDB0-0800-4153-D51498FB71FE}"/>
          </ac:spMkLst>
        </pc:spChg>
        <pc:spChg chg="mod">
          <ac:chgData name="adilton junio" userId="66b3fade76ecdf97" providerId="LiveId" clId="{2F71A835-CF56-4015-B9CA-EBB43390B234}" dt="2024-07-18T13:44:58.951" v="2063" actId="14100"/>
          <ac:spMkLst>
            <pc:docMk/>
            <pc:sldMk cId="2053630702" sldId="281"/>
            <ac:spMk id="73" creationId="{65843819-16A7-23E6-11AF-74F186A3000C}"/>
          </ac:spMkLst>
        </pc:spChg>
        <pc:spChg chg="del">
          <ac:chgData name="adilton junio" userId="66b3fade76ecdf97" providerId="LiveId" clId="{2F71A835-CF56-4015-B9CA-EBB43390B234}" dt="2024-07-18T13:12:10.065" v="1468" actId="478"/>
          <ac:spMkLst>
            <pc:docMk/>
            <pc:sldMk cId="2053630702" sldId="281"/>
            <ac:spMk id="74" creationId="{70751F3A-EE5D-6903-6D46-1FBEB1F8DE30}"/>
          </ac:spMkLst>
        </pc:spChg>
        <pc:spChg chg="mod">
          <ac:chgData name="adilton junio" userId="66b3fade76ecdf97" providerId="LiveId" clId="{2F71A835-CF56-4015-B9CA-EBB43390B234}" dt="2024-07-18T12:40:43.255" v="1048" actId="20577"/>
          <ac:spMkLst>
            <pc:docMk/>
            <pc:sldMk cId="2053630702" sldId="281"/>
            <ac:spMk id="92" creationId="{389AD4BA-DE4A-1658-2487-F94C2EEF6666}"/>
          </ac:spMkLst>
        </pc:spChg>
        <pc:grpChg chg="add del mod">
          <ac:chgData name="adilton junio" userId="66b3fade76ecdf97" providerId="LiveId" clId="{2F71A835-CF56-4015-B9CA-EBB43390B234}" dt="2024-07-18T13:23:21.217" v="1690" actId="165"/>
          <ac:grpSpMkLst>
            <pc:docMk/>
            <pc:sldMk cId="2053630702" sldId="281"/>
            <ac:grpSpMk id="21" creationId="{ED4E6F16-3E03-C614-FB1F-E5D839C20AA4}"/>
          </ac:grpSpMkLst>
        </pc:grpChg>
        <pc:grpChg chg="add del mod">
          <ac:chgData name="adilton junio" userId="66b3fade76ecdf97" providerId="LiveId" clId="{2F71A835-CF56-4015-B9CA-EBB43390B234}" dt="2024-07-18T13:21:28.531" v="1683" actId="165"/>
          <ac:grpSpMkLst>
            <pc:docMk/>
            <pc:sldMk cId="2053630702" sldId="281"/>
            <ac:grpSpMk id="28" creationId="{4027F40A-81B7-224A-373A-F6E101B0114C}"/>
          </ac:grpSpMkLst>
        </pc:grpChg>
        <pc:grpChg chg="mod topLvl">
          <ac:chgData name="adilton junio" userId="66b3fade76ecdf97" providerId="LiveId" clId="{2F71A835-CF56-4015-B9CA-EBB43390B234}" dt="2024-07-18T13:40:37.975" v="1986" actId="1036"/>
          <ac:grpSpMkLst>
            <pc:docMk/>
            <pc:sldMk cId="2053630702" sldId="281"/>
            <ac:grpSpMk id="34" creationId="{AEEF91CA-45FB-D1F1-080F-8302C4AF77B5}"/>
          </ac:grpSpMkLst>
        </pc:grpChg>
        <pc:grpChg chg="del mod">
          <ac:chgData name="adilton junio" userId="66b3fade76ecdf97" providerId="LiveId" clId="{2F71A835-CF56-4015-B9CA-EBB43390B234}" dt="2024-07-18T13:17:19.486" v="1563" actId="478"/>
          <ac:grpSpMkLst>
            <pc:docMk/>
            <pc:sldMk cId="2053630702" sldId="281"/>
            <ac:grpSpMk id="36" creationId="{8B61572D-4DAE-FEF2-F897-F074964BFA5C}"/>
          </ac:grpSpMkLst>
        </pc:grpChg>
        <pc:grpChg chg="del mod">
          <ac:chgData name="adilton junio" userId="66b3fade76ecdf97" providerId="LiveId" clId="{2F71A835-CF56-4015-B9CA-EBB43390B234}" dt="2024-07-18T13:17:19.486" v="1563" actId="478"/>
          <ac:grpSpMkLst>
            <pc:docMk/>
            <pc:sldMk cId="2053630702" sldId="281"/>
            <ac:grpSpMk id="57" creationId="{1EACEB1E-8569-0ADF-A8AF-4D5D62DB2487}"/>
          </ac:grpSpMkLst>
        </pc:grpChg>
        <pc:grpChg chg="del mod">
          <ac:chgData name="adilton junio" userId="66b3fade76ecdf97" providerId="LiveId" clId="{2F71A835-CF56-4015-B9CA-EBB43390B234}" dt="2024-07-18T13:17:19.486" v="1563" actId="478"/>
          <ac:grpSpMkLst>
            <pc:docMk/>
            <pc:sldMk cId="2053630702" sldId="281"/>
            <ac:grpSpMk id="59" creationId="{EA77A0B7-2E7F-36CC-53CB-59515E22ED8F}"/>
          </ac:grpSpMkLst>
        </pc:grpChg>
        <pc:grpChg chg="del mod">
          <ac:chgData name="adilton junio" userId="66b3fade76ecdf97" providerId="LiveId" clId="{2F71A835-CF56-4015-B9CA-EBB43390B234}" dt="2024-07-18T13:17:19.486" v="1563" actId="478"/>
          <ac:grpSpMkLst>
            <pc:docMk/>
            <pc:sldMk cId="2053630702" sldId="281"/>
            <ac:grpSpMk id="64" creationId="{20ED0C21-A564-8B2B-7F3E-561F7B10F9B6}"/>
          </ac:grpSpMkLst>
        </pc:grpChg>
        <pc:cxnChg chg="add mod topLvl">
          <ac:chgData name="adilton junio" userId="66b3fade76ecdf97" providerId="LiveId" clId="{2F71A835-CF56-4015-B9CA-EBB43390B234}" dt="2024-07-18T13:40:37.975" v="1986" actId="1036"/>
          <ac:cxnSpMkLst>
            <pc:docMk/>
            <pc:sldMk cId="2053630702" sldId="281"/>
            <ac:cxnSpMk id="5" creationId="{54F71E4B-75EB-F637-034E-CAB06CB4CE21}"/>
          </ac:cxnSpMkLst>
        </pc:cxnChg>
        <pc:cxnChg chg="add mod topLvl">
          <ac:chgData name="adilton junio" userId="66b3fade76ecdf97" providerId="LiveId" clId="{2F71A835-CF56-4015-B9CA-EBB43390B234}" dt="2024-07-18T13:40:37.975" v="1986" actId="1036"/>
          <ac:cxnSpMkLst>
            <pc:docMk/>
            <pc:sldMk cId="2053630702" sldId="281"/>
            <ac:cxnSpMk id="7" creationId="{8C19D695-CCF3-5C67-A0D8-DF1B321042AE}"/>
          </ac:cxnSpMkLst>
        </pc:cxnChg>
        <pc:cxnChg chg="add mod topLvl">
          <ac:chgData name="adilton junio" userId="66b3fade76ecdf97" providerId="LiveId" clId="{2F71A835-CF56-4015-B9CA-EBB43390B234}" dt="2024-07-18T13:40:37.975" v="1986" actId="1036"/>
          <ac:cxnSpMkLst>
            <pc:docMk/>
            <pc:sldMk cId="2053630702" sldId="281"/>
            <ac:cxnSpMk id="13" creationId="{77C55F1C-5BD5-DF76-2F5F-1ED7DF903812}"/>
          </ac:cxnSpMkLst>
        </pc:cxnChg>
        <pc:cxnChg chg="add mod topLvl">
          <ac:chgData name="adilton junio" userId="66b3fade76ecdf97" providerId="LiveId" clId="{2F71A835-CF56-4015-B9CA-EBB43390B234}" dt="2024-07-18T13:40:37.975" v="1986" actId="1036"/>
          <ac:cxnSpMkLst>
            <pc:docMk/>
            <pc:sldMk cId="2053630702" sldId="281"/>
            <ac:cxnSpMk id="17" creationId="{8F91AF59-2EF3-64DF-7896-03F59E9EA565}"/>
          </ac:cxnSpMkLst>
        </pc:cxnChg>
        <pc:cxnChg chg="del mod">
          <ac:chgData name="adilton junio" userId="66b3fade76ecdf97" providerId="LiveId" clId="{2F71A835-CF56-4015-B9CA-EBB43390B234}" dt="2024-07-18T13:17:19.486" v="1563" actId="478"/>
          <ac:cxnSpMkLst>
            <pc:docMk/>
            <pc:sldMk cId="2053630702" sldId="281"/>
            <ac:cxnSpMk id="45" creationId="{4B976358-D9FD-1545-5FF0-AF658E00DA3B}"/>
          </ac:cxnSpMkLst>
        </pc:cxnChg>
        <pc:cxnChg chg="del mod">
          <ac:chgData name="adilton junio" userId="66b3fade76ecdf97" providerId="LiveId" clId="{2F71A835-CF56-4015-B9CA-EBB43390B234}" dt="2024-07-18T13:17:19.486" v="1563" actId="478"/>
          <ac:cxnSpMkLst>
            <pc:docMk/>
            <pc:sldMk cId="2053630702" sldId="281"/>
            <ac:cxnSpMk id="50" creationId="{9533CE13-CCBA-C2A4-A9E6-EC5F30E5C72A}"/>
          </ac:cxnSpMkLst>
        </pc:cxnChg>
      </pc:sldChg>
    </pc:docChg>
  </pc:docChgLst>
  <pc:docChgLst>
    <pc:chgData name="adilton junio" userId="66b3fade76ecdf97" providerId="LiveId" clId="{F3496230-9008-429C-AE45-C6C5CB853630}"/>
    <pc:docChg chg="undo custSel addSld modSld sldOrd">
      <pc:chgData name="adilton junio" userId="66b3fade76ecdf97" providerId="LiveId" clId="{F3496230-9008-429C-AE45-C6C5CB853630}" dt="2024-07-16T14:44:37.893" v="342"/>
      <pc:docMkLst>
        <pc:docMk/>
      </pc:docMkLst>
      <pc:sldChg chg="delSp mod">
        <pc:chgData name="adilton junio" userId="66b3fade76ecdf97" providerId="LiveId" clId="{F3496230-9008-429C-AE45-C6C5CB853630}" dt="2024-07-16T14:43:21.901" v="256" actId="21"/>
        <pc:sldMkLst>
          <pc:docMk/>
          <pc:sldMk cId="519801105" sldId="265"/>
        </pc:sldMkLst>
        <pc:grpChg chg="del">
          <ac:chgData name="adilton junio" userId="66b3fade76ecdf97" providerId="LiveId" clId="{F3496230-9008-429C-AE45-C6C5CB853630}" dt="2024-07-16T14:43:21.901" v="256" actId="21"/>
          <ac:grpSpMkLst>
            <pc:docMk/>
            <pc:sldMk cId="519801105" sldId="265"/>
            <ac:grpSpMk id="13" creationId="{33D1CCA9-C701-8F48-AB0F-762A7BC6A610}"/>
          </ac:grpSpMkLst>
        </pc:grpChg>
      </pc:sldChg>
      <pc:sldChg chg="addSp delSp modSp new mod ord">
        <pc:chgData name="adilton junio" userId="66b3fade76ecdf97" providerId="LiveId" clId="{F3496230-9008-429C-AE45-C6C5CB853630}" dt="2024-07-16T14:03:47.822" v="152" actId="6549"/>
        <pc:sldMkLst>
          <pc:docMk/>
          <pc:sldMk cId="2638793871" sldId="266"/>
        </pc:sldMkLst>
        <pc:spChg chg="del">
          <ac:chgData name="adilton junio" userId="66b3fade76ecdf97" providerId="LiveId" clId="{F3496230-9008-429C-AE45-C6C5CB853630}" dt="2024-07-16T13:53:01.168" v="4" actId="478"/>
          <ac:spMkLst>
            <pc:docMk/>
            <pc:sldMk cId="2638793871" sldId="266"/>
            <ac:spMk id="2" creationId="{EC663550-2C37-262B-E2BA-425D09DD29BE}"/>
          </ac:spMkLst>
        </pc:spChg>
        <pc:spChg chg="del">
          <ac:chgData name="adilton junio" userId="66b3fade76ecdf97" providerId="LiveId" clId="{F3496230-9008-429C-AE45-C6C5CB853630}" dt="2024-07-16T13:53:00.720" v="3" actId="478"/>
          <ac:spMkLst>
            <pc:docMk/>
            <pc:sldMk cId="2638793871" sldId="266"/>
            <ac:spMk id="3" creationId="{1AD2B9FB-4802-4379-54C2-F10B9C380F18}"/>
          </ac:spMkLst>
        </pc:spChg>
        <pc:spChg chg="add mod">
          <ac:chgData name="adilton junio" userId="66b3fade76ecdf97" providerId="LiveId" clId="{F3496230-9008-429C-AE45-C6C5CB853630}" dt="2024-07-16T14:03:47.822" v="152" actId="6549"/>
          <ac:spMkLst>
            <pc:docMk/>
            <pc:sldMk cId="2638793871" sldId="266"/>
            <ac:spMk id="7" creationId="{31D06EC5-8553-0F5A-D878-AF0600CAF2F8}"/>
          </ac:spMkLst>
        </pc:spChg>
        <pc:picChg chg="add mod">
          <ac:chgData name="adilton junio" userId="66b3fade76ecdf97" providerId="LiveId" clId="{F3496230-9008-429C-AE45-C6C5CB853630}" dt="2024-07-16T13:53:21.898" v="7" actId="962"/>
          <ac:picMkLst>
            <pc:docMk/>
            <pc:sldMk cId="2638793871" sldId="266"/>
            <ac:picMk id="5" creationId="{0BE23913-79BD-9474-5788-E7ED9ADC8697}"/>
          </ac:picMkLst>
        </pc:picChg>
      </pc:sldChg>
      <pc:sldChg chg="addSp delSp modSp new mod">
        <pc:chgData name="adilton junio" userId="66b3fade76ecdf97" providerId="LiveId" clId="{F3496230-9008-429C-AE45-C6C5CB853630}" dt="2024-07-16T14:11:27.679" v="243"/>
        <pc:sldMkLst>
          <pc:docMk/>
          <pc:sldMk cId="617235767" sldId="267"/>
        </pc:sldMkLst>
        <pc:spChg chg="del">
          <ac:chgData name="adilton junio" userId="66b3fade76ecdf97" providerId="LiveId" clId="{F3496230-9008-429C-AE45-C6C5CB853630}" dt="2024-07-16T13:58:29.645" v="97" actId="478"/>
          <ac:spMkLst>
            <pc:docMk/>
            <pc:sldMk cId="617235767" sldId="267"/>
            <ac:spMk id="2" creationId="{3EAFEF55-6DBE-41CE-4D49-D286333910B3}"/>
          </ac:spMkLst>
        </pc:spChg>
        <pc:spChg chg="del">
          <ac:chgData name="adilton junio" userId="66b3fade76ecdf97" providerId="LiveId" clId="{F3496230-9008-429C-AE45-C6C5CB853630}" dt="2024-07-16T13:58:28.700" v="96" actId="478"/>
          <ac:spMkLst>
            <pc:docMk/>
            <pc:sldMk cId="617235767" sldId="267"/>
            <ac:spMk id="3" creationId="{2F1B6BAA-CEC8-4A63-340D-E7E12F3C5DF7}"/>
          </ac:spMkLst>
        </pc:spChg>
        <pc:spChg chg="add mod">
          <ac:chgData name="adilton junio" userId="66b3fade76ecdf97" providerId="LiveId" clId="{F3496230-9008-429C-AE45-C6C5CB853630}" dt="2024-07-16T13:58:59.977" v="102" actId="14100"/>
          <ac:spMkLst>
            <pc:docMk/>
            <pc:sldMk cId="617235767" sldId="267"/>
            <ac:spMk id="4" creationId="{310BE2A7-F3D2-24C6-A415-EA4964A8FD02}"/>
          </ac:spMkLst>
        </pc:spChg>
        <pc:spChg chg="add del mod">
          <ac:chgData name="adilton junio" userId="66b3fade76ecdf97" providerId="LiveId" clId="{F3496230-9008-429C-AE45-C6C5CB853630}" dt="2024-07-16T14:04:21.938" v="153" actId="478"/>
          <ac:spMkLst>
            <pc:docMk/>
            <pc:sldMk cId="617235767" sldId="267"/>
            <ac:spMk id="7" creationId="{384F6631-5697-D248-56FF-E17C463D8543}"/>
          </ac:spMkLst>
        </pc:spChg>
        <pc:spChg chg="add mod">
          <ac:chgData name="adilton junio" userId="66b3fade76ecdf97" providerId="LiveId" clId="{F3496230-9008-429C-AE45-C6C5CB853630}" dt="2024-07-16T14:02:57.186" v="148" actId="1076"/>
          <ac:spMkLst>
            <pc:docMk/>
            <pc:sldMk cId="617235767" sldId="267"/>
            <ac:spMk id="8" creationId="{9BEF1642-B655-7CAD-CD9D-3570B3E8A5FE}"/>
          </ac:spMkLst>
        </pc:spChg>
        <pc:spChg chg="add mod">
          <ac:chgData name="adilton junio" userId="66b3fade76ecdf97" providerId="LiveId" clId="{F3496230-9008-429C-AE45-C6C5CB853630}" dt="2024-07-16T14:04:26.469" v="154" actId="1076"/>
          <ac:spMkLst>
            <pc:docMk/>
            <pc:sldMk cId="617235767" sldId="267"/>
            <ac:spMk id="9" creationId="{6712AAAE-5D61-5AD9-F1A7-A27ACC47ED61}"/>
          </ac:spMkLst>
        </pc:spChg>
        <pc:spChg chg="mod">
          <ac:chgData name="adilton junio" userId="66b3fade76ecdf97" providerId="LiveId" clId="{F3496230-9008-429C-AE45-C6C5CB853630}" dt="2024-07-16T14:02:13.409" v="137" actId="27803"/>
          <ac:spMkLst>
            <pc:docMk/>
            <pc:sldMk cId="617235767" sldId="267"/>
            <ac:spMk id="11" creationId="{BF2902C4-8A04-4075-9FC3-BA04CA508335}"/>
          </ac:spMkLst>
        </pc:spChg>
        <pc:spChg chg="mod">
          <ac:chgData name="adilton junio" userId="66b3fade76ecdf97" providerId="LiveId" clId="{F3496230-9008-429C-AE45-C6C5CB853630}" dt="2024-07-16T14:02:13.409" v="137" actId="27803"/>
          <ac:spMkLst>
            <pc:docMk/>
            <pc:sldMk cId="617235767" sldId="267"/>
            <ac:spMk id="12" creationId="{B5440BA2-B495-45A3-0411-026721D3C01B}"/>
          </ac:spMkLst>
        </pc:spChg>
        <pc:spChg chg="mod">
          <ac:chgData name="adilton junio" userId="66b3fade76ecdf97" providerId="LiveId" clId="{F3496230-9008-429C-AE45-C6C5CB853630}" dt="2024-07-16T14:02:13.409" v="137" actId="27803"/>
          <ac:spMkLst>
            <pc:docMk/>
            <pc:sldMk cId="617235767" sldId="267"/>
            <ac:spMk id="13" creationId="{F2C1D4B7-6904-40EA-1821-C33BA11FDB0C}"/>
          </ac:spMkLst>
        </pc:spChg>
        <pc:spChg chg="mod">
          <ac:chgData name="adilton junio" userId="66b3fade76ecdf97" providerId="LiveId" clId="{F3496230-9008-429C-AE45-C6C5CB853630}" dt="2024-07-16T14:02:13.409" v="137" actId="27803"/>
          <ac:spMkLst>
            <pc:docMk/>
            <pc:sldMk cId="617235767" sldId="267"/>
            <ac:spMk id="14" creationId="{DC8250C4-3749-5EA9-A0A1-CE36524694BC}"/>
          </ac:spMkLst>
        </pc:spChg>
        <pc:spChg chg="mod">
          <ac:chgData name="adilton junio" userId="66b3fade76ecdf97" providerId="LiveId" clId="{F3496230-9008-429C-AE45-C6C5CB853630}" dt="2024-07-16T14:02:42.025" v="142" actId="1076"/>
          <ac:spMkLst>
            <pc:docMk/>
            <pc:sldMk cId="617235767" sldId="267"/>
            <ac:spMk id="15" creationId="{40531122-E032-C745-4B89-098B622A75FB}"/>
          </ac:spMkLst>
        </pc:spChg>
        <pc:spChg chg="mod">
          <ac:chgData name="adilton junio" userId="66b3fade76ecdf97" providerId="LiveId" clId="{F3496230-9008-429C-AE45-C6C5CB853630}" dt="2024-07-16T14:02:13.409" v="137" actId="27803"/>
          <ac:spMkLst>
            <pc:docMk/>
            <pc:sldMk cId="617235767" sldId="267"/>
            <ac:spMk id="18" creationId="{0239249E-BCB5-F1CE-6C80-4698C28F9180}"/>
          </ac:spMkLst>
        </pc:spChg>
        <pc:spChg chg="mod">
          <ac:chgData name="adilton junio" userId="66b3fade76ecdf97" providerId="LiveId" clId="{F3496230-9008-429C-AE45-C6C5CB853630}" dt="2024-07-16T14:02:13.409" v="137" actId="27803"/>
          <ac:spMkLst>
            <pc:docMk/>
            <pc:sldMk cId="617235767" sldId="267"/>
            <ac:spMk id="19" creationId="{C12EFCF1-B8DC-9E94-B9BC-B3A84DBB7C6C}"/>
          </ac:spMkLst>
        </pc:spChg>
        <pc:spChg chg="mod">
          <ac:chgData name="adilton junio" userId="66b3fade76ecdf97" providerId="LiveId" clId="{F3496230-9008-429C-AE45-C6C5CB853630}" dt="2024-07-16T14:02:13.409" v="137" actId="27803"/>
          <ac:spMkLst>
            <pc:docMk/>
            <pc:sldMk cId="617235767" sldId="267"/>
            <ac:spMk id="20" creationId="{49D53B7A-C37E-F81F-AA55-D6EB0056CF04}"/>
          </ac:spMkLst>
        </pc:spChg>
        <pc:spChg chg="mod">
          <ac:chgData name="adilton junio" userId="66b3fade76ecdf97" providerId="LiveId" clId="{F3496230-9008-429C-AE45-C6C5CB853630}" dt="2024-07-16T14:02:13.409" v="137" actId="27803"/>
          <ac:spMkLst>
            <pc:docMk/>
            <pc:sldMk cId="617235767" sldId="267"/>
            <ac:spMk id="21" creationId="{0F401C2E-EEB9-2308-FF59-7C1D05F0D78E}"/>
          </ac:spMkLst>
        </pc:spChg>
        <pc:spChg chg="mod">
          <ac:chgData name="adilton junio" userId="66b3fade76ecdf97" providerId="LiveId" clId="{F3496230-9008-429C-AE45-C6C5CB853630}" dt="2024-07-16T14:02:13.409" v="137" actId="27803"/>
          <ac:spMkLst>
            <pc:docMk/>
            <pc:sldMk cId="617235767" sldId="267"/>
            <ac:spMk id="22" creationId="{25ECFED2-A829-7DB8-C95F-2707D7152DED}"/>
          </ac:spMkLst>
        </pc:spChg>
        <pc:spChg chg="mod">
          <ac:chgData name="adilton junio" userId="66b3fade76ecdf97" providerId="LiveId" clId="{F3496230-9008-429C-AE45-C6C5CB853630}" dt="2024-07-16T14:02:13.409" v="137" actId="27803"/>
          <ac:spMkLst>
            <pc:docMk/>
            <pc:sldMk cId="617235767" sldId="267"/>
            <ac:spMk id="23" creationId="{421336BA-E4CE-1010-73D5-DB2211448460}"/>
          </ac:spMkLst>
        </pc:spChg>
        <pc:spChg chg="mod">
          <ac:chgData name="adilton junio" userId="66b3fade76ecdf97" providerId="LiveId" clId="{F3496230-9008-429C-AE45-C6C5CB853630}" dt="2024-07-16T14:02:13.409" v="137" actId="27803"/>
          <ac:spMkLst>
            <pc:docMk/>
            <pc:sldMk cId="617235767" sldId="267"/>
            <ac:spMk id="24" creationId="{CBEAED9E-3D8D-7968-5E08-BDC83230C5B8}"/>
          </ac:spMkLst>
        </pc:spChg>
        <pc:spChg chg="mod">
          <ac:chgData name="adilton junio" userId="66b3fade76ecdf97" providerId="LiveId" clId="{F3496230-9008-429C-AE45-C6C5CB853630}" dt="2024-07-16T14:02:13.409" v="137" actId="27803"/>
          <ac:spMkLst>
            <pc:docMk/>
            <pc:sldMk cId="617235767" sldId="267"/>
            <ac:spMk id="25" creationId="{9C912427-B972-FE92-ED96-E8DB4ABFCF60}"/>
          </ac:spMkLst>
        </pc:spChg>
        <pc:spChg chg="mod">
          <ac:chgData name="adilton junio" userId="66b3fade76ecdf97" providerId="LiveId" clId="{F3496230-9008-429C-AE45-C6C5CB853630}" dt="2024-07-16T14:02:13.409" v="137" actId="27803"/>
          <ac:spMkLst>
            <pc:docMk/>
            <pc:sldMk cId="617235767" sldId="267"/>
            <ac:spMk id="26" creationId="{BB4707C3-5840-C6CB-7AD3-4F4C75345781}"/>
          </ac:spMkLst>
        </pc:spChg>
        <pc:spChg chg="mod">
          <ac:chgData name="adilton junio" userId="66b3fade76ecdf97" providerId="LiveId" clId="{F3496230-9008-429C-AE45-C6C5CB853630}" dt="2024-07-16T14:02:13.409" v="137" actId="27803"/>
          <ac:spMkLst>
            <pc:docMk/>
            <pc:sldMk cId="617235767" sldId="267"/>
            <ac:spMk id="27" creationId="{E0614A92-4C36-0ACD-64BC-E6354E8C7FED}"/>
          </ac:spMkLst>
        </pc:spChg>
        <pc:spChg chg="mod">
          <ac:chgData name="adilton junio" userId="66b3fade76ecdf97" providerId="LiveId" clId="{F3496230-9008-429C-AE45-C6C5CB853630}" dt="2024-07-16T14:02:13.409" v="137" actId="27803"/>
          <ac:spMkLst>
            <pc:docMk/>
            <pc:sldMk cId="617235767" sldId="267"/>
            <ac:spMk id="28" creationId="{AB723152-6DB0-5FF1-8783-7128CAA0DDB1}"/>
          </ac:spMkLst>
        </pc:spChg>
        <pc:spChg chg="mod">
          <ac:chgData name="adilton junio" userId="66b3fade76ecdf97" providerId="LiveId" clId="{F3496230-9008-429C-AE45-C6C5CB853630}" dt="2024-07-16T14:02:13.409" v="137" actId="27803"/>
          <ac:spMkLst>
            <pc:docMk/>
            <pc:sldMk cId="617235767" sldId="267"/>
            <ac:spMk id="29" creationId="{55E3CB32-CF8D-2024-53CE-7D040F40B296}"/>
          </ac:spMkLst>
        </pc:spChg>
        <pc:spChg chg="mod">
          <ac:chgData name="adilton junio" userId="66b3fade76ecdf97" providerId="LiveId" clId="{F3496230-9008-429C-AE45-C6C5CB853630}" dt="2024-07-16T14:02:13.409" v="137" actId="27803"/>
          <ac:spMkLst>
            <pc:docMk/>
            <pc:sldMk cId="617235767" sldId="267"/>
            <ac:spMk id="30" creationId="{CD98EE19-48A1-B1A9-531F-9005A70D2FCC}"/>
          </ac:spMkLst>
        </pc:spChg>
        <pc:spChg chg="mod">
          <ac:chgData name="adilton junio" userId="66b3fade76ecdf97" providerId="LiveId" clId="{F3496230-9008-429C-AE45-C6C5CB853630}" dt="2024-07-16T14:02:13.409" v="137" actId="27803"/>
          <ac:spMkLst>
            <pc:docMk/>
            <pc:sldMk cId="617235767" sldId="267"/>
            <ac:spMk id="31" creationId="{09D1F830-6908-B150-203D-89D60E791039}"/>
          </ac:spMkLst>
        </pc:spChg>
        <pc:spChg chg="mod">
          <ac:chgData name="adilton junio" userId="66b3fade76ecdf97" providerId="LiveId" clId="{F3496230-9008-429C-AE45-C6C5CB853630}" dt="2024-07-16T14:02:13.409" v="137" actId="27803"/>
          <ac:spMkLst>
            <pc:docMk/>
            <pc:sldMk cId="617235767" sldId="267"/>
            <ac:spMk id="32" creationId="{5DA1AAEA-E46B-5A4B-DA8D-E987D90D6951}"/>
          </ac:spMkLst>
        </pc:spChg>
        <pc:spChg chg="mod">
          <ac:chgData name="adilton junio" userId="66b3fade76ecdf97" providerId="LiveId" clId="{F3496230-9008-429C-AE45-C6C5CB853630}" dt="2024-07-16T14:02:13.409" v="137" actId="27803"/>
          <ac:spMkLst>
            <pc:docMk/>
            <pc:sldMk cId="617235767" sldId="267"/>
            <ac:spMk id="33" creationId="{970A9208-8571-5A97-063B-BDC43602823A}"/>
          </ac:spMkLst>
        </pc:spChg>
        <pc:spChg chg="mod">
          <ac:chgData name="adilton junio" userId="66b3fade76ecdf97" providerId="LiveId" clId="{F3496230-9008-429C-AE45-C6C5CB853630}" dt="2024-07-16T14:02:13.409" v="137" actId="27803"/>
          <ac:spMkLst>
            <pc:docMk/>
            <pc:sldMk cId="617235767" sldId="267"/>
            <ac:spMk id="34" creationId="{E2F2002B-3830-A896-2C7D-618822A99098}"/>
          </ac:spMkLst>
        </pc:spChg>
        <pc:spChg chg="mod">
          <ac:chgData name="adilton junio" userId="66b3fade76ecdf97" providerId="LiveId" clId="{F3496230-9008-429C-AE45-C6C5CB853630}" dt="2024-07-16T14:02:13.409" v="137" actId="27803"/>
          <ac:spMkLst>
            <pc:docMk/>
            <pc:sldMk cId="617235767" sldId="267"/>
            <ac:spMk id="35" creationId="{447E7501-B89B-16AC-D4E1-41D5C81A6A74}"/>
          </ac:spMkLst>
        </pc:spChg>
        <pc:spChg chg="mod">
          <ac:chgData name="adilton junio" userId="66b3fade76ecdf97" providerId="LiveId" clId="{F3496230-9008-429C-AE45-C6C5CB853630}" dt="2024-07-16T14:02:13.409" v="137" actId="27803"/>
          <ac:spMkLst>
            <pc:docMk/>
            <pc:sldMk cId="617235767" sldId="267"/>
            <ac:spMk id="36" creationId="{E3716BDA-D9B0-05DD-8A55-B51830D8E729}"/>
          </ac:spMkLst>
        </pc:spChg>
        <pc:spChg chg="mod">
          <ac:chgData name="adilton junio" userId="66b3fade76ecdf97" providerId="LiveId" clId="{F3496230-9008-429C-AE45-C6C5CB853630}" dt="2024-07-16T14:02:13.409" v="137" actId="27803"/>
          <ac:spMkLst>
            <pc:docMk/>
            <pc:sldMk cId="617235767" sldId="267"/>
            <ac:spMk id="38" creationId="{BB75EFEB-8B7A-45A3-9990-363B94D6EA08}"/>
          </ac:spMkLst>
        </pc:spChg>
        <pc:spChg chg="mod">
          <ac:chgData name="adilton junio" userId="66b3fade76ecdf97" providerId="LiveId" clId="{F3496230-9008-429C-AE45-C6C5CB853630}" dt="2024-07-16T14:02:13.409" v="137" actId="27803"/>
          <ac:spMkLst>
            <pc:docMk/>
            <pc:sldMk cId="617235767" sldId="267"/>
            <ac:spMk id="39" creationId="{76CE2130-CF19-8A24-E8AE-2ABAD52EFF9B}"/>
          </ac:spMkLst>
        </pc:spChg>
        <pc:spChg chg="mod">
          <ac:chgData name="adilton junio" userId="66b3fade76ecdf97" providerId="LiveId" clId="{F3496230-9008-429C-AE45-C6C5CB853630}" dt="2024-07-16T14:02:13.409" v="137" actId="27803"/>
          <ac:spMkLst>
            <pc:docMk/>
            <pc:sldMk cId="617235767" sldId="267"/>
            <ac:spMk id="40" creationId="{1D0FE968-8A8C-CD48-4F67-89762659D31A}"/>
          </ac:spMkLst>
        </pc:spChg>
        <pc:spChg chg="mod">
          <ac:chgData name="adilton junio" userId="66b3fade76ecdf97" providerId="LiveId" clId="{F3496230-9008-429C-AE45-C6C5CB853630}" dt="2024-07-16T14:02:13.409" v="137" actId="27803"/>
          <ac:spMkLst>
            <pc:docMk/>
            <pc:sldMk cId="617235767" sldId="267"/>
            <ac:spMk id="41" creationId="{39F7ACFC-19C8-A72B-A592-89DDE8C908B0}"/>
          </ac:spMkLst>
        </pc:spChg>
        <pc:spChg chg="mod">
          <ac:chgData name="adilton junio" userId="66b3fade76ecdf97" providerId="LiveId" clId="{F3496230-9008-429C-AE45-C6C5CB853630}" dt="2024-07-16T14:02:13.409" v="137" actId="27803"/>
          <ac:spMkLst>
            <pc:docMk/>
            <pc:sldMk cId="617235767" sldId="267"/>
            <ac:spMk id="42" creationId="{72A0DD4A-F3E8-BDBE-9F64-7A23AEF86B03}"/>
          </ac:spMkLst>
        </pc:spChg>
        <pc:spChg chg="mod">
          <ac:chgData name="adilton junio" userId="66b3fade76ecdf97" providerId="LiveId" clId="{F3496230-9008-429C-AE45-C6C5CB853630}" dt="2024-07-16T14:02:13.409" v="137" actId="27803"/>
          <ac:spMkLst>
            <pc:docMk/>
            <pc:sldMk cId="617235767" sldId="267"/>
            <ac:spMk id="43" creationId="{27DE4D1E-7004-83EF-2264-8FBD18B1E5DC}"/>
          </ac:spMkLst>
        </pc:spChg>
        <pc:spChg chg="mod">
          <ac:chgData name="adilton junio" userId="66b3fade76ecdf97" providerId="LiveId" clId="{F3496230-9008-429C-AE45-C6C5CB853630}" dt="2024-07-16T14:02:13.409" v="137" actId="27803"/>
          <ac:spMkLst>
            <pc:docMk/>
            <pc:sldMk cId="617235767" sldId="267"/>
            <ac:spMk id="44" creationId="{5B1BBB0B-B2EC-3D90-2223-E9C4227E4E6C}"/>
          </ac:spMkLst>
        </pc:spChg>
        <pc:spChg chg="mod">
          <ac:chgData name="adilton junio" userId="66b3fade76ecdf97" providerId="LiveId" clId="{F3496230-9008-429C-AE45-C6C5CB853630}" dt="2024-07-16T14:02:13.409" v="137" actId="27803"/>
          <ac:spMkLst>
            <pc:docMk/>
            <pc:sldMk cId="617235767" sldId="267"/>
            <ac:spMk id="45" creationId="{10E73FCE-3E0E-ED92-2F0B-77B680CBECCD}"/>
          </ac:spMkLst>
        </pc:spChg>
        <pc:spChg chg="mod">
          <ac:chgData name="adilton junio" userId="66b3fade76ecdf97" providerId="LiveId" clId="{F3496230-9008-429C-AE45-C6C5CB853630}" dt="2024-07-16T14:02:13.409" v="137" actId="27803"/>
          <ac:spMkLst>
            <pc:docMk/>
            <pc:sldMk cId="617235767" sldId="267"/>
            <ac:spMk id="46" creationId="{8296BB9D-6BC0-6E22-41A4-C75DB857C796}"/>
          </ac:spMkLst>
        </pc:spChg>
        <pc:spChg chg="mod">
          <ac:chgData name="adilton junio" userId="66b3fade76ecdf97" providerId="LiveId" clId="{F3496230-9008-429C-AE45-C6C5CB853630}" dt="2024-07-16T14:02:13.409" v="137" actId="27803"/>
          <ac:spMkLst>
            <pc:docMk/>
            <pc:sldMk cId="617235767" sldId="267"/>
            <ac:spMk id="47" creationId="{32151E32-D507-6AD6-64C0-14357E48490F}"/>
          </ac:spMkLst>
        </pc:spChg>
        <pc:spChg chg="mod">
          <ac:chgData name="adilton junio" userId="66b3fade76ecdf97" providerId="LiveId" clId="{F3496230-9008-429C-AE45-C6C5CB853630}" dt="2024-07-16T14:02:13.409" v="137" actId="27803"/>
          <ac:spMkLst>
            <pc:docMk/>
            <pc:sldMk cId="617235767" sldId="267"/>
            <ac:spMk id="48" creationId="{4E498CDD-F49A-A82F-336B-2B5F3E82685B}"/>
          </ac:spMkLst>
        </pc:spChg>
        <pc:spChg chg="mod">
          <ac:chgData name="adilton junio" userId="66b3fade76ecdf97" providerId="LiveId" clId="{F3496230-9008-429C-AE45-C6C5CB853630}" dt="2024-07-16T14:02:13.409" v="137" actId="27803"/>
          <ac:spMkLst>
            <pc:docMk/>
            <pc:sldMk cId="617235767" sldId="267"/>
            <ac:spMk id="49" creationId="{9526D7EA-F1FF-6FD1-D5C0-847AE23CB25B}"/>
          </ac:spMkLst>
        </pc:spChg>
        <pc:spChg chg="mod">
          <ac:chgData name="adilton junio" userId="66b3fade76ecdf97" providerId="LiveId" clId="{F3496230-9008-429C-AE45-C6C5CB853630}" dt="2024-07-16T14:02:13.409" v="137" actId="27803"/>
          <ac:spMkLst>
            <pc:docMk/>
            <pc:sldMk cId="617235767" sldId="267"/>
            <ac:spMk id="50" creationId="{6AC62998-6A7C-ADB1-3F59-129F297BF39F}"/>
          </ac:spMkLst>
        </pc:spChg>
        <pc:spChg chg="mod">
          <ac:chgData name="adilton junio" userId="66b3fade76ecdf97" providerId="LiveId" clId="{F3496230-9008-429C-AE45-C6C5CB853630}" dt="2024-07-16T14:02:13.409" v="137" actId="27803"/>
          <ac:spMkLst>
            <pc:docMk/>
            <pc:sldMk cId="617235767" sldId="267"/>
            <ac:spMk id="54" creationId="{54E5B363-A841-EC44-1CAB-597B29F61233}"/>
          </ac:spMkLst>
        </pc:spChg>
        <pc:spChg chg="mod">
          <ac:chgData name="adilton junio" userId="66b3fade76ecdf97" providerId="LiveId" clId="{F3496230-9008-429C-AE45-C6C5CB853630}" dt="2024-07-16T14:02:13.409" v="137" actId="27803"/>
          <ac:spMkLst>
            <pc:docMk/>
            <pc:sldMk cId="617235767" sldId="267"/>
            <ac:spMk id="55" creationId="{86C985F0-E921-E8E3-8717-CD1738A25524}"/>
          </ac:spMkLst>
        </pc:spChg>
        <pc:spChg chg="mod">
          <ac:chgData name="adilton junio" userId="66b3fade76ecdf97" providerId="LiveId" clId="{F3496230-9008-429C-AE45-C6C5CB853630}" dt="2024-07-16T14:02:13.409" v="137" actId="27803"/>
          <ac:spMkLst>
            <pc:docMk/>
            <pc:sldMk cId="617235767" sldId="267"/>
            <ac:spMk id="56" creationId="{ACB1CC27-7301-4888-332F-DB7CB674F09E}"/>
          </ac:spMkLst>
        </pc:spChg>
        <pc:spChg chg="mod">
          <ac:chgData name="adilton junio" userId="66b3fade76ecdf97" providerId="LiveId" clId="{F3496230-9008-429C-AE45-C6C5CB853630}" dt="2024-07-16T14:02:13.409" v="137" actId="27803"/>
          <ac:spMkLst>
            <pc:docMk/>
            <pc:sldMk cId="617235767" sldId="267"/>
            <ac:spMk id="57" creationId="{294E2423-3AEF-8DC9-35B2-863AE4F94405}"/>
          </ac:spMkLst>
        </pc:spChg>
        <pc:spChg chg="mod">
          <ac:chgData name="adilton junio" userId="66b3fade76ecdf97" providerId="LiveId" clId="{F3496230-9008-429C-AE45-C6C5CB853630}" dt="2024-07-16T14:02:13.409" v="137" actId="27803"/>
          <ac:spMkLst>
            <pc:docMk/>
            <pc:sldMk cId="617235767" sldId="267"/>
            <ac:spMk id="58" creationId="{56FA571B-431E-0057-9761-9537CB438BF6}"/>
          </ac:spMkLst>
        </pc:spChg>
        <pc:spChg chg="mod">
          <ac:chgData name="adilton junio" userId="66b3fade76ecdf97" providerId="LiveId" clId="{F3496230-9008-429C-AE45-C6C5CB853630}" dt="2024-07-16T14:02:13.409" v="137" actId="27803"/>
          <ac:spMkLst>
            <pc:docMk/>
            <pc:sldMk cId="617235767" sldId="267"/>
            <ac:spMk id="59" creationId="{4A35F4FF-AE06-53CE-D213-E5629DFAE02F}"/>
          </ac:spMkLst>
        </pc:spChg>
        <pc:spChg chg="mod">
          <ac:chgData name="adilton junio" userId="66b3fade76ecdf97" providerId="LiveId" clId="{F3496230-9008-429C-AE45-C6C5CB853630}" dt="2024-07-16T14:02:13.409" v="137" actId="27803"/>
          <ac:spMkLst>
            <pc:docMk/>
            <pc:sldMk cId="617235767" sldId="267"/>
            <ac:spMk id="60" creationId="{F4D36E34-E351-A513-C4A1-000744F24185}"/>
          </ac:spMkLst>
        </pc:spChg>
        <pc:spChg chg="mod">
          <ac:chgData name="adilton junio" userId="66b3fade76ecdf97" providerId="LiveId" clId="{F3496230-9008-429C-AE45-C6C5CB853630}" dt="2024-07-16T14:02:13.409" v="137" actId="27803"/>
          <ac:spMkLst>
            <pc:docMk/>
            <pc:sldMk cId="617235767" sldId="267"/>
            <ac:spMk id="61" creationId="{E4CDBB66-136D-9826-14BB-13664EEB1FB4}"/>
          </ac:spMkLst>
        </pc:spChg>
        <pc:spChg chg="mod">
          <ac:chgData name="adilton junio" userId="66b3fade76ecdf97" providerId="LiveId" clId="{F3496230-9008-429C-AE45-C6C5CB853630}" dt="2024-07-16T14:02:13.409" v="137" actId="27803"/>
          <ac:spMkLst>
            <pc:docMk/>
            <pc:sldMk cId="617235767" sldId="267"/>
            <ac:spMk id="62" creationId="{9500D386-A256-7B11-CEA2-CC2EA1BEB790}"/>
          </ac:spMkLst>
        </pc:spChg>
        <pc:spChg chg="mod">
          <ac:chgData name="adilton junio" userId="66b3fade76ecdf97" providerId="LiveId" clId="{F3496230-9008-429C-AE45-C6C5CB853630}" dt="2024-07-16T14:02:13.409" v="137" actId="27803"/>
          <ac:spMkLst>
            <pc:docMk/>
            <pc:sldMk cId="617235767" sldId="267"/>
            <ac:spMk id="63" creationId="{30380DB2-3FD0-EED4-9F3C-958E1EBD7026}"/>
          </ac:spMkLst>
        </pc:spChg>
        <pc:spChg chg="add del mod">
          <ac:chgData name="adilton junio" userId="66b3fade76ecdf97" providerId="LiveId" clId="{F3496230-9008-429C-AE45-C6C5CB853630}" dt="2024-07-16T14:02:41.568" v="141" actId="478"/>
          <ac:spMkLst>
            <pc:docMk/>
            <pc:sldMk cId="617235767" sldId="267"/>
            <ac:spMk id="64" creationId="{9775D5F5-32F9-730E-BEB9-D7265CF360EE}"/>
          </ac:spMkLst>
        </pc:spChg>
        <pc:spChg chg="mod">
          <ac:chgData name="adilton junio" userId="66b3fade76ecdf97" providerId="LiveId" clId="{F3496230-9008-429C-AE45-C6C5CB853630}" dt="2024-07-16T14:02:13.409" v="137" actId="27803"/>
          <ac:spMkLst>
            <pc:docMk/>
            <pc:sldMk cId="617235767" sldId="267"/>
            <ac:spMk id="65" creationId="{EFD262B5-1A9F-45D6-9CD0-B334B8AB0058}"/>
          </ac:spMkLst>
        </pc:spChg>
        <pc:spChg chg="mod">
          <ac:chgData name="adilton junio" userId="66b3fade76ecdf97" providerId="LiveId" clId="{F3496230-9008-429C-AE45-C6C5CB853630}" dt="2024-07-16T14:02:13.409" v="137" actId="27803"/>
          <ac:spMkLst>
            <pc:docMk/>
            <pc:sldMk cId="617235767" sldId="267"/>
            <ac:spMk id="66" creationId="{98F6443E-F305-67C2-5C8F-07B04C3953EA}"/>
          </ac:spMkLst>
        </pc:spChg>
        <pc:spChg chg="mod">
          <ac:chgData name="adilton junio" userId="66b3fade76ecdf97" providerId="LiveId" clId="{F3496230-9008-429C-AE45-C6C5CB853630}" dt="2024-07-16T14:02:13.409" v="137" actId="27803"/>
          <ac:spMkLst>
            <pc:docMk/>
            <pc:sldMk cId="617235767" sldId="267"/>
            <ac:spMk id="67" creationId="{F516B622-210C-BC2A-01E5-5FE2C3271D4F}"/>
          </ac:spMkLst>
        </pc:spChg>
        <pc:spChg chg="mod">
          <ac:chgData name="adilton junio" userId="66b3fade76ecdf97" providerId="LiveId" clId="{F3496230-9008-429C-AE45-C6C5CB853630}" dt="2024-07-16T14:02:13.409" v="137" actId="27803"/>
          <ac:spMkLst>
            <pc:docMk/>
            <pc:sldMk cId="617235767" sldId="267"/>
            <ac:spMk id="68" creationId="{F5DF12F4-096F-3BA7-E77B-813BAEA62C4E}"/>
          </ac:spMkLst>
        </pc:spChg>
        <pc:spChg chg="mod">
          <ac:chgData name="adilton junio" userId="66b3fade76ecdf97" providerId="LiveId" clId="{F3496230-9008-429C-AE45-C6C5CB853630}" dt="2024-07-16T14:02:13.409" v="137" actId="27803"/>
          <ac:spMkLst>
            <pc:docMk/>
            <pc:sldMk cId="617235767" sldId="267"/>
            <ac:spMk id="69" creationId="{1F505F65-14B6-020D-B3F4-61D259632A4F}"/>
          </ac:spMkLst>
        </pc:spChg>
        <pc:spChg chg="mod">
          <ac:chgData name="adilton junio" userId="66b3fade76ecdf97" providerId="LiveId" clId="{F3496230-9008-429C-AE45-C6C5CB853630}" dt="2024-07-16T14:02:13.409" v="137" actId="27803"/>
          <ac:spMkLst>
            <pc:docMk/>
            <pc:sldMk cId="617235767" sldId="267"/>
            <ac:spMk id="70" creationId="{85ADAB94-3F67-802E-18FF-DD3EEE42ADB8}"/>
          </ac:spMkLst>
        </pc:spChg>
        <pc:spChg chg="mod">
          <ac:chgData name="adilton junio" userId="66b3fade76ecdf97" providerId="LiveId" clId="{F3496230-9008-429C-AE45-C6C5CB853630}" dt="2024-07-16T14:02:13.409" v="137" actId="27803"/>
          <ac:spMkLst>
            <pc:docMk/>
            <pc:sldMk cId="617235767" sldId="267"/>
            <ac:spMk id="71" creationId="{A965A993-500D-E217-4082-9D4F2AD220EB}"/>
          </ac:spMkLst>
        </pc:spChg>
        <pc:spChg chg="mod">
          <ac:chgData name="adilton junio" userId="66b3fade76ecdf97" providerId="LiveId" clId="{F3496230-9008-429C-AE45-C6C5CB853630}" dt="2024-07-16T14:02:13.409" v="137" actId="27803"/>
          <ac:spMkLst>
            <pc:docMk/>
            <pc:sldMk cId="617235767" sldId="267"/>
            <ac:spMk id="72" creationId="{C1F01A41-8F0C-18B8-9AE0-DFF88A98F041}"/>
          </ac:spMkLst>
        </pc:spChg>
        <pc:spChg chg="mod">
          <ac:chgData name="adilton junio" userId="66b3fade76ecdf97" providerId="LiveId" clId="{F3496230-9008-429C-AE45-C6C5CB853630}" dt="2024-07-16T14:02:13.409" v="137" actId="27803"/>
          <ac:spMkLst>
            <pc:docMk/>
            <pc:sldMk cId="617235767" sldId="267"/>
            <ac:spMk id="74" creationId="{45F40FC5-FFF5-766C-985B-1EF97793D375}"/>
          </ac:spMkLst>
        </pc:spChg>
        <pc:spChg chg="mod">
          <ac:chgData name="adilton junio" userId="66b3fade76ecdf97" providerId="LiveId" clId="{F3496230-9008-429C-AE45-C6C5CB853630}" dt="2024-07-16T14:02:13.409" v="137" actId="27803"/>
          <ac:spMkLst>
            <pc:docMk/>
            <pc:sldMk cId="617235767" sldId="267"/>
            <ac:spMk id="75" creationId="{58C7962C-5CB4-4013-51DE-92B4C484B147}"/>
          </ac:spMkLst>
        </pc:spChg>
        <pc:spChg chg="mod">
          <ac:chgData name="adilton junio" userId="66b3fade76ecdf97" providerId="LiveId" clId="{F3496230-9008-429C-AE45-C6C5CB853630}" dt="2024-07-16T14:02:13.409" v="137" actId="27803"/>
          <ac:spMkLst>
            <pc:docMk/>
            <pc:sldMk cId="617235767" sldId="267"/>
            <ac:spMk id="76" creationId="{AC5960F4-8F50-5C96-1FD8-5894018D8D9E}"/>
          </ac:spMkLst>
        </pc:spChg>
        <pc:spChg chg="mod">
          <ac:chgData name="adilton junio" userId="66b3fade76ecdf97" providerId="LiveId" clId="{F3496230-9008-429C-AE45-C6C5CB853630}" dt="2024-07-16T14:02:13.409" v="137" actId="27803"/>
          <ac:spMkLst>
            <pc:docMk/>
            <pc:sldMk cId="617235767" sldId="267"/>
            <ac:spMk id="77" creationId="{D21793C2-E5A5-5F71-C4A6-630EA4225DFA}"/>
          </ac:spMkLst>
        </pc:spChg>
        <pc:spChg chg="mod">
          <ac:chgData name="adilton junio" userId="66b3fade76ecdf97" providerId="LiveId" clId="{F3496230-9008-429C-AE45-C6C5CB853630}" dt="2024-07-16T14:02:13.409" v="137" actId="27803"/>
          <ac:spMkLst>
            <pc:docMk/>
            <pc:sldMk cId="617235767" sldId="267"/>
            <ac:spMk id="78" creationId="{F6B20A73-A0D3-997C-7866-5993DC817403}"/>
          </ac:spMkLst>
        </pc:spChg>
        <pc:spChg chg="mod">
          <ac:chgData name="adilton junio" userId="66b3fade76ecdf97" providerId="LiveId" clId="{F3496230-9008-429C-AE45-C6C5CB853630}" dt="2024-07-16T14:02:13.409" v="137" actId="27803"/>
          <ac:spMkLst>
            <pc:docMk/>
            <pc:sldMk cId="617235767" sldId="267"/>
            <ac:spMk id="79" creationId="{EAE0B35B-F488-57D4-A93C-B6989B5029B8}"/>
          </ac:spMkLst>
        </pc:spChg>
        <pc:spChg chg="mod">
          <ac:chgData name="adilton junio" userId="66b3fade76ecdf97" providerId="LiveId" clId="{F3496230-9008-429C-AE45-C6C5CB853630}" dt="2024-07-16T14:02:13.409" v="137" actId="27803"/>
          <ac:spMkLst>
            <pc:docMk/>
            <pc:sldMk cId="617235767" sldId="267"/>
            <ac:spMk id="80" creationId="{D670CABC-7D72-C5D1-EDBE-B7BF18ECC929}"/>
          </ac:spMkLst>
        </pc:spChg>
        <pc:spChg chg="mod">
          <ac:chgData name="adilton junio" userId="66b3fade76ecdf97" providerId="LiveId" clId="{F3496230-9008-429C-AE45-C6C5CB853630}" dt="2024-07-16T14:02:13.409" v="137" actId="27803"/>
          <ac:spMkLst>
            <pc:docMk/>
            <pc:sldMk cId="617235767" sldId="267"/>
            <ac:spMk id="81" creationId="{08F5BF75-599A-D69A-7286-00F303CA8612}"/>
          </ac:spMkLst>
        </pc:spChg>
        <pc:spChg chg="mod">
          <ac:chgData name="adilton junio" userId="66b3fade76ecdf97" providerId="LiveId" clId="{F3496230-9008-429C-AE45-C6C5CB853630}" dt="2024-07-16T14:02:13.409" v="137" actId="27803"/>
          <ac:spMkLst>
            <pc:docMk/>
            <pc:sldMk cId="617235767" sldId="267"/>
            <ac:spMk id="82" creationId="{E479E548-78D4-EA2E-2214-171FA0902649}"/>
          </ac:spMkLst>
        </pc:spChg>
        <pc:spChg chg="mod">
          <ac:chgData name="adilton junio" userId="66b3fade76ecdf97" providerId="LiveId" clId="{F3496230-9008-429C-AE45-C6C5CB853630}" dt="2024-07-16T14:02:13.409" v="137" actId="27803"/>
          <ac:spMkLst>
            <pc:docMk/>
            <pc:sldMk cId="617235767" sldId="267"/>
            <ac:spMk id="83" creationId="{644DF8E8-C5D2-415A-3678-B4D027A01618}"/>
          </ac:spMkLst>
        </pc:spChg>
        <pc:spChg chg="mod">
          <ac:chgData name="adilton junio" userId="66b3fade76ecdf97" providerId="LiveId" clId="{F3496230-9008-429C-AE45-C6C5CB853630}" dt="2024-07-16T14:02:13.409" v="137" actId="27803"/>
          <ac:spMkLst>
            <pc:docMk/>
            <pc:sldMk cId="617235767" sldId="267"/>
            <ac:spMk id="84" creationId="{8DFE5228-20E8-5254-9F4E-587D0031A8DB}"/>
          </ac:spMkLst>
        </pc:spChg>
        <pc:spChg chg="mod">
          <ac:chgData name="adilton junio" userId="66b3fade76ecdf97" providerId="LiveId" clId="{F3496230-9008-429C-AE45-C6C5CB853630}" dt="2024-07-16T14:02:13.409" v="137" actId="27803"/>
          <ac:spMkLst>
            <pc:docMk/>
            <pc:sldMk cId="617235767" sldId="267"/>
            <ac:spMk id="85" creationId="{17747EEA-71C3-D91C-C14A-C2801101625D}"/>
          </ac:spMkLst>
        </pc:spChg>
        <pc:spChg chg="mod">
          <ac:chgData name="adilton junio" userId="66b3fade76ecdf97" providerId="LiveId" clId="{F3496230-9008-429C-AE45-C6C5CB853630}" dt="2024-07-16T14:02:13.409" v="137" actId="27803"/>
          <ac:spMkLst>
            <pc:docMk/>
            <pc:sldMk cId="617235767" sldId="267"/>
            <ac:spMk id="86" creationId="{AFCE1B3F-1095-719A-AA9A-5BC70A7FD061}"/>
          </ac:spMkLst>
        </pc:spChg>
        <pc:spChg chg="mod">
          <ac:chgData name="adilton junio" userId="66b3fade76ecdf97" providerId="LiveId" clId="{F3496230-9008-429C-AE45-C6C5CB853630}" dt="2024-07-16T14:02:13.409" v="137" actId="27803"/>
          <ac:spMkLst>
            <pc:docMk/>
            <pc:sldMk cId="617235767" sldId="267"/>
            <ac:spMk id="87" creationId="{792AB56A-55B9-A866-E80A-49E93B742842}"/>
          </ac:spMkLst>
        </pc:spChg>
        <pc:spChg chg="mod">
          <ac:chgData name="adilton junio" userId="66b3fade76ecdf97" providerId="LiveId" clId="{F3496230-9008-429C-AE45-C6C5CB853630}" dt="2024-07-16T14:02:13.409" v="137" actId="27803"/>
          <ac:spMkLst>
            <pc:docMk/>
            <pc:sldMk cId="617235767" sldId="267"/>
            <ac:spMk id="88" creationId="{61D1AEC4-1566-CA9B-CC0B-612B12D6CA0E}"/>
          </ac:spMkLst>
        </pc:spChg>
        <pc:spChg chg="mod">
          <ac:chgData name="adilton junio" userId="66b3fade76ecdf97" providerId="LiveId" clId="{F3496230-9008-429C-AE45-C6C5CB853630}" dt="2024-07-16T14:02:13.409" v="137" actId="27803"/>
          <ac:spMkLst>
            <pc:docMk/>
            <pc:sldMk cId="617235767" sldId="267"/>
            <ac:spMk id="89" creationId="{DBE06A12-EAE5-4F14-17D5-FA81BD982954}"/>
          </ac:spMkLst>
        </pc:spChg>
        <pc:spChg chg="mod">
          <ac:chgData name="adilton junio" userId="66b3fade76ecdf97" providerId="LiveId" clId="{F3496230-9008-429C-AE45-C6C5CB853630}" dt="2024-07-16T14:02:13.409" v="137" actId="27803"/>
          <ac:spMkLst>
            <pc:docMk/>
            <pc:sldMk cId="617235767" sldId="267"/>
            <ac:spMk id="90" creationId="{4458FDE2-9B9E-7AAD-B1B6-CFBA2626B8C7}"/>
          </ac:spMkLst>
        </pc:spChg>
        <pc:spChg chg="mod">
          <ac:chgData name="adilton junio" userId="66b3fade76ecdf97" providerId="LiveId" clId="{F3496230-9008-429C-AE45-C6C5CB853630}" dt="2024-07-16T14:02:13.409" v="137" actId="27803"/>
          <ac:spMkLst>
            <pc:docMk/>
            <pc:sldMk cId="617235767" sldId="267"/>
            <ac:spMk id="91" creationId="{1EDC3B1A-715A-5ADB-A3DB-ABB16C8DE3CE}"/>
          </ac:spMkLst>
        </pc:spChg>
        <pc:spChg chg="add mod">
          <ac:chgData name="adilton junio" userId="66b3fade76ecdf97" providerId="LiveId" clId="{F3496230-9008-429C-AE45-C6C5CB853630}" dt="2024-07-16T14:11:27.679" v="243"/>
          <ac:spMkLst>
            <pc:docMk/>
            <pc:sldMk cId="617235767" sldId="267"/>
            <ac:spMk id="92" creationId="{389AD4BA-DE4A-1658-2487-F94C2EEF6666}"/>
          </ac:spMkLst>
        </pc:spChg>
        <pc:spChg chg="add mod">
          <ac:chgData name="adilton junio" userId="66b3fade76ecdf97" providerId="LiveId" clId="{F3496230-9008-429C-AE45-C6C5CB853630}" dt="2024-07-16T14:08:26.853" v="207" actId="14100"/>
          <ac:spMkLst>
            <pc:docMk/>
            <pc:sldMk cId="617235767" sldId="267"/>
            <ac:spMk id="94" creationId="{D1D8FCDA-4632-6080-1621-67CDF796C564}"/>
          </ac:spMkLst>
        </pc:spChg>
        <pc:grpChg chg="mod">
          <ac:chgData name="adilton junio" userId="66b3fade76ecdf97" providerId="LiveId" clId="{F3496230-9008-429C-AE45-C6C5CB853630}" dt="2024-07-16T14:02:42.245" v="143" actId="1076"/>
          <ac:grpSpMkLst>
            <pc:docMk/>
            <pc:sldMk cId="617235767" sldId="267"/>
            <ac:grpSpMk id="10" creationId="{CA00779F-5C2E-A5A6-5C0F-3C7F7E86B71D}"/>
          </ac:grpSpMkLst>
        </pc:grpChg>
        <pc:grpChg chg="mod">
          <ac:chgData name="adilton junio" userId="66b3fade76ecdf97" providerId="LiveId" clId="{F3496230-9008-429C-AE45-C6C5CB853630}" dt="2024-07-16T14:02:13.409" v="137" actId="27803"/>
          <ac:grpSpMkLst>
            <pc:docMk/>
            <pc:sldMk cId="617235767" sldId="267"/>
            <ac:grpSpMk id="16" creationId="{DD7D3B0C-1B45-E98E-2B37-EF0F59548D68}"/>
          </ac:grpSpMkLst>
        </pc:grpChg>
        <pc:grpChg chg="mod">
          <ac:chgData name="adilton junio" userId="66b3fade76ecdf97" providerId="LiveId" clId="{F3496230-9008-429C-AE45-C6C5CB853630}" dt="2024-07-16T14:02:13.409" v="137" actId="27803"/>
          <ac:grpSpMkLst>
            <pc:docMk/>
            <pc:sldMk cId="617235767" sldId="267"/>
            <ac:grpSpMk id="17" creationId="{9FA2592B-4619-3E03-BD15-59572DE2CB26}"/>
          </ac:grpSpMkLst>
        </pc:grpChg>
        <pc:grpChg chg="mod">
          <ac:chgData name="adilton junio" userId="66b3fade76ecdf97" providerId="LiveId" clId="{F3496230-9008-429C-AE45-C6C5CB853630}" dt="2024-07-16T14:02:13.409" v="137" actId="27803"/>
          <ac:grpSpMkLst>
            <pc:docMk/>
            <pc:sldMk cId="617235767" sldId="267"/>
            <ac:grpSpMk id="37" creationId="{EAFEC043-1355-D93A-E101-D54A3390E2A0}"/>
          </ac:grpSpMkLst>
        </pc:grpChg>
        <pc:grpChg chg="mod">
          <ac:chgData name="adilton junio" userId="66b3fade76ecdf97" providerId="LiveId" clId="{F3496230-9008-429C-AE45-C6C5CB853630}" dt="2024-07-16T14:02:13.409" v="137" actId="27803"/>
          <ac:grpSpMkLst>
            <pc:docMk/>
            <pc:sldMk cId="617235767" sldId="267"/>
            <ac:grpSpMk id="51" creationId="{AA844BD8-83BD-DC7B-233D-3415C4FCB705}"/>
          </ac:grpSpMkLst>
        </pc:grpChg>
        <pc:grpChg chg="mod">
          <ac:chgData name="adilton junio" userId="66b3fade76ecdf97" providerId="LiveId" clId="{F3496230-9008-429C-AE45-C6C5CB853630}" dt="2024-07-16T14:02:13.409" v="137" actId="27803"/>
          <ac:grpSpMkLst>
            <pc:docMk/>
            <pc:sldMk cId="617235767" sldId="267"/>
            <ac:grpSpMk id="52" creationId="{5DBF2003-0A9D-0C9D-AB08-9C7C3000FA5F}"/>
          </ac:grpSpMkLst>
        </pc:grpChg>
        <pc:grpChg chg="mod">
          <ac:chgData name="adilton junio" userId="66b3fade76ecdf97" providerId="LiveId" clId="{F3496230-9008-429C-AE45-C6C5CB853630}" dt="2024-07-16T14:02:13.409" v="137" actId="27803"/>
          <ac:grpSpMkLst>
            <pc:docMk/>
            <pc:sldMk cId="617235767" sldId="267"/>
            <ac:grpSpMk id="53" creationId="{123F3A27-943D-2BA8-9298-574E6BA20EE4}"/>
          </ac:grpSpMkLst>
        </pc:grpChg>
        <pc:grpChg chg="mod">
          <ac:chgData name="adilton junio" userId="66b3fade76ecdf97" providerId="LiveId" clId="{F3496230-9008-429C-AE45-C6C5CB853630}" dt="2024-07-16T14:02:13.409" v="137" actId="27803"/>
          <ac:grpSpMkLst>
            <pc:docMk/>
            <pc:sldMk cId="617235767" sldId="267"/>
            <ac:grpSpMk id="73" creationId="{6270C93C-9851-A2E9-26DF-F44CD8CCECB6}"/>
          </ac:grpSpMkLst>
        </pc:grpChg>
        <pc:picChg chg="add del mod modCrop">
          <ac:chgData name="adilton junio" userId="66b3fade76ecdf97" providerId="LiveId" clId="{F3496230-9008-429C-AE45-C6C5CB853630}" dt="2024-07-16T14:03:38.316" v="151" actId="1076"/>
          <ac:picMkLst>
            <pc:docMk/>
            <pc:sldMk cId="617235767" sldId="267"/>
            <ac:picMk id="6" creationId="{9DA9C8AB-72FF-D7D8-7E4D-1C5ECDBF0C8D}"/>
          </ac:picMkLst>
        </pc:picChg>
      </pc:sldChg>
      <pc:sldChg chg="modSp add mod">
        <pc:chgData name="adilton junio" userId="66b3fade76ecdf97" providerId="LiveId" clId="{F3496230-9008-429C-AE45-C6C5CB853630}" dt="2024-07-16T14:10:53.054" v="240" actId="948"/>
        <pc:sldMkLst>
          <pc:docMk/>
          <pc:sldMk cId="929919720" sldId="268"/>
        </pc:sldMkLst>
        <pc:spChg chg="mod">
          <ac:chgData name="adilton junio" userId="66b3fade76ecdf97" providerId="LiveId" clId="{F3496230-9008-429C-AE45-C6C5CB853630}" dt="2024-07-16T14:08:59.712" v="220" actId="20577"/>
          <ac:spMkLst>
            <pc:docMk/>
            <pc:sldMk cId="929919720" sldId="268"/>
            <ac:spMk id="92" creationId="{389AD4BA-DE4A-1658-2487-F94C2EEF6666}"/>
          </ac:spMkLst>
        </pc:spChg>
        <pc:spChg chg="mod">
          <ac:chgData name="adilton junio" userId="66b3fade76ecdf97" providerId="LiveId" clId="{F3496230-9008-429C-AE45-C6C5CB853630}" dt="2024-07-16T14:10:53.054" v="240" actId="948"/>
          <ac:spMkLst>
            <pc:docMk/>
            <pc:sldMk cId="929919720" sldId="268"/>
            <ac:spMk id="94" creationId="{D1D8FCDA-4632-6080-1621-67CDF796C564}"/>
          </ac:spMkLst>
        </pc:spChg>
      </pc:sldChg>
      <pc:sldChg chg="addSp modSp add mod">
        <pc:chgData name="adilton junio" userId="66b3fade76ecdf97" providerId="LiveId" clId="{F3496230-9008-429C-AE45-C6C5CB853630}" dt="2024-07-16T14:44:37.893" v="342"/>
        <pc:sldMkLst>
          <pc:docMk/>
          <pc:sldMk cId="488082418" sldId="269"/>
        </pc:sldMkLst>
        <pc:spChg chg="mod">
          <ac:chgData name="adilton junio" userId="66b3fade76ecdf97" providerId="LiveId" clId="{F3496230-9008-429C-AE45-C6C5CB853630}" dt="2024-07-16T14:43:31.037" v="258"/>
          <ac:spMkLst>
            <pc:docMk/>
            <pc:sldMk cId="488082418" sldId="269"/>
            <ac:spMk id="5" creationId="{C4C62FA0-2554-C740-B43F-6979E70E9F6C}"/>
          </ac:spMkLst>
        </pc:spChg>
        <pc:spChg chg="mod">
          <ac:chgData name="adilton junio" userId="66b3fade76ecdf97" providerId="LiveId" clId="{F3496230-9008-429C-AE45-C6C5CB853630}" dt="2024-07-16T14:43:31.037" v="258"/>
          <ac:spMkLst>
            <pc:docMk/>
            <pc:sldMk cId="488082418" sldId="269"/>
            <ac:spMk id="7" creationId="{D5AB4974-7F33-2D29-24EC-EF0F440B000C}"/>
          </ac:spMkLst>
        </pc:spChg>
        <pc:spChg chg="mod">
          <ac:chgData name="adilton junio" userId="66b3fade76ecdf97" providerId="LiveId" clId="{F3496230-9008-429C-AE45-C6C5CB853630}" dt="2024-07-16T14:43:31.037" v="258"/>
          <ac:spMkLst>
            <pc:docMk/>
            <pc:sldMk cId="488082418" sldId="269"/>
            <ac:spMk id="11" creationId="{E41E8B59-2FDB-5188-1767-1E09A35552F3}"/>
          </ac:spMkLst>
        </pc:spChg>
        <pc:spChg chg="mod">
          <ac:chgData name="adilton junio" userId="66b3fade76ecdf97" providerId="LiveId" clId="{F3496230-9008-429C-AE45-C6C5CB853630}" dt="2024-07-16T14:43:31.037" v="258"/>
          <ac:spMkLst>
            <pc:docMk/>
            <pc:sldMk cId="488082418" sldId="269"/>
            <ac:spMk id="12" creationId="{5440CEF9-E9C8-DE55-99A2-893903DCC911}"/>
          </ac:spMkLst>
        </pc:spChg>
        <pc:spChg chg="mod">
          <ac:chgData name="adilton junio" userId="66b3fade76ecdf97" providerId="LiveId" clId="{F3496230-9008-429C-AE45-C6C5CB853630}" dt="2024-07-16T14:43:31.037" v="258"/>
          <ac:spMkLst>
            <pc:docMk/>
            <pc:sldMk cId="488082418" sldId="269"/>
            <ac:spMk id="40" creationId="{758CB222-ED5A-3FEA-69FB-61051C83702E}"/>
          </ac:spMkLst>
        </pc:spChg>
        <pc:spChg chg="mod">
          <ac:chgData name="adilton junio" userId="66b3fade76ecdf97" providerId="LiveId" clId="{F3496230-9008-429C-AE45-C6C5CB853630}" dt="2024-07-16T14:43:31.037" v="258"/>
          <ac:spMkLst>
            <pc:docMk/>
            <pc:sldMk cId="488082418" sldId="269"/>
            <ac:spMk id="51" creationId="{F69A3152-00B5-2F7C-B322-DD009CCAF487}"/>
          </ac:spMkLst>
        </pc:spChg>
        <pc:spChg chg="mod">
          <ac:chgData name="adilton junio" userId="66b3fade76ecdf97" providerId="LiveId" clId="{F3496230-9008-429C-AE45-C6C5CB853630}" dt="2024-07-16T14:11:36.280" v="255" actId="6549"/>
          <ac:spMkLst>
            <pc:docMk/>
            <pc:sldMk cId="488082418" sldId="269"/>
            <ac:spMk id="92" creationId="{389AD4BA-DE4A-1658-2487-F94C2EEF6666}"/>
          </ac:spMkLst>
        </pc:spChg>
        <pc:spChg chg="mod">
          <ac:chgData name="adilton junio" userId="66b3fade76ecdf97" providerId="LiveId" clId="{F3496230-9008-429C-AE45-C6C5CB853630}" dt="2024-07-16T14:44:37.893" v="342"/>
          <ac:spMkLst>
            <pc:docMk/>
            <pc:sldMk cId="488082418" sldId="269"/>
            <ac:spMk id="94" creationId="{D1D8FCDA-4632-6080-1621-67CDF796C564}"/>
          </ac:spMkLst>
        </pc:spChg>
        <pc:grpChg chg="add mod">
          <ac:chgData name="adilton junio" userId="66b3fade76ecdf97" providerId="LiveId" clId="{F3496230-9008-429C-AE45-C6C5CB853630}" dt="2024-07-16T14:43:34.863" v="259" actId="1076"/>
          <ac:grpSpMkLst>
            <pc:docMk/>
            <pc:sldMk cId="488082418" sldId="269"/>
            <ac:grpSpMk id="13" creationId="{33D1CCA9-C701-8F48-AB0F-762A7BC6A610}"/>
          </ac:grpSpMkLst>
        </pc:grpChg>
        <pc:cxnChg chg="mod">
          <ac:chgData name="adilton junio" userId="66b3fade76ecdf97" providerId="LiveId" clId="{F3496230-9008-429C-AE45-C6C5CB853630}" dt="2024-07-16T14:43:31.037" v="258"/>
          <ac:cxnSpMkLst>
            <pc:docMk/>
            <pc:sldMk cId="488082418" sldId="269"/>
            <ac:cxnSpMk id="2" creationId="{F029EF53-C5A2-C3CA-453D-3BA24274A7BE}"/>
          </ac:cxnSpMkLst>
        </pc:cxnChg>
        <pc:cxnChg chg="mod">
          <ac:chgData name="adilton junio" userId="66b3fade76ecdf97" providerId="LiveId" clId="{F3496230-9008-429C-AE45-C6C5CB853630}" dt="2024-07-16T14:43:31.037" v="258"/>
          <ac:cxnSpMkLst>
            <pc:docMk/>
            <pc:sldMk cId="488082418" sldId="269"/>
            <ac:cxnSpMk id="3" creationId="{F0AF39B9-F471-9A1B-89DE-97EA4078C2C5}"/>
          </ac:cxnSpMkLst>
        </pc:cxnChg>
      </pc:sldChg>
    </pc:docChg>
  </pc:docChgLst>
  <pc:docChgLst>
    <pc:chgData name="adilton junio" userId="66b3fade76ecdf97" providerId="LiveId" clId="{C262079B-8E42-4F33-9AA1-261C49D5EA05}"/>
    <pc:docChg chg="undo custSel addSld delSld modSld">
      <pc:chgData name="adilton junio" userId="66b3fade76ecdf97" providerId="LiveId" clId="{C262079B-8E42-4F33-9AA1-261C49D5EA05}" dt="2024-07-11T14:10:55.054" v="762"/>
      <pc:docMkLst>
        <pc:docMk/>
      </pc:docMkLst>
      <pc:sldChg chg="addSp delSp modSp mod">
        <pc:chgData name="adilton junio" userId="66b3fade76ecdf97" providerId="LiveId" clId="{C262079B-8E42-4F33-9AA1-261C49D5EA05}" dt="2024-07-09T12:07:18.974" v="18" actId="1076"/>
        <pc:sldMkLst>
          <pc:docMk/>
          <pc:sldMk cId="1157765011" sldId="260"/>
        </pc:sldMkLst>
        <pc:spChg chg="mod">
          <ac:chgData name="adilton junio" userId="66b3fade76ecdf97" providerId="LiveId" clId="{C262079B-8E42-4F33-9AA1-261C49D5EA05}" dt="2024-07-09T11:51:46.990" v="6"/>
          <ac:spMkLst>
            <pc:docMk/>
            <pc:sldMk cId="1157765011" sldId="260"/>
            <ac:spMk id="6" creationId="{25B72799-784B-4BDD-CD2F-E91B2C30512F}"/>
          </ac:spMkLst>
        </pc:spChg>
        <pc:spChg chg="mod">
          <ac:chgData name="adilton junio" userId="66b3fade76ecdf97" providerId="LiveId" clId="{C262079B-8E42-4F33-9AA1-261C49D5EA05}" dt="2024-07-09T11:51:46.990" v="6"/>
          <ac:spMkLst>
            <pc:docMk/>
            <pc:sldMk cId="1157765011" sldId="260"/>
            <ac:spMk id="11" creationId="{854DF1A6-29CF-ADFD-1652-7A7E86438E60}"/>
          </ac:spMkLst>
        </pc:spChg>
        <pc:spChg chg="mod">
          <ac:chgData name="adilton junio" userId="66b3fade76ecdf97" providerId="LiveId" clId="{C262079B-8E42-4F33-9AA1-261C49D5EA05}" dt="2024-07-09T11:51:46.990" v="6"/>
          <ac:spMkLst>
            <pc:docMk/>
            <pc:sldMk cId="1157765011" sldId="260"/>
            <ac:spMk id="13" creationId="{85EEEDD1-389D-1FDD-563F-DF600D0216F2}"/>
          </ac:spMkLst>
        </pc:spChg>
        <pc:spChg chg="mod">
          <ac:chgData name="adilton junio" userId="66b3fade76ecdf97" providerId="LiveId" clId="{C262079B-8E42-4F33-9AA1-261C49D5EA05}" dt="2024-07-09T11:51:46.990" v="6"/>
          <ac:spMkLst>
            <pc:docMk/>
            <pc:sldMk cId="1157765011" sldId="260"/>
            <ac:spMk id="14" creationId="{C5FDCF11-F370-2A5E-22AE-98AC8888AF60}"/>
          </ac:spMkLst>
        </pc:spChg>
        <pc:spChg chg="mod">
          <ac:chgData name="adilton junio" userId="66b3fade76ecdf97" providerId="LiveId" clId="{C262079B-8E42-4F33-9AA1-261C49D5EA05}" dt="2024-07-09T11:51:46.990" v="6"/>
          <ac:spMkLst>
            <pc:docMk/>
            <pc:sldMk cId="1157765011" sldId="260"/>
            <ac:spMk id="15" creationId="{68E2780F-4533-1598-767C-86CC54BE18F5}"/>
          </ac:spMkLst>
        </pc:spChg>
        <pc:spChg chg="mod">
          <ac:chgData name="adilton junio" userId="66b3fade76ecdf97" providerId="LiveId" clId="{C262079B-8E42-4F33-9AA1-261C49D5EA05}" dt="2024-07-09T11:51:46.990" v="6"/>
          <ac:spMkLst>
            <pc:docMk/>
            <pc:sldMk cId="1157765011" sldId="260"/>
            <ac:spMk id="17" creationId="{7D73C70C-EFE5-EA63-7279-A04490FEDF4B}"/>
          </ac:spMkLst>
        </pc:spChg>
        <pc:spChg chg="mod">
          <ac:chgData name="adilton junio" userId="66b3fade76ecdf97" providerId="LiveId" clId="{C262079B-8E42-4F33-9AA1-261C49D5EA05}" dt="2024-07-09T11:51:46.990" v="6"/>
          <ac:spMkLst>
            <pc:docMk/>
            <pc:sldMk cId="1157765011" sldId="260"/>
            <ac:spMk id="19" creationId="{4096B257-F400-9BDB-7753-0768761BFA61}"/>
          </ac:spMkLst>
        </pc:spChg>
        <pc:spChg chg="mod">
          <ac:chgData name="adilton junio" userId="66b3fade76ecdf97" providerId="LiveId" clId="{C262079B-8E42-4F33-9AA1-261C49D5EA05}" dt="2024-07-09T11:51:46.990" v="6"/>
          <ac:spMkLst>
            <pc:docMk/>
            <pc:sldMk cId="1157765011" sldId="260"/>
            <ac:spMk id="21" creationId="{32D38350-B56C-A005-A5EA-4DB579FA011F}"/>
          </ac:spMkLst>
        </pc:spChg>
        <pc:spChg chg="mod">
          <ac:chgData name="adilton junio" userId="66b3fade76ecdf97" providerId="LiveId" clId="{C262079B-8E42-4F33-9AA1-261C49D5EA05}" dt="2024-07-09T11:51:46.990" v="6"/>
          <ac:spMkLst>
            <pc:docMk/>
            <pc:sldMk cId="1157765011" sldId="260"/>
            <ac:spMk id="22" creationId="{2C67F8E4-1719-7E0A-B929-E420FC5A419C}"/>
          </ac:spMkLst>
        </pc:spChg>
        <pc:spChg chg="del">
          <ac:chgData name="adilton junio" userId="66b3fade76ecdf97" providerId="LiveId" clId="{C262079B-8E42-4F33-9AA1-261C49D5EA05}" dt="2024-07-09T11:51:25.514" v="0" actId="478"/>
          <ac:spMkLst>
            <pc:docMk/>
            <pc:sldMk cId="1157765011" sldId="260"/>
            <ac:spMk id="24" creationId="{519010FE-A28D-ED13-24AD-648D44AE4C64}"/>
          </ac:spMkLst>
        </pc:spChg>
        <pc:spChg chg="del">
          <ac:chgData name="adilton junio" userId="66b3fade76ecdf97" providerId="LiveId" clId="{C262079B-8E42-4F33-9AA1-261C49D5EA05}" dt="2024-07-09T11:51:25.514" v="0" actId="478"/>
          <ac:spMkLst>
            <pc:docMk/>
            <pc:sldMk cId="1157765011" sldId="260"/>
            <ac:spMk id="26" creationId="{EE4B653B-E909-6FDF-6EFE-AEF0DADEF3E3}"/>
          </ac:spMkLst>
        </pc:spChg>
        <pc:spChg chg="del">
          <ac:chgData name="adilton junio" userId="66b3fade76ecdf97" providerId="LiveId" clId="{C262079B-8E42-4F33-9AA1-261C49D5EA05}" dt="2024-07-09T11:51:25.514" v="0" actId="478"/>
          <ac:spMkLst>
            <pc:docMk/>
            <pc:sldMk cId="1157765011" sldId="260"/>
            <ac:spMk id="27" creationId="{BFE1C83B-9FA0-F85D-AADF-72DFC9173092}"/>
          </ac:spMkLst>
        </pc:spChg>
        <pc:spChg chg="del">
          <ac:chgData name="adilton junio" userId="66b3fade76ecdf97" providerId="LiveId" clId="{C262079B-8E42-4F33-9AA1-261C49D5EA05}" dt="2024-07-09T11:51:25.514" v="0" actId="478"/>
          <ac:spMkLst>
            <pc:docMk/>
            <pc:sldMk cId="1157765011" sldId="260"/>
            <ac:spMk id="28" creationId="{981A3500-9298-24EF-3DB2-3620D9F67319}"/>
          </ac:spMkLst>
        </pc:spChg>
        <pc:spChg chg="del">
          <ac:chgData name="adilton junio" userId="66b3fade76ecdf97" providerId="LiveId" clId="{C262079B-8E42-4F33-9AA1-261C49D5EA05}" dt="2024-07-09T11:51:25.514" v="0" actId="478"/>
          <ac:spMkLst>
            <pc:docMk/>
            <pc:sldMk cId="1157765011" sldId="260"/>
            <ac:spMk id="58" creationId="{85BB0B71-AFDA-32E2-DA28-2E9CE38FA807}"/>
          </ac:spMkLst>
        </pc:spChg>
        <pc:spChg chg="del">
          <ac:chgData name="adilton junio" userId="66b3fade76ecdf97" providerId="LiveId" clId="{C262079B-8E42-4F33-9AA1-261C49D5EA05}" dt="2024-07-09T11:51:25.514" v="0" actId="478"/>
          <ac:spMkLst>
            <pc:docMk/>
            <pc:sldMk cId="1157765011" sldId="260"/>
            <ac:spMk id="59" creationId="{2535DFEC-93F5-B833-596D-76FA1DCDBD93}"/>
          </ac:spMkLst>
        </pc:spChg>
        <pc:spChg chg="del">
          <ac:chgData name="adilton junio" userId="66b3fade76ecdf97" providerId="LiveId" clId="{C262079B-8E42-4F33-9AA1-261C49D5EA05}" dt="2024-07-09T11:51:25.514" v="0" actId="478"/>
          <ac:spMkLst>
            <pc:docMk/>
            <pc:sldMk cId="1157765011" sldId="260"/>
            <ac:spMk id="60" creationId="{FEE6F5D0-4A78-C203-9D5C-B02650C1FFCB}"/>
          </ac:spMkLst>
        </pc:spChg>
        <pc:spChg chg="del">
          <ac:chgData name="adilton junio" userId="66b3fade76ecdf97" providerId="LiveId" clId="{C262079B-8E42-4F33-9AA1-261C49D5EA05}" dt="2024-07-09T11:51:25.514" v="0" actId="478"/>
          <ac:spMkLst>
            <pc:docMk/>
            <pc:sldMk cId="1157765011" sldId="260"/>
            <ac:spMk id="61" creationId="{2503BB47-C833-3BA3-6672-45EA462454E9}"/>
          </ac:spMkLst>
        </pc:spChg>
        <pc:spChg chg="del">
          <ac:chgData name="adilton junio" userId="66b3fade76ecdf97" providerId="LiveId" clId="{C262079B-8E42-4F33-9AA1-261C49D5EA05}" dt="2024-07-09T11:51:25.514" v="0" actId="478"/>
          <ac:spMkLst>
            <pc:docMk/>
            <pc:sldMk cId="1157765011" sldId="260"/>
            <ac:spMk id="62" creationId="{9D3C219B-D1E2-2F5C-3CE6-097F0E7848ED}"/>
          </ac:spMkLst>
        </pc:spChg>
        <pc:grpChg chg="add mod">
          <ac:chgData name="adilton junio" userId="66b3fade76ecdf97" providerId="LiveId" clId="{C262079B-8E42-4F33-9AA1-261C49D5EA05}" dt="2024-07-09T11:51:46.990" v="6"/>
          <ac:grpSpMkLst>
            <pc:docMk/>
            <pc:sldMk cId="1157765011" sldId="260"/>
            <ac:grpSpMk id="4" creationId="{5C62A87D-F27D-776E-0685-377AA07C25E6}"/>
          </ac:grpSpMkLst>
        </pc:grpChg>
        <pc:grpChg chg="mod">
          <ac:chgData name="adilton junio" userId="66b3fade76ecdf97" providerId="LiveId" clId="{C262079B-8E42-4F33-9AA1-261C49D5EA05}" dt="2024-07-09T11:51:46.990" v="6"/>
          <ac:grpSpMkLst>
            <pc:docMk/>
            <pc:sldMk cId="1157765011" sldId="260"/>
            <ac:grpSpMk id="5" creationId="{B418F9AF-B675-71FC-6EA9-151C486004EE}"/>
          </ac:grpSpMkLst>
        </pc:grpChg>
        <pc:grpChg chg="mod">
          <ac:chgData name="adilton junio" userId="66b3fade76ecdf97" providerId="LiveId" clId="{C262079B-8E42-4F33-9AA1-261C49D5EA05}" dt="2024-07-09T11:51:46.990" v="6"/>
          <ac:grpSpMkLst>
            <pc:docMk/>
            <pc:sldMk cId="1157765011" sldId="260"/>
            <ac:grpSpMk id="7" creationId="{044F132B-D637-F216-CECE-D08756F00200}"/>
          </ac:grpSpMkLst>
        </pc:grpChg>
        <pc:grpChg chg="mod">
          <ac:chgData name="adilton junio" userId="66b3fade76ecdf97" providerId="LiveId" clId="{C262079B-8E42-4F33-9AA1-261C49D5EA05}" dt="2024-07-09T11:51:46.990" v="6"/>
          <ac:grpSpMkLst>
            <pc:docMk/>
            <pc:sldMk cId="1157765011" sldId="260"/>
            <ac:grpSpMk id="8" creationId="{B6C16B9E-7660-3EE6-0DE5-D12494D316D6}"/>
          </ac:grpSpMkLst>
        </pc:grpChg>
        <pc:grpChg chg="mod">
          <ac:chgData name="adilton junio" userId="66b3fade76ecdf97" providerId="LiveId" clId="{C262079B-8E42-4F33-9AA1-261C49D5EA05}" dt="2024-07-09T11:51:46.990" v="6"/>
          <ac:grpSpMkLst>
            <pc:docMk/>
            <pc:sldMk cId="1157765011" sldId="260"/>
            <ac:grpSpMk id="9" creationId="{3E1FD49F-D08F-36CE-2DE3-163CB7D32295}"/>
          </ac:grpSpMkLst>
        </pc:grpChg>
        <pc:grpChg chg="mod">
          <ac:chgData name="adilton junio" userId="66b3fade76ecdf97" providerId="LiveId" clId="{C262079B-8E42-4F33-9AA1-261C49D5EA05}" dt="2024-07-09T11:51:46.990" v="6"/>
          <ac:grpSpMkLst>
            <pc:docMk/>
            <pc:sldMk cId="1157765011" sldId="260"/>
            <ac:grpSpMk id="10" creationId="{2399B849-1589-412C-4962-57317E17402B}"/>
          </ac:grpSpMkLst>
        </pc:grpChg>
        <pc:picChg chg="add del mod">
          <ac:chgData name="adilton junio" userId="66b3fade76ecdf97" providerId="LiveId" clId="{C262079B-8E42-4F33-9AA1-261C49D5EA05}" dt="2024-07-09T12:06:59.752" v="8" actId="478"/>
          <ac:picMkLst>
            <pc:docMk/>
            <pc:sldMk cId="1157765011" sldId="260"/>
            <ac:picMk id="3" creationId="{3CC1BFB1-437C-F3AE-88A0-144910D502B7}"/>
          </ac:picMkLst>
        </pc:picChg>
        <pc:picChg chg="add mod">
          <ac:chgData name="adilton junio" userId="66b3fade76ecdf97" providerId="LiveId" clId="{C262079B-8E42-4F33-9AA1-261C49D5EA05}" dt="2024-07-09T12:07:18.974" v="18" actId="1076"/>
          <ac:picMkLst>
            <pc:docMk/>
            <pc:sldMk cId="1157765011" sldId="260"/>
            <ac:picMk id="25" creationId="{AF015A9F-E8B6-3883-6C4F-8B5CCF3E1743}"/>
          </ac:picMkLst>
        </pc:picChg>
        <pc:picChg chg="del">
          <ac:chgData name="adilton junio" userId="66b3fade76ecdf97" providerId="LiveId" clId="{C262079B-8E42-4F33-9AA1-261C49D5EA05}" dt="2024-07-09T11:51:34.095" v="3" actId="478"/>
          <ac:picMkLst>
            <pc:docMk/>
            <pc:sldMk cId="1157765011" sldId="260"/>
            <ac:picMk id="110" creationId="{28E6BA5D-18FD-7AD0-9B5C-C194F7251D9A}"/>
          </ac:picMkLst>
        </pc:picChg>
        <pc:cxnChg chg="mod">
          <ac:chgData name="adilton junio" userId="66b3fade76ecdf97" providerId="LiveId" clId="{C262079B-8E42-4F33-9AA1-261C49D5EA05}" dt="2024-07-09T11:51:46.990" v="6"/>
          <ac:cxnSpMkLst>
            <pc:docMk/>
            <pc:sldMk cId="1157765011" sldId="260"/>
            <ac:cxnSpMk id="12" creationId="{B8A5B252-CF86-24D4-C8F9-87361D387AB8}"/>
          </ac:cxnSpMkLst>
        </pc:cxnChg>
        <pc:cxnChg chg="mod">
          <ac:chgData name="adilton junio" userId="66b3fade76ecdf97" providerId="LiveId" clId="{C262079B-8E42-4F33-9AA1-261C49D5EA05}" dt="2024-07-09T11:51:46.990" v="6"/>
          <ac:cxnSpMkLst>
            <pc:docMk/>
            <pc:sldMk cId="1157765011" sldId="260"/>
            <ac:cxnSpMk id="16" creationId="{F66AC23B-F9E1-A736-876B-8C830B352A1B}"/>
          </ac:cxnSpMkLst>
        </pc:cxnChg>
        <pc:cxnChg chg="mod">
          <ac:chgData name="adilton junio" userId="66b3fade76ecdf97" providerId="LiveId" clId="{C262079B-8E42-4F33-9AA1-261C49D5EA05}" dt="2024-07-09T11:51:46.990" v="6"/>
          <ac:cxnSpMkLst>
            <pc:docMk/>
            <pc:sldMk cId="1157765011" sldId="260"/>
            <ac:cxnSpMk id="18" creationId="{F253055D-73BC-BC5E-DE5E-81E06284BA7B}"/>
          </ac:cxnSpMkLst>
        </pc:cxnChg>
        <pc:cxnChg chg="mod">
          <ac:chgData name="adilton junio" userId="66b3fade76ecdf97" providerId="LiveId" clId="{C262079B-8E42-4F33-9AA1-261C49D5EA05}" dt="2024-07-09T11:51:46.990" v="6"/>
          <ac:cxnSpMkLst>
            <pc:docMk/>
            <pc:sldMk cId="1157765011" sldId="260"/>
            <ac:cxnSpMk id="20" creationId="{4B8DC4AF-3295-8623-710A-368D5F5294D8}"/>
          </ac:cxnSpMkLst>
        </pc:cxnChg>
      </pc:sldChg>
      <pc:sldChg chg="new del">
        <pc:chgData name="adilton junio" userId="66b3fade76ecdf97" providerId="LiveId" clId="{C262079B-8E42-4F33-9AA1-261C49D5EA05}" dt="2024-07-11T13:27:15.815" v="20" actId="680"/>
        <pc:sldMkLst>
          <pc:docMk/>
          <pc:sldMk cId="1040094665" sldId="261"/>
        </pc:sldMkLst>
      </pc:sldChg>
      <pc:sldChg chg="addSp delSp modSp add mod">
        <pc:chgData name="adilton junio" userId="66b3fade76ecdf97" providerId="LiveId" clId="{C262079B-8E42-4F33-9AA1-261C49D5EA05}" dt="2024-07-11T14:10:55.054" v="762"/>
        <pc:sldMkLst>
          <pc:docMk/>
          <pc:sldMk cId="2120586955" sldId="261"/>
        </pc:sldMkLst>
        <pc:spChg chg="del mod topLvl">
          <ac:chgData name="adilton junio" userId="66b3fade76ecdf97" providerId="LiveId" clId="{C262079B-8E42-4F33-9AA1-261C49D5EA05}" dt="2024-07-11T14:08:37.935" v="688" actId="478"/>
          <ac:spMkLst>
            <pc:docMk/>
            <pc:sldMk cId="2120586955" sldId="261"/>
            <ac:spMk id="2" creationId="{1BC54203-E03E-9308-A2D2-0DE0F523E969}"/>
          </ac:spMkLst>
        </pc:spChg>
        <pc:spChg chg="add del mod topLvl">
          <ac:chgData name="adilton junio" userId="66b3fade76ecdf97" providerId="LiveId" clId="{C262079B-8E42-4F33-9AA1-261C49D5EA05}" dt="2024-07-11T13:56:32.062" v="460" actId="164"/>
          <ac:spMkLst>
            <pc:docMk/>
            <pc:sldMk cId="2120586955" sldId="261"/>
            <ac:spMk id="6" creationId="{25B72799-784B-4BDD-CD2F-E91B2C30512F}"/>
          </ac:spMkLst>
        </pc:spChg>
        <pc:spChg chg="add del">
          <ac:chgData name="adilton junio" userId="66b3fade76ecdf97" providerId="LiveId" clId="{C262079B-8E42-4F33-9AA1-261C49D5EA05}" dt="2024-07-11T13:28:31.075" v="42" actId="478"/>
          <ac:spMkLst>
            <pc:docMk/>
            <pc:sldMk cId="2120586955" sldId="261"/>
            <ac:spMk id="9" creationId="{FCF34CC1-C390-8556-DDB1-EE7EDA0A4E50}"/>
          </ac:spMkLst>
        </pc:spChg>
        <pc:spChg chg="del">
          <ac:chgData name="adilton junio" userId="66b3fade76ecdf97" providerId="LiveId" clId="{C262079B-8E42-4F33-9AA1-261C49D5EA05}" dt="2024-07-11T13:27:20.854" v="22" actId="478"/>
          <ac:spMkLst>
            <pc:docMk/>
            <pc:sldMk cId="2120586955" sldId="261"/>
            <ac:spMk id="10" creationId="{2E02A9AD-579A-E323-E9BC-8004C367E95D}"/>
          </ac:spMkLst>
        </pc:spChg>
        <pc:spChg chg="del">
          <ac:chgData name="adilton junio" userId="66b3fade76ecdf97" providerId="LiveId" clId="{C262079B-8E42-4F33-9AA1-261C49D5EA05}" dt="2024-07-11T13:27:20.854" v="22" actId="478"/>
          <ac:spMkLst>
            <pc:docMk/>
            <pc:sldMk cId="2120586955" sldId="261"/>
            <ac:spMk id="11" creationId="{6553E2D4-010D-248E-95BD-E3FE9B0794B7}"/>
          </ac:spMkLst>
        </pc:spChg>
        <pc:spChg chg="add mod">
          <ac:chgData name="adilton junio" userId="66b3fade76ecdf97" providerId="LiveId" clId="{C262079B-8E42-4F33-9AA1-261C49D5EA05}" dt="2024-07-11T13:56:42.858" v="473" actId="164"/>
          <ac:spMkLst>
            <pc:docMk/>
            <pc:sldMk cId="2120586955" sldId="261"/>
            <ac:spMk id="12" creationId="{2BC69956-E7A5-8480-5760-3140D4899415}"/>
          </ac:spMkLst>
        </pc:spChg>
        <pc:spChg chg="add mod ord">
          <ac:chgData name="adilton junio" userId="66b3fade76ecdf97" providerId="LiveId" clId="{C262079B-8E42-4F33-9AA1-261C49D5EA05}" dt="2024-07-11T14:04:45.380" v="645" actId="166"/>
          <ac:spMkLst>
            <pc:docMk/>
            <pc:sldMk cId="2120586955" sldId="261"/>
            <ac:spMk id="13" creationId="{5FE68206-7DAC-58F0-27D4-2EF657CA7E6E}"/>
          </ac:spMkLst>
        </pc:spChg>
        <pc:spChg chg="del mod">
          <ac:chgData name="adilton junio" userId="66b3fade76ecdf97" providerId="LiveId" clId="{C262079B-8E42-4F33-9AA1-261C49D5EA05}" dt="2024-07-11T13:27:47.515" v="32" actId="478"/>
          <ac:spMkLst>
            <pc:docMk/>
            <pc:sldMk cId="2120586955" sldId="261"/>
            <ac:spMk id="17" creationId="{7D73C70C-EFE5-EA63-7279-A04490FEDF4B}"/>
          </ac:spMkLst>
        </pc:spChg>
        <pc:spChg chg="del mod">
          <ac:chgData name="adilton junio" userId="66b3fade76ecdf97" providerId="LiveId" clId="{C262079B-8E42-4F33-9AA1-261C49D5EA05}" dt="2024-07-11T13:27:37.620" v="25" actId="478"/>
          <ac:spMkLst>
            <pc:docMk/>
            <pc:sldMk cId="2120586955" sldId="261"/>
            <ac:spMk id="19" creationId="{4096B257-F400-9BDB-7753-0768761BFA61}"/>
          </ac:spMkLst>
        </pc:spChg>
        <pc:spChg chg="del mod">
          <ac:chgData name="adilton junio" userId="66b3fade76ecdf97" providerId="LiveId" clId="{C262079B-8E42-4F33-9AA1-261C49D5EA05}" dt="2024-07-11T13:27:54.640" v="34" actId="478"/>
          <ac:spMkLst>
            <pc:docMk/>
            <pc:sldMk cId="2120586955" sldId="261"/>
            <ac:spMk id="21" creationId="{32D38350-B56C-A005-A5EA-4DB579FA011F}"/>
          </ac:spMkLst>
        </pc:spChg>
        <pc:spChg chg="del mod">
          <ac:chgData name="adilton junio" userId="66b3fade76ecdf97" providerId="LiveId" clId="{C262079B-8E42-4F33-9AA1-261C49D5EA05}" dt="2024-07-11T13:27:58.110" v="37" actId="478"/>
          <ac:spMkLst>
            <pc:docMk/>
            <pc:sldMk cId="2120586955" sldId="261"/>
            <ac:spMk id="22" creationId="{2C67F8E4-1719-7E0A-B929-E420FC5A419C}"/>
          </ac:spMkLst>
        </pc:spChg>
        <pc:spChg chg="del mod">
          <ac:chgData name="adilton junio" userId="66b3fade76ecdf97" providerId="LiveId" clId="{C262079B-8E42-4F33-9AA1-261C49D5EA05}" dt="2024-07-11T13:27:42.577" v="28" actId="478"/>
          <ac:spMkLst>
            <pc:docMk/>
            <pc:sldMk cId="2120586955" sldId="261"/>
            <ac:spMk id="26" creationId="{FC42B46F-907E-AC08-685F-E331AA7CFEE1}"/>
          </ac:spMkLst>
        </pc:spChg>
        <pc:spChg chg="del mod">
          <ac:chgData name="adilton junio" userId="66b3fade76ecdf97" providerId="LiveId" clId="{C262079B-8E42-4F33-9AA1-261C49D5EA05}" dt="2024-07-11T13:27:44.180" v="29" actId="478"/>
          <ac:spMkLst>
            <pc:docMk/>
            <pc:sldMk cId="2120586955" sldId="261"/>
            <ac:spMk id="27" creationId="{ACEAE7C5-12B0-97DD-90C8-0886F08AC5CE}"/>
          </ac:spMkLst>
        </pc:spChg>
        <pc:spChg chg="mod">
          <ac:chgData name="adilton junio" userId="66b3fade76ecdf97" providerId="LiveId" clId="{C262079B-8E42-4F33-9AA1-261C49D5EA05}" dt="2024-07-11T13:27:29.928" v="23" actId="165"/>
          <ac:spMkLst>
            <pc:docMk/>
            <pc:sldMk cId="2120586955" sldId="261"/>
            <ac:spMk id="32" creationId="{56258F3E-B884-A72D-9330-3FB344429180}"/>
          </ac:spMkLst>
        </pc:spChg>
        <pc:spChg chg="mod">
          <ac:chgData name="adilton junio" userId="66b3fade76ecdf97" providerId="LiveId" clId="{C262079B-8E42-4F33-9AA1-261C49D5EA05}" dt="2024-07-11T13:27:29.928" v="23" actId="165"/>
          <ac:spMkLst>
            <pc:docMk/>
            <pc:sldMk cId="2120586955" sldId="261"/>
            <ac:spMk id="33" creationId="{7661BF03-F0F7-F240-ABF6-5CB8A1C6A158}"/>
          </ac:spMkLst>
        </pc:spChg>
        <pc:spChg chg="del mod topLvl">
          <ac:chgData name="adilton junio" userId="66b3fade76ecdf97" providerId="LiveId" clId="{C262079B-8E42-4F33-9AA1-261C49D5EA05}" dt="2024-07-11T13:28:06.548" v="40" actId="478"/>
          <ac:spMkLst>
            <pc:docMk/>
            <pc:sldMk cId="2120586955" sldId="261"/>
            <ac:spMk id="58" creationId="{E646922A-7770-46CC-0674-6F0475EDB0BC}"/>
          </ac:spMkLst>
        </pc:spChg>
        <pc:spChg chg="del">
          <ac:chgData name="adilton junio" userId="66b3fade76ecdf97" providerId="LiveId" clId="{C262079B-8E42-4F33-9AA1-261C49D5EA05}" dt="2024-07-11T13:27:20.854" v="22" actId="478"/>
          <ac:spMkLst>
            <pc:docMk/>
            <pc:sldMk cId="2120586955" sldId="261"/>
            <ac:spMk id="62" creationId="{0E6851ED-F623-B242-432C-FEFF6156689D}"/>
          </ac:spMkLst>
        </pc:spChg>
        <pc:spChg chg="del">
          <ac:chgData name="adilton junio" userId="66b3fade76ecdf97" providerId="LiveId" clId="{C262079B-8E42-4F33-9AA1-261C49D5EA05}" dt="2024-07-11T13:27:20.854" v="22" actId="478"/>
          <ac:spMkLst>
            <pc:docMk/>
            <pc:sldMk cId="2120586955" sldId="261"/>
            <ac:spMk id="63" creationId="{8828E7B0-85CE-BDDA-07F3-7044E1CFE515}"/>
          </ac:spMkLst>
        </pc:spChg>
        <pc:spChg chg="add del">
          <ac:chgData name="adilton junio" userId="66b3fade76ecdf97" providerId="LiveId" clId="{C262079B-8E42-4F33-9AA1-261C49D5EA05}" dt="2024-07-11T13:48:32.264" v="320" actId="478"/>
          <ac:spMkLst>
            <pc:docMk/>
            <pc:sldMk cId="2120586955" sldId="261"/>
            <ac:spMk id="113" creationId="{0ABA996D-8752-1A12-35A8-4C14C165A8C9}"/>
          </ac:spMkLst>
        </pc:spChg>
        <pc:spChg chg="add mod ord">
          <ac:chgData name="adilton junio" userId="66b3fade76ecdf97" providerId="LiveId" clId="{C262079B-8E42-4F33-9AA1-261C49D5EA05}" dt="2024-07-11T14:04:41.732" v="644" actId="167"/>
          <ac:spMkLst>
            <pc:docMk/>
            <pc:sldMk cId="2120586955" sldId="261"/>
            <ac:spMk id="114" creationId="{2647D9C4-CF84-8DD7-0786-8D34B5826FFA}"/>
          </ac:spMkLst>
        </pc:spChg>
        <pc:spChg chg="add del mod">
          <ac:chgData name="adilton junio" userId="66b3fade76ecdf97" providerId="LiveId" clId="{C262079B-8E42-4F33-9AA1-261C49D5EA05}" dt="2024-07-11T13:50:58.390" v="333" actId="478"/>
          <ac:spMkLst>
            <pc:docMk/>
            <pc:sldMk cId="2120586955" sldId="261"/>
            <ac:spMk id="115" creationId="{C60D3A0E-8645-647D-7E97-D529B5AF6A69}"/>
          </ac:spMkLst>
        </pc:spChg>
        <pc:spChg chg="add mod">
          <ac:chgData name="adilton junio" userId="66b3fade76ecdf97" providerId="LiveId" clId="{C262079B-8E42-4F33-9AA1-261C49D5EA05}" dt="2024-07-11T13:56:32.062" v="460" actId="164"/>
          <ac:spMkLst>
            <pc:docMk/>
            <pc:sldMk cId="2120586955" sldId="261"/>
            <ac:spMk id="116" creationId="{04F99EF5-D378-A697-E211-BD95A4D7EACA}"/>
          </ac:spMkLst>
        </pc:spChg>
        <pc:spChg chg="add mod">
          <ac:chgData name="adilton junio" userId="66b3fade76ecdf97" providerId="LiveId" clId="{C262079B-8E42-4F33-9AA1-261C49D5EA05}" dt="2024-07-11T13:56:32.062" v="460" actId="164"/>
          <ac:spMkLst>
            <pc:docMk/>
            <pc:sldMk cId="2120586955" sldId="261"/>
            <ac:spMk id="117" creationId="{ED20AE49-A3FA-8DAA-267E-E4322CBCC2B0}"/>
          </ac:spMkLst>
        </pc:spChg>
        <pc:spChg chg="mod topLvl">
          <ac:chgData name="adilton junio" userId="66b3fade76ecdf97" providerId="LiveId" clId="{C262079B-8E42-4F33-9AA1-261C49D5EA05}" dt="2024-07-11T13:59:38.470" v="613" actId="20577"/>
          <ac:spMkLst>
            <pc:docMk/>
            <pc:sldMk cId="2120586955" sldId="261"/>
            <ac:spMk id="123" creationId="{7ECB4E05-DA77-9E87-39D0-349B35E76954}"/>
          </ac:spMkLst>
        </pc:spChg>
        <pc:spChg chg="mod">
          <ac:chgData name="adilton junio" userId="66b3fade76ecdf97" providerId="LiveId" clId="{C262079B-8E42-4F33-9AA1-261C49D5EA05}" dt="2024-07-11T13:53:09.407" v="360" actId="165"/>
          <ac:spMkLst>
            <pc:docMk/>
            <pc:sldMk cId="2120586955" sldId="261"/>
            <ac:spMk id="124" creationId="{66686869-97F7-18E4-66E8-A7903F07152F}"/>
          </ac:spMkLst>
        </pc:spChg>
        <pc:spChg chg="mod">
          <ac:chgData name="adilton junio" userId="66b3fade76ecdf97" providerId="LiveId" clId="{C262079B-8E42-4F33-9AA1-261C49D5EA05}" dt="2024-07-11T13:53:09.407" v="360" actId="165"/>
          <ac:spMkLst>
            <pc:docMk/>
            <pc:sldMk cId="2120586955" sldId="261"/>
            <ac:spMk id="125" creationId="{92D6FACC-71CE-97D7-7A78-BEEC1A097AB1}"/>
          </ac:spMkLst>
        </pc:spChg>
        <pc:spChg chg="mod">
          <ac:chgData name="adilton junio" userId="66b3fade76ecdf97" providerId="LiveId" clId="{C262079B-8E42-4F33-9AA1-261C49D5EA05}" dt="2024-07-11T13:59:38.470" v="613" actId="20577"/>
          <ac:spMkLst>
            <pc:docMk/>
            <pc:sldMk cId="2120586955" sldId="261"/>
            <ac:spMk id="127" creationId="{E311051D-7051-9D7D-4E65-08D8411D2BB1}"/>
          </ac:spMkLst>
        </pc:spChg>
        <pc:spChg chg="del mod">
          <ac:chgData name="adilton junio" userId="66b3fade76ecdf97" providerId="LiveId" clId="{C262079B-8E42-4F33-9AA1-261C49D5EA05}" dt="2024-07-11T13:53:26.651" v="365" actId="478"/>
          <ac:spMkLst>
            <pc:docMk/>
            <pc:sldMk cId="2120586955" sldId="261"/>
            <ac:spMk id="128" creationId="{6B646801-7E7E-2B3B-7E5B-6F33777B84A2}"/>
          </ac:spMkLst>
        </pc:spChg>
        <pc:spChg chg="del mod">
          <ac:chgData name="adilton junio" userId="66b3fade76ecdf97" providerId="LiveId" clId="{C262079B-8E42-4F33-9AA1-261C49D5EA05}" dt="2024-07-11T13:53:24.999" v="364" actId="478"/>
          <ac:spMkLst>
            <pc:docMk/>
            <pc:sldMk cId="2120586955" sldId="261"/>
            <ac:spMk id="130" creationId="{96653074-1584-EEC7-A275-58A843F72F49}"/>
          </ac:spMkLst>
        </pc:spChg>
        <pc:spChg chg="mod">
          <ac:chgData name="adilton junio" userId="66b3fade76ecdf97" providerId="LiveId" clId="{C262079B-8E42-4F33-9AA1-261C49D5EA05}" dt="2024-07-11T13:59:38.470" v="613" actId="20577"/>
          <ac:spMkLst>
            <pc:docMk/>
            <pc:sldMk cId="2120586955" sldId="261"/>
            <ac:spMk id="132" creationId="{8481E6AD-0D3A-0433-A1D0-36EE15F02962}"/>
          </ac:spMkLst>
        </pc:spChg>
        <pc:spChg chg="del mod">
          <ac:chgData name="adilton junio" userId="66b3fade76ecdf97" providerId="LiveId" clId="{C262079B-8E42-4F33-9AA1-261C49D5EA05}" dt="2024-07-11T13:59:31.179" v="609" actId="478"/>
          <ac:spMkLst>
            <pc:docMk/>
            <pc:sldMk cId="2120586955" sldId="261"/>
            <ac:spMk id="135" creationId="{3FDB1E9F-1189-3F03-AA97-CAFBBC2D8771}"/>
          </ac:spMkLst>
        </pc:spChg>
        <pc:spChg chg="del mod">
          <ac:chgData name="adilton junio" userId="66b3fade76ecdf97" providerId="LiveId" clId="{C262079B-8E42-4F33-9AA1-261C49D5EA05}" dt="2024-07-11T14:10:50.933" v="759" actId="478"/>
          <ac:spMkLst>
            <pc:docMk/>
            <pc:sldMk cId="2120586955" sldId="261"/>
            <ac:spMk id="137" creationId="{02A5C4E3-12D0-295F-B46D-460FB3B908A3}"/>
          </ac:spMkLst>
        </pc:spChg>
        <pc:spChg chg="mod">
          <ac:chgData name="adilton junio" userId="66b3fade76ecdf97" providerId="LiveId" clId="{C262079B-8E42-4F33-9AA1-261C49D5EA05}" dt="2024-07-11T14:02:26.586" v="634" actId="692"/>
          <ac:spMkLst>
            <pc:docMk/>
            <pc:sldMk cId="2120586955" sldId="261"/>
            <ac:spMk id="139" creationId="{3AE8E163-D75D-09A9-3119-CC139912AE94}"/>
          </ac:spMkLst>
        </pc:spChg>
        <pc:spChg chg="mod">
          <ac:chgData name="adilton junio" userId="66b3fade76ecdf97" providerId="LiveId" clId="{C262079B-8E42-4F33-9AA1-261C49D5EA05}" dt="2024-07-11T13:59:38.470" v="613" actId="20577"/>
          <ac:spMkLst>
            <pc:docMk/>
            <pc:sldMk cId="2120586955" sldId="261"/>
            <ac:spMk id="140" creationId="{331E8971-A7DB-DEE4-A08E-0F0E34B11721}"/>
          </ac:spMkLst>
        </pc:spChg>
        <pc:spChg chg="mod">
          <ac:chgData name="adilton junio" userId="66b3fade76ecdf97" providerId="LiveId" clId="{C262079B-8E42-4F33-9AA1-261C49D5EA05}" dt="2024-07-11T13:56:17.005" v="432"/>
          <ac:spMkLst>
            <pc:docMk/>
            <pc:sldMk cId="2120586955" sldId="261"/>
            <ac:spMk id="147" creationId="{2AA7250A-2AC6-08E0-B821-754049FF6C4E}"/>
          </ac:spMkLst>
        </pc:spChg>
        <pc:spChg chg="mod">
          <ac:chgData name="adilton junio" userId="66b3fade76ecdf97" providerId="LiveId" clId="{C262079B-8E42-4F33-9AA1-261C49D5EA05}" dt="2024-07-11T13:56:17.005" v="432"/>
          <ac:spMkLst>
            <pc:docMk/>
            <pc:sldMk cId="2120586955" sldId="261"/>
            <ac:spMk id="149" creationId="{CBB258FF-EE59-991F-27EF-C9DE5299AD10}"/>
          </ac:spMkLst>
        </pc:spChg>
        <pc:spChg chg="mod">
          <ac:chgData name="adilton junio" userId="66b3fade76ecdf97" providerId="LiveId" clId="{C262079B-8E42-4F33-9AA1-261C49D5EA05}" dt="2024-07-11T13:56:17.005" v="432"/>
          <ac:spMkLst>
            <pc:docMk/>
            <pc:sldMk cId="2120586955" sldId="261"/>
            <ac:spMk id="151" creationId="{C9822F8C-8335-6871-EE6E-BFEB6E462838}"/>
          </ac:spMkLst>
        </pc:spChg>
        <pc:spChg chg="mod">
          <ac:chgData name="adilton junio" userId="66b3fade76ecdf97" providerId="LiveId" clId="{C262079B-8E42-4F33-9AA1-261C49D5EA05}" dt="2024-07-11T13:56:17.005" v="432"/>
          <ac:spMkLst>
            <pc:docMk/>
            <pc:sldMk cId="2120586955" sldId="261"/>
            <ac:spMk id="154" creationId="{13327AAB-629B-D51D-5365-C4B1DC34B93F}"/>
          </ac:spMkLst>
        </pc:spChg>
        <pc:spChg chg="mod">
          <ac:chgData name="adilton junio" userId="66b3fade76ecdf97" providerId="LiveId" clId="{C262079B-8E42-4F33-9AA1-261C49D5EA05}" dt="2024-07-11T13:56:17.005" v="432"/>
          <ac:spMkLst>
            <pc:docMk/>
            <pc:sldMk cId="2120586955" sldId="261"/>
            <ac:spMk id="156" creationId="{20A9BE5C-BEC9-B7F9-6265-754245F96C69}"/>
          </ac:spMkLst>
        </pc:spChg>
        <pc:spChg chg="mod">
          <ac:chgData name="adilton junio" userId="66b3fade76ecdf97" providerId="LiveId" clId="{C262079B-8E42-4F33-9AA1-261C49D5EA05}" dt="2024-07-11T13:56:17.005" v="432"/>
          <ac:spMkLst>
            <pc:docMk/>
            <pc:sldMk cId="2120586955" sldId="261"/>
            <ac:spMk id="158" creationId="{0DE4BCE7-94FE-0940-6A35-707CDED7562E}"/>
          </ac:spMkLst>
        </pc:spChg>
        <pc:spChg chg="mod">
          <ac:chgData name="adilton junio" userId="66b3fade76ecdf97" providerId="LiveId" clId="{C262079B-8E42-4F33-9AA1-261C49D5EA05}" dt="2024-07-11T13:56:17.005" v="432"/>
          <ac:spMkLst>
            <pc:docMk/>
            <pc:sldMk cId="2120586955" sldId="261"/>
            <ac:spMk id="159" creationId="{CDDB72D6-F136-C16D-B098-7DD4633771AB}"/>
          </ac:spMkLst>
        </pc:spChg>
        <pc:spChg chg="add del mod">
          <ac:chgData name="adilton junio" userId="66b3fade76ecdf97" providerId="LiveId" clId="{C262079B-8E42-4F33-9AA1-261C49D5EA05}" dt="2024-07-11T13:58:49.088" v="590" actId="478"/>
          <ac:spMkLst>
            <pc:docMk/>
            <pc:sldMk cId="2120586955" sldId="261"/>
            <ac:spMk id="167" creationId="{199A97C4-8E67-04D3-952B-33AD06E422AD}"/>
          </ac:spMkLst>
        </pc:spChg>
        <pc:spChg chg="add del mod">
          <ac:chgData name="adilton junio" userId="66b3fade76ecdf97" providerId="LiveId" clId="{C262079B-8E42-4F33-9AA1-261C49D5EA05}" dt="2024-07-11T14:10:52.426" v="760" actId="478"/>
          <ac:spMkLst>
            <pc:docMk/>
            <pc:sldMk cId="2120586955" sldId="261"/>
            <ac:spMk id="168" creationId="{BA05DBC3-FDC0-8B7D-5DB6-BA6C76847D43}"/>
          </ac:spMkLst>
        </pc:spChg>
        <pc:spChg chg="add del mod">
          <ac:chgData name="adilton junio" userId="66b3fade76ecdf97" providerId="LiveId" clId="{C262079B-8E42-4F33-9AA1-261C49D5EA05}" dt="2024-07-11T14:10:54.122" v="761" actId="478"/>
          <ac:spMkLst>
            <pc:docMk/>
            <pc:sldMk cId="2120586955" sldId="261"/>
            <ac:spMk id="169" creationId="{6816814C-1A0F-94B5-81A0-8B5FB182D4B8}"/>
          </ac:spMkLst>
        </pc:spChg>
        <pc:spChg chg="add mod">
          <ac:chgData name="adilton junio" userId="66b3fade76ecdf97" providerId="LiveId" clId="{C262079B-8E42-4F33-9AA1-261C49D5EA05}" dt="2024-07-11T14:08:41.020" v="689" actId="1076"/>
          <ac:spMkLst>
            <pc:docMk/>
            <pc:sldMk cId="2120586955" sldId="261"/>
            <ac:spMk id="171" creationId="{C51584BB-4D20-E7C5-944E-45BA36E0EFDC}"/>
          </ac:spMkLst>
        </pc:spChg>
        <pc:spChg chg="add mod">
          <ac:chgData name="adilton junio" userId="66b3fade76ecdf97" providerId="LiveId" clId="{C262079B-8E42-4F33-9AA1-261C49D5EA05}" dt="2024-07-11T14:10:55.054" v="762"/>
          <ac:spMkLst>
            <pc:docMk/>
            <pc:sldMk cId="2120586955" sldId="261"/>
            <ac:spMk id="172" creationId="{35C0F33A-A1C5-AD0E-E746-D6935B34155E}"/>
          </ac:spMkLst>
        </pc:spChg>
        <pc:spChg chg="add mod">
          <ac:chgData name="adilton junio" userId="66b3fade76ecdf97" providerId="LiveId" clId="{C262079B-8E42-4F33-9AA1-261C49D5EA05}" dt="2024-07-11T14:10:55.054" v="762"/>
          <ac:spMkLst>
            <pc:docMk/>
            <pc:sldMk cId="2120586955" sldId="261"/>
            <ac:spMk id="173" creationId="{7D8493CB-66CC-0911-8C85-BBB3889870F4}"/>
          </ac:spMkLst>
        </pc:spChg>
        <pc:spChg chg="add mod">
          <ac:chgData name="adilton junio" userId="66b3fade76ecdf97" providerId="LiveId" clId="{C262079B-8E42-4F33-9AA1-261C49D5EA05}" dt="2024-07-11T14:10:55.054" v="762"/>
          <ac:spMkLst>
            <pc:docMk/>
            <pc:sldMk cId="2120586955" sldId="261"/>
            <ac:spMk id="174" creationId="{DA770B05-FAB2-2306-FFDF-B422DD0514C5}"/>
          </ac:spMkLst>
        </pc:spChg>
        <pc:grpChg chg="del mod">
          <ac:chgData name="adilton junio" userId="66b3fade76ecdf97" providerId="LiveId" clId="{C262079B-8E42-4F33-9AA1-261C49D5EA05}" dt="2024-07-11T13:27:58.110" v="37" actId="478"/>
          <ac:grpSpMkLst>
            <pc:docMk/>
            <pc:sldMk cId="2120586955" sldId="261"/>
            <ac:grpSpMk id="4" creationId="{5C62A87D-F27D-776E-0685-377AA07C25E6}"/>
          </ac:grpSpMkLst>
        </pc:grpChg>
        <pc:grpChg chg="del mod">
          <ac:chgData name="adilton junio" userId="66b3fade76ecdf97" providerId="LiveId" clId="{C262079B-8E42-4F33-9AA1-261C49D5EA05}" dt="2024-07-11T13:27:54.640" v="34" actId="478"/>
          <ac:grpSpMkLst>
            <pc:docMk/>
            <pc:sldMk cId="2120586955" sldId="261"/>
            <ac:grpSpMk id="5" creationId="{B418F9AF-B675-71FC-6EA9-151C486004EE}"/>
          </ac:grpSpMkLst>
        </pc:grpChg>
        <pc:grpChg chg="del mod">
          <ac:chgData name="adilton junio" userId="66b3fade76ecdf97" providerId="LiveId" clId="{C262079B-8E42-4F33-9AA1-261C49D5EA05}" dt="2024-07-11T13:27:36.555" v="24" actId="478"/>
          <ac:grpSpMkLst>
            <pc:docMk/>
            <pc:sldMk cId="2120586955" sldId="261"/>
            <ac:grpSpMk id="7" creationId="{044F132B-D637-F216-CECE-D08756F00200}"/>
          </ac:grpSpMkLst>
        </pc:grpChg>
        <pc:grpChg chg="del mod">
          <ac:chgData name="adilton junio" userId="66b3fade76ecdf97" providerId="LiveId" clId="{C262079B-8E42-4F33-9AA1-261C49D5EA05}" dt="2024-07-11T13:27:47.515" v="32" actId="478"/>
          <ac:grpSpMkLst>
            <pc:docMk/>
            <pc:sldMk cId="2120586955" sldId="261"/>
            <ac:grpSpMk id="8" creationId="{B6C16B9E-7660-3EE6-0DE5-D12494D316D6}"/>
          </ac:grpSpMkLst>
        </pc:grpChg>
        <pc:grpChg chg="add del mod topLvl">
          <ac:chgData name="adilton junio" userId="66b3fade76ecdf97" providerId="LiveId" clId="{C262079B-8E42-4F33-9AA1-261C49D5EA05}" dt="2024-07-11T13:32:57.546" v="93" actId="165"/>
          <ac:grpSpMkLst>
            <pc:docMk/>
            <pc:sldMk cId="2120586955" sldId="261"/>
            <ac:grpSpMk id="30" creationId="{6C4B7435-0FE7-28BC-5535-D4AE1F148FF0}"/>
          </ac:grpSpMkLst>
        </pc:grpChg>
        <pc:grpChg chg="del mod topLvl">
          <ac:chgData name="adilton junio" userId="66b3fade76ecdf97" providerId="LiveId" clId="{C262079B-8E42-4F33-9AA1-261C49D5EA05}" dt="2024-07-11T13:27:40.024" v="27" actId="478"/>
          <ac:grpSpMkLst>
            <pc:docMk/>
            <pc:sldMk cId="2120586955" sldId="261"/>
            <ac:grpSpMk id="31" creationId="{9AC1ADB9-1565-6BE8-3236-B09C888AB229}"/>
          </ac:grpSpMkLst>
        </pc:grpChg>
        <pc:grpChg chg="del">
          <ac:chgData name="adilton junio" userId="66b3fade76ecdf97" providerId="LiveId" clId="{C262079B-8E42-4F33-9AA1-261C49D5EA05}" dt="2024-07-11T13:27:29.928" v="23" actId="165"/>
          <ac:grpSpMkLst>
            <pc:docMk/>
            <pc:sldMk cId="2120586955" sldId="261"/>
            <ac:grpSpMk id="61" creationId="{26CA0D58-E63A-2E4E-9FCD-D6B39F2F38DA}"/>
          </ac:grpSpMkLst>
        </pc:grpChg>
        <pc:grpChg chg="del">
          <ac:chgData name="adilton junio" userId="66b3fade76ecdf97" providerId="LiveId" clId="{C262079B-8E42-4F33-9AA1-261C49D5EA05}" dt="2024-07-11T13:27:20.854" v="22" actId="478"/>
          <ac:grpSpMkLst>
            <pc:docMk/>
            <pc:sldMk cId="2120586955" sldId="261"/>
            <ac:grpSpMk id="65" creationId="{279673C1-722B-EC4B-80C2-0A09F8222520}"/>
          </ac:grpSpMkLst>
        </pc:grpChg>
        <pc:grpChg chg="del">
          <ac:chgData name="adilton junio" userId="66b3fade76ecdf97" providerId="LiveId" clId="{C262079B-8E42-4F33-9AA1-261C49D5EA05}" dt="2024-07-11T13:27:20.854" v="22" actId="478"/>
          <ac:grpSpMkLst>
            <pc:docMk/>
            <pc:sldMk cId="2120586955" sldId="261"/>
            <ac:grpSpMk id="71" creationId="{09C146E2-CE1B-CF19-12CA-E31EE945F65C}"/>
          </ac:grpSpMkLst>
        </pc:grpChg>
        <pc:grpChg chg="add del mod">
          <ac:chgData name="adilton junio" userId="66b3fade76ecdf97" providerId="LiveId" clId="{C262079B-8E42-4F33-9AA1-261C49D5EA05}" dt="2024-07-11T13:53:09.407" v="360" actId="165"/>
          <ac:grpSpMkLst>
            <pc:docMk/>
            <pc:sldMk cId="2120586955" sldId="261"/>
            <ac:grpSpMk id="120" creationId="{3B30F4A5-6A1C-3CCF-B588-AFEA6B7CCBF7}"/>
          </ac:grpSpMkLst>
        </pc:grpChg>
        <pc:grpChg chg="mod topLvl">
          <ac:chgData name="adilton junio" userId="66b3fade76ecdf97" providerId="LiveId" clId="{C262079B-8E42-4F33-9AA1-261C49D5EA05}" dt="2024-07-11T13:59:38.470" v="613" actId="20577"/>
          <ac:grpSpMkLst>
            <pc:docMk/>
            <pc:sldMk cId="2120586955" sldId="261"/>
            <ac:grpSpMk id="121" creationId="{59D820B7-2936-D40E-FD09-093A1CEB49B2}"/>
          </ac:grpSpMkLst>
        </pc:grpChg>
        <pc:grpChg chg="del mod topLvl">
          <ac:chgData name="adilton junio" userId="66b3fade76ecdf97" providerId="LiveId" clId="{C262079B-8E42-4F33-9AA1-261C49D5EA05}" dt="2024-07-11T13:53:21.414" v="361" actId="478"/>
          <ac:grpSpMkLst>
            <pc:docMk/>
            <pc:sldMk cId="2120586955" sldId="261"/>
            <ac:grpSpMk id="122" creationId="{816E690F-BFA9-E092-A6AC-BA8C37EE073B}"/>
          </ac:grpSpMkLst>
        </pc:grpChg>
        <pc:grpChg chg="mod">
          <ac:chgData name="adilton junio" userId="66b3fade76ecdf97" providerId="LiveId" clId="{C262079B-8E42-4F33-9AA1-261C49D5EA05}" dt="2024-07-11T13:59:38.470" v="613" actId="20577"/>
          <ac:grpSpMkLst>
            <pc:docMk/>
            <pc:sldMk cId="2120586955" sldId="261"/>
            <ac:grpSpMk id="126" creationId="{AED72AB0-810E-911A-62D3-B00487D1D983}"/>
          </ac:grpSpMkLst>
        </pc:grpChg>
        <pc:grpChg chg="mod">
          <ac:chgData name="adilton junio" userId="66b3fade76ecdf97" providerId="LiveId" clId="{C262079B-8E42-4F33-9AA1-261C49D5EA05}" dt="2024-07-11T13:59:38.470" v="613" actId="20577"/>
          <ac:grpSpMkLst>
            <pc:docMk/>
            <pc:sldMk cId="2120586955" sldId="261"/>
            <ac:grpSpMk id="131" creationId="{13FC108D-50E6-7D92-8E9E-220DFE859217}"/>
          </ac:grpSpMkLst>
        </pc:grpChg>
        <pc:grpChg chg="del mod">
          <ac:chgData name="adilton junio" userId="66b3fade76ecdf97" providerId="LiveId" clId="{C262079B-8E42-4F33-9AA1-261C49D5EA05}" dt="2024-07-11T14:10:54.122" v="761" actId="478"/>
          <ac:grpSpMkLst>
            <pc:docMk/>
            <pc:sldMk cId="2120586955" sldId="261"/>
            <ac:grpSpMk id="133" creationId="{1A0CADEB-8EBF-3099-D20E-AAC44805CB78}"/>
          </ac:grpSpMkLst>
        </pc:grpChg>
        <pc:grpChg chg="del mod">
          <ac:chgData name="adilton junio" userId="66b3fade76ecdf97" providerId="LiveId" clId="{C262079B-8E42-4F33-9AA1-261C49D5EA05}" dt="2024-07-11T13:59:31.179" v="609" actId="478"/>
          <ac:grpSpMkLst>
            <pc:docMk/>
            <pc:sldMk cId="2120586955" sldId="261"/>
            <ac:grpSpMk id="134" creationId="{58076BEC-9C64-D556-59B1-7D146908A0DB}"/>
          </ac:grpSpMkLst>
        </pc:grpChg>
        <pc:grpChg chg="add mod">
          <ac:chgData name="adilton junio" userId="66b3fade76ecdf97" providerId="LiveId" clId="{C262079B-8E42-4F33-9AA1-261C49D5EA05}" dt="2024-07-11T13:59:50.317" v="614" actId="164"/>
          <ac:grpSpMkLst>
            <pc:docMk/>
            <pc:sldMk cId="2120586955" sldId="261"/>
            <ac:grpSpMk id="144" creationId="{8C1F7062-89F6-10C8-9BC5-6D3E1E4E166A}"/>
          </ac:grpSpMkLst>
        </pc:grpChg>
        <pc:grpChg chg="add del mod">
          <ac:chgData name="adilton junio" userId="66b3fade76ecdf97" providerId="LiveId" clId="{C262079B-8E42-4F33-9AA1-261C49D5EA05}" dt="2024-07-11T13:57:57.971" v="574" actId="478"/>
          <ac:grpSpMkLst>
            <pc:docMk/>
            <pc:sldMk cId="2120586955" sldId="261"/>
            <ac:grpSpMk id="145" creationId="{7DA4DDC0-631C-6CF0-2A19-B86C4FAB9654}"/>
          </ac:grpSpMkLst>
        </pc:grpChg>
        <pc:grpChg chg="mod">
          <ac:chgData name="adilton junio" userId="66b3fade76ecdf97" providerId="LiveId" clId="{C262079B-8E42-4F33-9AA1-261C49D5EA05}" dt="2024-07-11T13:56:17.005" v="432"/>
          <ac:grpSpMkLst>
            <pc:docMk/>
            <pc:sldMk cId="2120586955" sldId="261"/>
            <ac:grpSpMk id="146" creationId="{89997158-7B95-B6BC-04A6-789ACF4A8045}"/>
          </ac:grpSpMkLst>
        </pc:grpChg>
        <pc:grpChg chg="mod">
          <ac:chgData name="adilton junio" userId="66b3fade76ecdf97" providerId="LiveId" clId="{C262079B-8E42-4F33-9AA1-261C49D5EA05}" dt="2024-07-11T13:56:17.005" v="432"/>
          <ac:grpSpMkLst>
            <pc:docMk/>
            <pc:sldMk cId="2120586955" sldId="261"/>
            <ac:grpSpMk id="148" creationId="{54D75AE2-B1BB-0FE1-754C-3C4F463F0452}"/>
          </ac:grpSpMkLst>
        </pc:grpChg>
        <pc:grpChg chg="mod">
          <ac:chgData name="adilton junio" userId="66b3fade76ecdf97" providerId="LiveId" clId="{C262079B-8E42-4F33-9AA1-261C49D5EA05}" dt="2024-07-11T13:56:17.005" v="432"/>
          <ac:grpSpMkLst>
            <pc:docMk/>
            <pc:sldMk cId="2120586955" sldId="261"/>
            <ac:grpSpMk id="150" creationId="{3E27E78F-082C-31A3-FC99-1A4AAD499225}"/>
          </ac:grpSpMkLst>
        </pc:grpChg>
        <pc:grpChg chg="mod">
          <ac:chgData name="adilton junio" userId="66b3fade76ecdf97" providerId="LiveId" clId="{C262079B-8E42-4F33-9AA1-261C49D5EA05}" dt="2024-07-11T13:56:17.005" v="432"/>
          <ac:grpSpMkLst>
            <pc:docMk/>
            <pc:sldMk cId="2120586955" sldId="261"/>
            <ac:grpSpMk id="152" creationId="{F9531A26-4922-8B03-8A0B-EE2500FF179F}"/>
          </ac:grpSpMkLst>
        </pc:grpChg>
        <pc:grpChg chg="mod">
          <ac:chgData name="adilton junio" userId="66b3fade76ecdf97" providerId="LiveId" clId="{C262079B-8E42-4F33-9AA1-261C49D5EA05}" dt="2024-07-11T13:56:17.005" v="432"/>
          <ac:grpSpMkLst>
            <pc:docMk/>
            <pc:sldMk cId="2120586955" sldId="261"/>
            <ac:grpSpMk id="153" creationId="{B1205C0C-8CDA-F4FB-9327-2E2BB63E8FCC}"/>
          </ac:grpSpMkLst>
        </pc:grpChg>
        <pc:grpChg chg="add mod">
          <ac:chgData name="adilton junio" userId="66b3fade76ecdf97" providerId="LiveId" clId="{C262079B-8E42-4F33-9AA1-261C49D5EA05}" dt="2024-07-11T13:56:42.858" v="473" actId="164"/>
          <ac:grpSpMkLst>
            <pc:docMk/>
            <pc:sldMk cId="2120586955" sldId="261"/>
            <ac:grpSpMk id="160" creationId="{BD0CBD65-AB50-C5FC-B65C-06020A6EB235}"/>
          </ac:grpSpMkLst>
        </pc:grpChg>
        <pc:grpChg chg="add mod">
          <ac:chgData name="adilton junio" userId="66b3fade76ecdf97" providerId="LiveId" clId="{C262079B-8E42-4F33-9AA1-261C49D5EA05}" dt="2024-07-11T14:06:54.525" v="676" actId="1076"/>
          <ac:grpSpMkLst>
            <pc:docMk/>
            <pc:sldMk cId="2120586955" sldId="261"/>
            <ac:grpSpMk id="161" creationId="{7A77D41C-4CC1-B999-2856-B4118C33C414}"/>
          </ac:grpSpMkLst>
        </pc:grpChg>
        <pc:grpChg chg="add mod">
          <ac:chgData name="adilton junio" userId="66b3fade76ecdf97" providerId="LiveId" clId="{C262079B-8E42-4F33-9AA1-261C49D5EA05}" dt="2024-07-11T13:59:50.317" v="614" actId="164"/>
          <ac:grpSpMkLst>
            <pc:docMk/>
            <pc:sldMk cId="2120586955" sldId="261"/>
            <ac:grpSpMk id="170" creationId="{90E60433-267B-8243-E2C2-ED8592DAF3CF}"/>
          </ac:grpSpMkLst>
        </pc:grpChg>
        <pc:cxnChg chg="del mod">
          <ac:chgData name="adilton junio" userId="66b3fade76ecdf97" providerId="LiveId" clId="{C262079B-8E42-4F33-9AA1-261C49D5EA05}" dt="2024-07-11T13:27:38.690" v="26" actId="478"/>
          <ac:cxnSpMkLst>
            <pc:docMk/>
            <pc:sldMk cId="2120586955" sldId="261"/>
            <ac:cxnSpMk id="3" creationId="{B5DA88E5-DFAC-4413-9EA3-5B5EAE05FC5C}"/>
          </ac:cxnSpMkLst>
        </pc:cxnChg>
        <pc:cxnChg chg="add del mod">
          <ac:chgData name="adilton junio" userId="66b3fade76ecdf97" providerId="LiveId" clId="{C262079B-8E42-4F33-9AA1-261C49D5EA05}" dt="2024-07-11T13:43:26.977" v="265" actId="478"/>
          <ac:cxnSpMkLst>
            <pc:docMk/>
            <pc:sldMk cId="2120586955" sldId="261"/>
            <ac:cxnSpMk id="15" creationId="{62E2F7DF-5169-BAA3-922B-16A52150A3E3}"/>
          </ac:cxnSpMkLst>
        </pc:cxnChg>
        <pc:cxnChg chg="add del mod">
          <ac:chgData name="adilton junio" userId="66b3fade76ecdf97" providerId="LiveId" clId="{C262079B-8E42-4F33-9AA1-261C49D5EA05}" dt="2024-07-11T13:46:12.657" v="301" actId="478"/>
          <ac:cxnSpMkLst>
            <pc:docMk/>
            <pc:sldMk cId="2120586955" sldId="261"/>
            <ac:cxnSpMk id="16" creationId="{611668D1-D22D-DF9D-FE9C-45943D074E09}"/>
          </ac:cxnSpMkLst>
        </pc:cxnChg>
        <pc:cxnChg chg="del mod">
          <ac:chgData name="adilton junio" userId="66b3fade76ecdf97" providerId="LiveId" clId="{C262079B-8E42-4F33-9AA1-261C49D5EA05}" dt="2024-07-11T13:27:48.668" v="33" actId="478"/>
          <ac:cxnSpMkLst>
            <pc:docMk/>
            <pc:sldMk cId="2120586955" sldId="261"/>
            <ac:cxnSpMk id="18" creationId="{F253055D-73BC-BC5E-DE5E-81E06284BA7B}"/>
          </ac:cxnSpMkLst>
        </pc:cxnChg>
        <pc:cxnChg chg="del mod">
          <ac:chgData name="adilton junio" userId="66b3fade76ecdf97" providerId="LiveId" clId="{C262079B-8E42-4F33-9AA1-261C49D5EA05}" dt="2024-07-11T13:27:36.555" v="24" actId="478"/>
          <ac:cxnSpMkLst>
            <pc:docMk/>
            <pc:sldMk cId="2120586955" sldId="261"/>
            <ac:cxnSpMk id="20" creationId="{4B8DC4AF-3295-8623-710A-368D5F5294D8}"/>
          </ac:cxnSpMkLst>
        </pc:cxnChg>
        <pc:cxnChg chg="add del mod">
          <ac:chgData name="adilton junio" userId="66b3fade76ecdf97" providerId="LiveId" clId="{C262079B-8E42-4F33-9AA1-261C49D5EA05}" dt="2024-07-11T13:31:57.230" v="74" actId="478"/>
          <ac:cxnSpMkLst>
            <pc:docMk/>
            <pc:sldMk cId="2120586955" sldId="261"/>
            <ac:cxnSpMk id="29" creationId="{1473ECC1-5445-2A80-D3DA-4C3C9DB2A2A2}"/>
          </ac:cxnSpMkLst>
        </pc:cxnChg>
        <pc:cxnChg chg="add del mod">
          <ac:chgData name="adilton junio" userId="66b3fade76ecdf97" providerId="LiveId" clId="{C262079B-8E42-4F33-9AA1-261C49D5EA05}" dt="2024-07-11T13:31:56.045" v="73" actId="478"/>
          <ac:cxnSpMkLst>
            <pc:docMk/>
            <pc:sldMk cId="2120586955" sldId="261"/>
            <ac:cxnSpMk id="35" creationId="{782E126E-CC5C-B6CE-3C7F-8EB93A5D6822}"/>
          </ac:cxnSpMkLst>
        </pc:cxnChg>
        <pc:cxnChg chg="add del mod">
          <ac:chgData name="adilton junio" userId="66b3fade76ecdf97" providerId="LiveId" clId="{C262079B-8E42-4F33-9AA1-261C49D5EA05}" dt="2024-07-11T13:38:04.242" v="216" actId="478"/>
          <ac:cxnSpMkLst>
            <pc:docMk/>
            <pc:sldMk cId="2120586955" sldId="261"/>
            <ac:cxnSpMk id="36" creationId="{A6DDAB6B-66E7-DD18-3F67-A03704D85F9A}"/>
          </ac:cxnSpMkLst>
        </pc:cxnChg>
        <pc:cxnChg chg="add del mod">
          <ac:chgData name="adilton junio" userId="66b3fade76ecdf97" providerId="LiveId" clId="{C262079B-8E42-4F33-9AA1-261C49D5EA05}" dt="2024-07-11T13:41:42.356" v="245" actId="478"/>
          <ac:cxnSpMkLst>
            <pc:docMk/>
            <pc:sldMk cId="2120586955" sldId="261"/>
            <ac:cxnSpMk id="40" creationId="{B1272802-A56A-CDF7-0666-AB7FEC461678}"/>
          </ac:cxnSpMkLst>
        </pc:cxnChg>
        <pc:cxnChg chg="mod">
          <ac:chgData name="adilton junio" userId="66b3fade76ecdf97" providerId="LiveId" clId="{C262079B-8E42-4F33-9AA1-261C49D5EA05}" dt="2024-07-11T13:27:20.854" v="22" actId="478"/>
          <ac:cxnSpMkLst>
            <pc:docMk/>
            <pc:sldMk cId="2120586955" sldId="261"/>
            <ac:cxnSpMk id="43" creationId="{70FF4037-3FC2-5010-F8AD-77CBA46D0041}"/>
          </ac:cxnSpMkLst>
        </pc:cxnChg>
        <pc:cxnChg chg="add del mod">
          <ac:chgData name="adilton junio" userId="66b3fade76ecdf97" providerId="LiveId" clId="{C262079B-8E42-4F33-9AA1-261C49D5EA05}" dt="2024-07-11T13:38:05.010" v="217" actId="478"/>
          <ac:cxnSpMkLst>
            <pc:docMk/>
            <pc:sldMk cId="2120586955" sldId="261"/>
            <ac:cxnSpMk id="45" creationId="{8E61F0A7-3700-91F3-4E6D-3B0C70F35694}"/>
          </ac:cxnSpMkLst>
        </pc:cxnChg>
        <pc:cxnChg chg="add del mod">
          <ac:chgData name="adilton junio" userId="66b3fade76ecdf97" providerId="LiveId" clId="{C262079B-8E42-4F33-9AA1-261C49D5EA05}" dt="2024-07-11T13:38:08.581" v="219" actId="478"/>
          <ac:cxnSpMkLst>
            <pc:docMk/>
            <pc:sldMk cId="2120586955" sldId="261"/>
            <ac:cxnSpMk id="46" creationId="{F9DF6F65-B933-64E8-55DD-3018DE19E609}"/>
          </ac:cxnSpMkLst>
        </pc:cxnChg>
        <pc:cxnChg chg="mod">
          <ac:chgData name="adilton junio" userId="66b3fade76ecdf97" providerId="LiveId" clId="{C262079B-8E42-4F33-9AA1-261C49D5EA05}" dt="2024-07-11T13:27:20.854" v="22" actId="478"/>
          <ac:cxnSpMkLst>
            <pc:docMk/>
            <pc:sldMk cId="2120586955" sldId="261"/>
            <ac:cxnSpMk id="53" creationId="{1BED5C77-E7A0-06C2-836A-9D7B819B805D}"/>
          </ac:cxnSpMkLst>
        </pc:cxnChg>
        <pc:cxnChg chg="mod">
          <ac:chgData name="adilton junio" userId="66b3fade76ecdf97" providerId="LiveId" clId="{C262079B-8E42-4F33-9AA1-261C49D5EA05}" dt="2024-07-11T13:27:20.854" v="22" actId="478"/>
          <ac:cxnSpMkLst>
            <pc:docMk/>
            <pc:sldMk cId="2120586955" sldId="261"/>
            <ac:cxnSpMk id="55" creationId="{04185AC0-818D-AE1B-A94A-422B918EC5CB}"/>
          </ac:cxnSpMkLst>
        </pc:cxnChg>
        <pc:cxnChg chg="add del mod">
          <ac:chgData name="adilton junio" userId="66b3fade76ecdf97" providerId="LiveId" clId="{C262079B-8E42-4F33-9AA1-261C49D5EA05}" dt="2024-07-11T13:41:14.709" v="240" actId="478"/>
          <ac:cxnSpMkLst>
            <pc:docMk/>
            <pc:sldMk cId="2120586955" sldId="261"/>
            <ac:cxnSpMk id="67" creationId="{F72C3CA7-6D07-21D1-E1E8-9A7A62CF274D}"/>
          </ac:cxnSpMkLst>
        </pc:cxnChg>
        <pc:cxnChg chg="add mod">
          <ac:chgData name="adilton junio" userId="66b3fade76ecdf97" providerId="LiveId" clId="{C262079B-8E42-4F33-9AA1-261C49D5EA05}" dt="2024-07-11T13:56:32.062" v="460" actId="164"/>
          <ac:cxnSpMkLst>
            <pc:docMk/>
            <pc:sldMk cId="2120586955" sldId="261"/>
            <ac:cxnSpMk id="68" creationId="{A6622E68-7F92-1997-AD65-245DEBC48999}"/>
          </ac:cxnSpMkLst>
        </pc:cxnChg>
        <pc:cxnChg chg="add del mod">
          <ac:chgData name="adilton junio" userId="66b3fade76ecdf97" providerId="LiveId" clId="{C262079B-8E42-4F33-9AA1-261C49D5EA05}" dt="2024-07-11T13:46:47.791" v="310" actId="478"/>
          <ac:cxnSpMkLst>
            <pc:docMk/>
            <pc:sldMk cId="2120586955" sldId="261"/>
            <ac:cxnSpMk id="69" creationId="{C10A4BFD-48F4-57A7-4239-21A41FA1B83C}"/>
          </ac:cxnSpMkLst>
        </pc:cxnChg>
        <pc:cxnChg chg="add del mod">
          <ac:chgData name="adilton junio" userId="66b3fade76ecdf97" providerId="LiveId" clId="{C262079B-8E42-4F33-9AA1-261C49D5EA05}" dt="2024-07-11T13:41:42.744" v="246" actId="478"/>
          <ac:cxnSpMkLst>
            <pc:docMk/>
            <pc:sldMk cId="2120586955" sldId="261"/>
            <ac:cxnSpMk id="79" creationId="{B021E469-C59C-F371-FBD4-55EA69E11586}"/>
          </ac:cxnSpMkLst>
        </pc:cxnChg>
        <pc:cxnChg chg="add mod">
          <ac:chgData name="adilton junio" userId="66b3fade76ecdf97" providerId="LiveId" clId="{C262079B-8E42-4F33-9AA1-261C49D5EA05}" dt="2024-07-11T13:56:32.062" v="460" actId="164"/>
          <ac:cxnSpMkLst>
            <pc:docMk/>
            <pc:sldMk cId="2120586955" sldId="261"/>
            <ac:cxnSpMk id="80" creationId="{B4229E36-1A6F-F82B-A7D3-D1680F8A4231}"/>
          </ac:cxnSpMkLst>
        </pc:cxnChg>
        <pc:cxnChg chg="add del mod">
          <ac:chgData name="adilton junio" userId="66b3fade76ecdf97" providerId="LiveId" clId="{C262079B-8E42-4F33-9AA1-261C49D5EA05}" dt="2024-07-11T13:44:05.466" v="274" actId="478"/>
          <ac:cxnSpMkLst>
            <pc:docMk/>
            <pc:sldMk cId="2120586955" sldId="261"/>
            <ac:cxnSpMk id="81" creationId="{293C88C0-E417-E23E-F76F-CA67C230677E}"/>
          </ac:cxnSpMkLst>
        </pc:cxnChg>
        <pc:cxnChg chg="add del mod">
          <ac:chgData name="adilton junio" userId="66b3fade76ecdf97" providerId="LiveId" clId="{C262079B-8E42-4F33-9AA1-261C49D5EA05}" dt="2024-07-11T13:44:58.603" v="279" actId="478"/>
          <ac:cxnSpMkLst>
            <pc:docMk/>
            <pc:sldMk cId="2120586955" sldId="261"/>
            <ac:cxnSpMk id="85" creationId="{6C68C10E-101E-F7E0-7B19-211C4DEA7CD6}"/>
          </ac:cxnSpMkLst>
        </pc:cxnChg>
        <pc:cxnChg chg="add del mod">
          <ac:chgData name="adilton junio" userId="66b3fade76ecdf97" providerId="LiveId" clId="{C262079B-8E42-4F33-9AA1-261C49D5EA05}" dt="2024-07-11T13:44:59.817" v="280" actId="478"/>
          <ac:cxnSpMkLst>
            <pc:docMk/>
            <pc:sldMk cId="2120586955" sldId="261"/>
            <ac:cxnSpMk id="92" creationId="{F183B4A5-BB84-42E0-2A82-1F1E7DFA1BD0}"/>
          </ac:cxnSpMkLst>
        </pc:cxnChg>
        <pc:cxnChg chg="add mod">
          <ac:chgData name="adilton junio" userId="66b3fade76ecdf97" providerId="LiveId" clId="{C262079B-8E42-4F33-9AA1-261C49D5EA05}" dt="2024-07-11T13:56:32.062" v="460" actId="164"/>
          <ac:cxnSpMkLst>
            <pc:docMk/>
            <pc:sldMk cId="2120586955" sldId="261"/>
            <ac:cxnSpMk id="105" creationId="{8408FE9A-8149-ECE9-612F-1F94EB82BB5C}"/>
          </ac:cxnSpMkLst>
        </pc:cxnChg>
        <pc:cxnChg chg="add mod">
          <ac:chgData name="adilton junio" userId="66b3fade76ecdf97" providerId="LiveId" clId="{C262079B-8E42-4F33-9AA1-261C49D5EA05}" dt="2024-07-11T13:56:32.062" v="460" actId="164"/>
          <ac:cxnSpMkLst>
            <pc:docMk/>
            <pc:sldMk cId="2120586955" sldId="261"/>
            <ac:cxnSpMk id="110" creationId="{C051690B-467C-DB90-6679-155B9107C175}"/>
          </ac:cxnSpMkLst>
        </pc:cxnChg>
        <pc:cxnChg chg="add mod">
          <ac:chgData name="adilton junio" userId="66b3fade76ecdf97" providerId="LiveId" clId="{C262079B-8E42-4F33-9AA1-261C49D5EA05}" dt="2024-07-11T14:06:57.283" v="677" actId="1076"/>
          <ac:cxnSpMkLst>
            <pc:docMk/>
            <pc:sldMk cId="2120586955" sldId="261"/>
            <ac:cxnSpMk id="111" creationId="{9E0D02A9-822D-89DF-B0DB-7D08363B23CE}"/>
          </ac:cxnSpMkLst>
        </pc:cxnChg>
        <pc:cxnChg chg="add mod">
          <ac:chgData name="adilton junio" userId="66b3fade76ecdf97" providerId="LiveId" clId="{C262079B-8E42-4F33-9AA1-261C49D5EA05}" dt="2024-07-11T13:56:32.062" v="460" actId="164"/>
          <ac:cxnSpMkLst>
            <pc:docMk/>
            <pc:sldMk cId="2120586955" sldId="261"/>
            <ac:cxnSpMk id="112" creationId="{0940CB65-B5E8-478B-D33A-EE427C73664F}"/>
          </ac:cxnSpMkLst>
        </pc:cxnChg>
        <pc:cxnChg chg="del mod">
          <ac:chgData name="adilton junio" userId="66b3fade76ecdf97" providerId="LiveId" clId="{C262079B-8E42-4F33-9AA1-261C49D5EA05}" dt="2024-07-11T13:53:23.014" v="363" actId="478"/>
          <ac:cxnSpMkLst>
            <pc:docMk/>
            <pc:sldMk cId="2120586955" sldId="261"/>
            <ac:cxnSpMk id="129" creationId="{05218C25-0B69-AA7F-A504-9F9CE4DBF68E}"/>
          </ac:cxnSpMkLst>
        </pc:cxnChg>
        <pc:cxnChg chg="mod">
          <ac:chgData name="adilton junio" userId="66b3fade76ecdf97" providerId="LiveId" clId="{C262079B-8E42-4F33-9AA1-261C49D5EA05}" dt="2024-07-11T13:59:38.470" v="613" actId="20577"/>
          <ac:cxnSpMkLst>
            <pc:docMk/>
            <pc:sldMk cId="2120586955" sldId="261"/>
            <ac:cxnSpMk id="136" creationId="{7B892499-E20F-CABF-04F5-8C9C8242FE7D}"/>
          </ac:cxnSpMkLst>
        </pc:cxnChg>
        <pc:cxnChg chg="mod">
          <ac:chgData name="adilton junio" userId="66b3fade76ecdf97" providerId="LiveId" clId="{C262079B-8E42-4F33-9AA1-261C49D5EA05}" dt="2024-07-11T13:59:38.470" v="613" actId="20577"/>
          <ac:cxnSpMkLst>
            <pc:docMk/>
            <pc:sldMk cId="2120586955" sldId="261"/>
            <ac:cxnSpMk id="138" creationId="{945A3A09-56EB-FB27-4F59-D3F1AD729F9D}"/>
          </ac:cxnSpMkLst>
        </pc:cxnChg>
        <pc:cxnChg chg="mod">
          <ac:chgData name="adilton junio" userId="66b3fade76ecdf97" providerId="LiveId" clId="{C262079B-8E42-4F33-9AA1-261C49D5EA05}" dt="2024-07-11T13:57:57.971" v="574" actId="478"/>
          <ac:cxnSpMkLst>
            <pc:docMk/>
            <pc:sldMk cId="2120586955" sldId="261"/>
            <ac:cxnSpMk id="155" creationId="{74912529-1C5D-6E53-C35E-AB05DAB76790}"/>
          </ac:cxnSpMkLst>
        </pc:cxnChg>
        <pc:cxnChg chg="mod">
          <ac:chgData name="adilton junio" userId="66b3fade76ecdf97" providerId="LiveId" clId="{C262079B-8E42-4F33-9AA1-261C49D5EA05}" dt="2024-07-11T13:57:57.971" v="574" actId="478"/>
          <ac:cxnSpMkLst>
            <pc:docMk/>
            <pc:sldMk cId="2120586955" sldId="261"/>
            <ac:cxnSpMk id="157" creationId="{AFA96390-A006-C61B-5867-9AC646D6809B}"/>
          </ac:cxnSpMkLst>
        </pc:cxnChg>
        <pc:cxnChg chg="add mod">
          <ac:chgData name="adilton junio" userId="66b3fade76ecdf97" providerId="LiveId" clId="{C262079B-8E42-4F33-9AA1-261C49D5EA05}" dt="2024-07-11T13:59:50.317" v="614" actId="164"/>
          <ac:cxnSpMkLst>
            <pc:docMk/>
            <pc:sldMk cId="2120586955" sldId="261"/>
            <ac:cxnSpMk id="162" creationId="{B4C37EF6-10E4-8345-A7B2-37DE85F8F0A0}"/>
          </ac:cxnSpMkLst>
        </pc:cxnChg>
      </pc:sldChg>
      <pc:sldChg chg="addSp delSp modSp add mod">
        <pc:chgData name="adilton junio" userId="66b3fade76ecdf97" providerId="LiveId" clId="{C262079B-8E42-4F33-9AA1-261C49D5EA05}" dt="2024-07-11T14:10:33.382" v="758"/>
        <pc:sldMkLst>
          <pc:docMk/>
          <pc:sldMk cId="3045026756" sldId="262"/>
        </pc:sldMkLst>
        <pc:spChg chg="del mod">
          <ac:chgData name="adilton junio" userId="66b3fade76ecdf97" providerId="LiveId" clId="{C262079B-8E42-4F33-9AA1-261C49D5EA05}" dt="2024-07-11T14:09:01.992" v="690" actId="478"/>
          <ac:spMkLst>
            <pc:docMk/>
            <pc:sldMk cId="3045026756" sldId="262"/>
            <ac:spMk id="2" creationId="{1BC54203-E03E-9308-A2D2-0DE0F523E969}"/>
          </ac:spMkLst>
        </pc:spChg>
        <pc:spChg chg="add mod">
          <ac:chgData name="adilton junio" userId="66b3fade76ecdf97" providerId="LiveId" clId="{C262079B-8E42-4F33-9AA1-261C49D5EA05}" dt="2024-07-11T14:09:59.695" v="751" actId="164"/>
          <ac:spMkLst>
            <pc:docMk/>
            <pc:sldMk cId="3045026756" sldId="262"/>
            <ac:spMk id="3" creationId="{FF4546B2-826A-1C84-8EA2-C6A33627DE5C}"/>
          </ac:spMkLst>
        </pc:spChg>
        <pc:spChg chg="add mod">
          <ac:chgData name="adilton junio" userId="66b3fade76ecdf97" providerId="LiveId" clId="{C262079B-8E42-4F33-9AA1-261C49D5EA05}" dt="2024-07-11T14:09:59.695" v="751" actId="164"/>
          <ac:spMkLst>
            <pc:docMk/>
            <pc:sldMk cId="3045026756" sldId="262"/>
            <ac:spMk id="4" creationId="{0625CC88-5BC8-1E7C-8472-F3EB914C9941}"/>
          </ac:spMkLst>
        </pc:spChg>
        <pc:spChg chg="add mod">
          <ac:chgData name="adilton junio" userId="66b3fade76ecdf97" providerId="LiveId" clId="{C262079B-8E42-4F33-9AA1-261C49D5EA05}" dt="2024-07-11T14:09:59.695" v="751" actId="164"/>
          <ac:spMkLst>
            <pc:docMk/>
            <pc:sldMk cId="3045026756" sldId="262"/>
            <ac:spMk id="5" creationId="{63842A86-4820-B1CC-E8A7-38EA09792165}"/>
          </ac:spMkLst>
        </pc:spChg>
        <pc:spChg chg="mod">
          <ac:chgData name="adilton junio" userId="66b3fade76ecdf97" providerId="LiveId" clId="{C262079B-8E42-4F33-9AA1-261C49D5EA05}" dt="2024-07-11T14:06:38.550" v="672" actId="206"/>
          <ac:spMkLst>
            <pc:docMk/>
            <pc:sldMk cId="3045026756" sldId="262"/>
            <ac:spMk id="6" creationId="{25B72799-784B-4BDD-CD2F-E91B2C30512F}"/>
          </ac:spMkLst>
        </pc:spChg>
        <pc:spChg chg="mod ord">
          <ac:chgData name="adilton junio" userId="66b3fade76ecdf97" providerId="LiveId" clId="{C262079B-8E42-4F33-9AA1-261C49D5EA05}" dt="2024-07-11T14:06:46.799" v="674" actId="166"/>
          <ac:spMkLst>
            <pc:docMk/>
            <pc:sldMk cId="3045026756" sldId="262"/>
            <ac:spMk id="12" creationId="{2BC69956-E7A5-8480-5760-3140D4899415}"/>
          </ac:spMkLst>
        </pc:spChg>
        <pc:spChg chg="ord">
          <ac:chgData name="adilton junio" userId="66b3fade76ecdf97" providerId="LiveId" clId="{C262079B-8E42-4F33-9AA1-261C49D5EA05}" dt="2024-07-11T14:04:53.952" v="647" actId="166"/>
          <ac:spMkLst>
            <pc:docMk/>
            <pc:sldMk cId="3045026756" sldId="262"/>
            <ac:spMk id="13" creationId="{5FE68206-7DAC-58F0-27D4-2EF657CA7E6E}"/>
          </ac:spMkLst>
        </pc:spChg>
        <pc:spChg chg="add mod">
          <ac:chgData name="adilton junio" userId="66b3fade76ecdf97" providerId="LiveId" clId="{C262079B-8E42-4F33-9AA1-261C49D5EA05}" dt="2024-07-11T14:09:02.344" v="691"/>
          <ac:spMkLst>
            <pc:docMk/>
            <pc:sldMk cId="3045026756" sldId="262"/>
            <ac:spMk id="14" creationId="{B46706F1-6102-28EC-5B77-F107FE9C4E6D}"/>
          </ac:spMkLst>
        </pc:spChg>
        <pc:spChg chg="add mod">
          <ac:chgData name="adilton junio" userId="66b3fade76ecdf97" providerId="LiveId" clId="{C262079B-8E42-4F33-9AA1-261C49D5EA05}" dt="2024-07-11T14:10:33.382" v="758"/>
          <ac:spMkLst>
            <pc:docMk/>
            <pc:sldMk cId="3045026756" sldId="262"/>
            <ac:spMk id="16" creationId="{793C0E1B-39CC-21A2-8DBA-8A17C20A74DC}"/>
          </ac:spMkLst>
        </pc:spChg>
        <pc:spChg chg="mod ord">
          <ac:chgData name="adilton junio" userId="66b3fade76ecdf97" providerId="LiveId" clId="{C262079B-8E42-4F33-9AA1-261C49D5EA05}" dt="2024-07-11T14:06:44.174" v="673" actId="167"/>
          <ac:spMkLst>
            <pc:docMk/>
            <pc:sldMk cId="3045026756" sldId="262"/>
            <ac:spMk id="114" creationId="{2647D9C4-CF84-8DD7-0786-8D34B5826FFA}"/>
          </ac:spMkLst>
        </pc:spChg>
        <pc:spChg chg="del mod">
          <ac:chgData name="adilton junio" userId="66b3fade76ecdf97" providerId="LiveId" clId="{C262079B-8E42-4F33-9AA1-261C49D5EA05}" dt="2024-07-11T14:10:33.166" v="757" actId="478"/>
          <ac:spMkLst>
            <pc:docMk/>
            <pc:sldMk cId="3045026756" sldId="262"/>
            <ac:spMk id="116" creationId="{04F99EF5-D378-A697-E211-BD95A4D7EACA}"/>
          </ac:spMkLst>
        </pc:spChg>
        <pc:spChg chg="mod">
          <ac:chgData name="adilton junio" userId="66b3fade76ecdf97" providerId="LiveId" clId="{C262079B-8E42-4F33-9AA1-261C49D5EA05}" dt="2024-07-11T14:07:42.698" v="679" actId="1076"/>
          <ac:spMkLst>
            <pc:docMk/>
            <pc:sldMk cId="3045026756" sldId="262"/>
            <ac:spMk id="117" creationId="{ED20AE49-A3FA-8DAA-267E-E4322CBCC2B0}"/>
          </ac:spMkLst>
        </pc:spChg>
        <pc:spChg chg="del">
          <ac:chgData name="adilton junio" userId="66b3fade76ecdf97" providerId="LiveId" clId="{C262079B-8E42-4F33-9AA1-261C49D5EA05}" dt="2024-07-11T14:00:10.770" v="616" actId="478"/>
          <ac:spMkLst>
            <pc:docMk/>
            <pc:sldMk cId="3045026756" sldId="262"/>
            <ac:spMk id="135" creationId="{3FDB1E9F-1189-3F03-AA97-CAFBBC2D8771}"/>
          </ac:spMkLst>
        </pc:spChg>
        <pc:spChg chg="del">
          <ac:chgData name="adilton junio" userId="66b3fade76ecdf97" providerId="LiveId" clId="{C262079B-8E42-4F33-9AA1-261C49D5EA05}" dt="2024-07-11T14:00:09.315" v="615" actId="478"/>
          <ac:spMkLst>
            <pc:docMk/>
            <pc:sldMk cId="3045026756" sldId="262"/>
            <ac:spMk id="137" creationId="{02A5C4E3-12D0-295F-B46D-460FB3B908A3}"/>
          </ac:spMkLst>
        </pc:spChg>
        <pc:spChg chg="mod">
          <ac:chgData name="adilton junio" userId="66b3fade76ecdf97" providerId="LiveId" clId="{C262079B-8E42-4F33-9AA1-261C49D5EA05}" dt="2024-07-11T13:57:33.182" v="554" actId="692"/>
          <ac:spMkLst>
            <pc:docMk/>
            <pc:sldMk cId="3045026756" sldId="262"/>
            <ac:spMk id="139" creationId="{3AE8E163-D75D-09A9-3119-CC139912AE94}"/>
          </ac:spMkLst>
        </pc:spChg>
        <pc:spChg chg="mod">
          <ac:chgData name="adilton junio" userId="66b3fade76ecdf97" providerId="LiveId" clId="{C262079B-8E42-4F33-9AA1-261C49D5EA05}" dt="2024-07-11T14:02:45.320" v="643" actId="692"/>
          <ac:spMkLst>
            <pc:docMk/>
            <pc:sldMk cId="3045026756" sldId="262"/>
            <ac:spMk id="140" creationId="{331E8971-A7DB-DEE4-A08E-0F0E34B11721}"/>
          </ac:spMkLst>
        </pc:spChg>
        <pc:grpChg chg="add mod">
          <ac:chgData name="adilton junio" userId="66b3fade76ecdf97" providerId="LiveId" clId="{C262079B-8E42-4F33-9AA1-261C49D5EA05}" dt="2024-07-11T14:10:03.675" v="756" actId="1038"/>
          <ac:grpSpMkLst>
            <pc:docMk/>
            <pc:sldMk cId="3045026756" sldId="262"/>
            <ac:grpSpMk id="15" creationId="{15DF5F09-A499-CB53-1384-90FBA640E26C}"/>
          </ac:grpSpMkLst>
        </pc:grpChg>
        <pc:grpChg chg="del">
          <ac:chgData name="adilton junio" userId="66b3fade76ecdf97" providerId="LiveId" clId="{C262079B-8E42-4F33-9AA1-261C49D5EA05}" dt="2024-07-11T14:00:09.315" v="615" actId="478"/>
          <ac:grpSpMkLst>
            <pc:docMk/>
            <pc:sldMk cId="3045026756" sldId="262"/>
            <ac:grpSpMk id="133" creationId="{1A0CADEB-8EBF-3099-D20E-AAC44805CB78}"/>
          </ac:grpSpMkLst>
        </pc:grpChg>
        <pc:grpChg chg="del">
          <ac:chgData name="adilton junio" userId="66b3fade76ecdf97" providerId="LiveId" clId="{C262079B-8E42-4F33-9AA1-261C49D5EA05}" dt="2024-07-11T14:00:10.770" v="616" actId="478"/>
          <ac:grpSpMkLst>
            <pc:docMk/>
            <pc:sldMk cId="3045026756" sldId="262"/>
            <ac:grpSpMk id="134" creationId="{58076BEC-9C64-D556-59B1-7D146908A0DB}"/>
          </ac:grpSpMkLst>
        </pc:grpChg>
        <pc:grpChg chg="mod">
          <ac:chgData name="adilton junio" userId="66b3fade76ecdf97" providerId="LiveId" clId="{C262079B-8E42-4F33-9AA1-261C49D5EA05}" dt="2024-07-11T14:09:59.695" v="751" actId="164"/>
          <ac:grpSpMkLst>
            <pc:docMk/>
            <pc:sldMk cId="3045026756" sldId="262"/>
            <ac:grpSpMk id="144" creationId="{8C1F7062-89F6-10C8-9BC5-6D3E1E4E166A}"/>
          </ac:grpSpMkLst>
        </pc:grpChg>
        <pc:grpChg chg="del">
          <ac:chgData name="adilton junio" userId="66b3fade76ecdf97" providerId="LiveId" clId="{C262079B-8E42-4F33-9AA1-261C49D5EA05}" dt="2024-07-11T13:56:58.467" v="477" actId="478"/>
          <ac:grpSpMkLst>
            <pc:docMk/>
            <pc:sldMk cId="3045026756" sldId="262"/>
            <ac:grpSpMk id="145" creationId="{7DA4DDC0-631C-6CF0-2A19-B86C4FAB9654}"/>
          </ac:grpSpMkLst>
        </pc:grpChg>
        <pc:grpChg chg="mod">
          <ac:chgData name="adilton junio" userId="66b3fade76ecdf97" providerId="LiveId" clId="{C262079B-8E42-4F33-9AA1-261C49D5EA05}" dt="2024-07-11T14:06:38.550" v="672" actId="206"/>
          <ac:grpSpMkLst>
            <pc:docMk/>
            <pc:sldMk cId="3045026756" sldId="262"/>
            <ac:grpSpMk id="160" creationId="{BD0CBD65-AB50-C5FC-B65C-06020A6EB235}"/>
          </ac:grpSpMkLst>
        </pc:grpChg>
        <pc:grpChg chg="mod">
          <ac:chgData name="adilton junio" userId="66b3fade76ecdf97" providerId="LiveId" clId="{C262079B-8E42-4F33-9AA1-261C49D5EA05}" dt="2024-07-11T14:06:38.550" v="672" actId="206"/>
          <ac:grpSpMkLst>
            <pc:docMk/>
            <pc:sldMk cId="3045026756" sldId="262"/>
            <ac:grpSpMk id="161" creationId="{7A77D41C-4CC1-B999-2856-B4118C33C414}"/>
          </ac:grpSpMkLst>
        </pc:grpChg>
        <pc:cxnChg chg="add mod">
          <ac:chgData name="adilton junio" userId="66b3fade76ecdf97" providerId="LiveId" clId="{C262079B-8E42-4F33-9AA1-261C49D5EA05}" dt="2024-07-11T14:09:59.695" v="751" actId="164"/>
          <ac:cxnSpMkLst>
            <pc:docMk/>
            <pc:sldMk cId="3045026756" sldId="262"/>
            <ac:cxnSpMk id="7" creationId="{A9E49643-9481-0FA9-4F46-BAEDEEC93C6C}"/>
          </ac:cxnSpMkLst>
        </pc:cxnChg>
        <pc:cxnChg chg="add del">
          <ac:chgData name="adilton junio" userId="66b3fade76ecdf97" providerId="LiveId" clId="{C262079B-8E42-4F33-9AA1-261C49D5EA05}" dt="2024-07-11T14:08:04.786" v="682" actId="478"/>
          <ac:cxnSpMkLst>
            <pc:docMk/>
            <pc:sldMk cId="3045026756" sldId="262"/>
            <ac:cxnSpMk id="11" creationId="{B903A6DF-0BE4-199F-4665-9655CDB73631}"/>
          </ac:cxnSpMkLst>
        </pc:cxnChg>
        <pc:cxnChg chg="mod">
          <ac:chgData name="adilton junio" userId="66b3fade76ecdf97" providerId="LiveId" clId="{C262079B-8E42-4F33-9AA1-261C49D5EA05}" dt="2024-07-11T14:06:38.550" v="672" actId="206"/>
          <ac:cxnSpMkLst>
            <pc:docMk/>
            <pc:sldMk cId="3045026756" sldId="262"/>
            <ac:cxnSpMk id="68" creationId="{A6622E68-7F92-1997-AD65-245DEBC48999}"/>
          </ac:cxnSpMkLst>
        </pc:cxnChg>
        <pc:cxnChg chg="mod">
          <ac:chgData name="adilton junio" userId="66b3fade76ecdf97" providerId="LiveId" clId="{C262079B-8E42-4F33-9AA1-261C49D5EA05}" dt="2024-07-11T14:06:38.550" v="672" actId="206"/>
          <ac:cxnSpMkLst>
            <pc:docMk/>
            <pc:sldMk cId="3045026756" sldId="262"/>
            <ac:cxnSpMk id="80" creationId="{B4229E36-1A6F-F82B-A7D3-D1680F8A4231}"/>
          </ac:cxnSpMkLst>
        </pc:cxnChg>
        <pc:cxnChg chg="mod">
          <ac:chgData name="adilton junio" userId="66b3fade76ecdf97" providerId="LiveId" clId="{C262079B-8E42-4F33-9AA1-261C49D5EA05}" dt="2024-07-11T14:06:38.550" v="672" actId="206"/>
          <ac:cxnSpMkLst>
            <pc:docMk/>
            <pc:sldMk cId="3045026756" sldId="262"/>
            <ac:cxnSpMk id="105" creationId="{8408FE9A-8149-ECE9-612F-1F94EB82BB5C}"/>
          </ac:cxnSpMkLst>
        </pc:cxnChg>
        <pc:cxnChg chg="mod">
          <ac:chgData name="adilton junio" userId="66b3fade76ecdf97" providerId="LiveId" clId="{C262079B-8E42-4F33-9AA1-261C49D5EA05}" dt="2024-07-11T14:06:38.550" v="672" actId="206"/>
          <ac:cxnSpMkLst>
            <pc:docMk/>
            <pc:sldMk cId="3045026756" sldId="262"/>
            <ac:cxnSpMk id="110" creationId="{C051690B-467C-DB90-6679-155B9107C175}"/>
          </ac:cxnSpMkLst>
        </pc:cxnChg>
        <pc:cxnChg chg="mod">
          <ac:chgData name="adilton junio" userId="66b3fade76ecdf97" providerId="LiveId" clId="{C262079B-8E42-4F33-9AA1-261C49D5EA05}" dt="2024-07-11T14:07:04.076" v="678" actId="1076"/>
          <ac:cxnSpMkLst>
            <pc:docMk/>
            <pc:sldMk cId="3045026756" sldId="262"/>
            <ac:cxnSpMk id="111" creationId="{9E0D02A9-822D-89DF-B0DB-7D08363B23CE}"/>
          </ac:cxnSpMkLst>
        </pc:cxnChg>
        <pc:cxnChg chg="mod">
          <ac:chgData name="adilton junio" userId="66b3fade76ecdf97" providerId="LiveId" clId="{C262079B-8E42-4F33-9AA1-261C49D5EA05}" dt="2024-07-11T14:06:38.550" v="672" actId="206"/>
          <ac:cxnSpMkLst>
            <pc:docMk/>
            <pc:sldMk cId="3045026756" sldId="262"/>
            <ac:cxnSpMk id="112" creationId="{0940CB65-B5E8-478B-D33A-EE427C73664F}"/>
          </ac:cxnSpMkLst>
        </pc:cxnChg>
        <pc:cxnChg chg="mod">
          <ac:chgData name="adilton junio" userId="66b3fade76ecdf97" providerId="LiveId" clId="{C262079B-8E42-4F33-9AA1-261C49D5EA05}" dt="2024-07-11T13:56:58.467" v="477" actId="478"/>
          <ac:cxnSpMkLst>
            <pc:docMk/>
            <pc:sldMk cId="3045026756" sldId="262"/>
            <ac:cxnSpMk id="155" creationId="{74912529-1C5D-6E53-C35E-AB05DAB76790}"/>
          </ac:cxnSpMkLst>
        </pc:cxnChg>
        <pc:cxnChg chg="mod">
          <ac:chgData name="adilton junio" userId="66b3fade76ecdf97" providerId="LiveId" clId="{C262079B-8E42-4F33-9AA1-261C49D5EA05}" dt="2024-07-11T13:56:58.467" v="477" actId="478"/>
          <ac:cxnSpMkLst>
            <pc:docMk/>
            <pc:sldMk cId="3045026756" sldId="262"/>
            <ac:cxnSpMk id="157" creationId="{AFA96390-A006-C61B-5867-9AC646D6809B}"/>
          </ac:cxnSpMkLst>
        </pc:cxnChg>
      </pc:sldChg>
      <pc:sldChg chg="new del">
        <pc:chgData name="adilton junio" userId="66b3fade76ecdf97" providerId="LiveId" clId="{C262079B-8E42-4F33-9AA1-261C49D5EA05}" dt="2024-07-11T13:56:49.319" v="475" actId="680"/>
        <pc:sldMkLst>
          <pc:docMk/>
          <pc:sldMk cId="3874032683"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E4A63D-641C-DE73-7C3A-1207C9018D2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FE832FC-D4DC-5BD0-8D33-09082E252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F67DBD9-1E4E-31FA-562B-388CA634743B}"/>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5" name="Espaço Reservado para Rodapé 4">
            <a:extLst>
              <a:ext uri="{FF2B5EF4-FFF2-40B4-BE49-F238E27FC236}">
                <a16:creationId xmlns:a16="http://schemas.microsoft.com/office/drawing/2014/main" id="{84EE6CC2-AC7B-781C-9713-3BCCD66CAB6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80E3791-BB45-0167-9AEE-181117432C0A}"/>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169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5085BE-55AF-88BE-27A7-BF89D813C84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5C50C24-978D-3C85-68E2-57C3725DA87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21290FE-E5BC-45E4-6279-07ECBADBCF86}"/>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5" name="Espaço Reservado para Rodapé 4">
            <a:extLst>
              <a:ext uri="{FF2B5EF4-FFF2-40B4-BE49-F238E27FC236}">
                <a16:creationId xmlns:a16="http://schemas.microsoft.com/office/drawing/2014/main" id="{FBEAC7AB-9977-3D85-0D4C-89B931C40D5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8AC40E6-5F84-328D-DA7D-2DFB1EB59E8F}"/>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126742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56E4A8-272C-10ED-C2CB-1F5B25672341}"/>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D71BDC6-5834-5978-EB63-8CEAC09818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9EC5BC3-8AD4-A1E3-68E2-75259F20A7D6}"/>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5" name="Espaço Reservado para Rodapé 4">
            <a:extLst>
              <a:ext uri="{FF2B5EF4-FFF2-40B4-BE49-F238E27FC236}">
                <a16:creationId xmlns:a16="http://schemas.microsoft.com/office/drawing/2014/main" id="{BC4F2B7F-7731-FC52-7423-1AD13ED9725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527B2C8-0013-81B3-690E-31A517AE1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4035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831582-9063-951D-667C-D122374F6A7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C67DBE6-234B-236C-EB69-FB97BA73EC4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D3F6A77-39D9-D434-29C8-C3D986DD1566}"/>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AC7B818-9AA4-D0F9-0B65-F52EFD5C4975}"/>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6" name="Espaço Reservado para Rodapé 5">
            <a:extLst>
              <a:ext uri="{FF2B5EF4-FFF2-40B4-BE49-F238E27FC236}">
                <a16:creationId xmlns:a16="http://schemas.microsoft.com/office/drawing/2014/main" id="{B64572E7-5D15-7D42-EF38-9EA36C40126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758E0F8-6AAE-9D27-6E06-019F6AE6ECD3}"/>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3205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3CDBA-056C-82E7-A806-499BE959C1C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B1C47778-7B78-F910-2851-1E61CF4196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0D6C57F0-512A-F129-F5C9-C11C1F943C94}"/>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1BF276BF-4F56-1C86-9E7D-2BEA92AB5D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9A243FD-9B9D-602A-B587-AFCC330A67D6}"/>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7CFAF44-BCF6-F613-F03E-685BFDBBBAEE}"/>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8" name="Espaço Reservado para Rodapé 7">
            <a:extLst>
              <a:ext uri="{FF2B5EF4-FFF2-40B4-BE49-F238E27FC236}">
                <a16:creationId xmlns:a16="http://schemas.microsoft.com/office/drawing/2014/main" id="{E74EA42B-CE6F-D44F-7C0E-8E45CF108CA3}"/>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C109F83-0AC1-ADD6-79C1-6915D8A62168}"/>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4152656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D7EADE-69DC-A4BE-8ABC-B8F0ABDAEFC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E0EB75F6-7ECB-9B73-7A14-9E842103A0AD}"/>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4" name="Espaço Reservado para Rodapé 3">
            <a:extLst>
              <a:ext uri="{FF2B5EF4-FFF2-40B4-BE49-F238E27FC236}">
                <a16:creationId xmlns:a16="http://schemas.microsoft.com/office/drawing/2014/main" id="{0159C93C-9BE1-CA16-4006-68F427EB840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BAA8D8C6-361D-DF25-5EA1-151D9354BC49}"/>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97319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8AB69FC-7E0B-24CE-A50C-B3EBEA6D7469}"/>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3" name="Espaço Reservado para Rodapé 2">
            <a:extLst>
              <a:ext uri="{FF2B5EF4-FFF2-40B4-BE49-F238E27FC236}">
                <a16:creationId xmlns:a16="http://schemas.microsoft.com/office/drawing/2014/main" id="{9A4C1C2B-09C7-8CD9-09D7-66DED186C47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BD539CC-8ED1-8F81-AE47-47C47AF71841}"/>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1060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D521C0-2A7E-29F7-00B6-01CEAECD84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7A2563E-26D4-8C8D-2DF0-6BDA2DAF7B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B41A9A51-D4FF-E276-4879-8BD27D157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899D222-D077-A484-543F-099DB23429E2}"/>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6" name="Espaço Reservado para Rodapé 5">
            <a:extLst>
              <a:ext uri="{FF2B5EF4-FFF2-40B4-BE49-F238E27FC236}">
                <a16:creationId xmlns:a16="http://schemas.microsoft.com/office/drawing/2014/main" id="{E545DF1F-8FCF-5983-3F83-13592A4305C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0565C37-878D-8EF7-8E42-23F01D3D40C0}"/>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859715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1A938-755A-838B-BED7-03E1F722411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7490C92-11E5-2F87-9334-4C8AC205C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738B3B2-20CE-03F7-B5D1-C8F6B0E18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26896E2-7A05-6E82-02F7-1F6CDB1DEBF9}"/>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6" name="Espaço Reservado para Rodapé 5">
            <a:extLst>
              <a:ext uri="{FF2B5EF4-FFF2-40B4-BE49-F238E27FC236}">
                <a16:creationId xmlns:a16="http://schemas.microsoft.com/office/drawing/2014/main" id="{90562F6F-1A2C-51A4-BA05-2CC025CAC6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4B6572A-FA8F-ED58-8E82-8F975E28FD1E}"/>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31489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3FC8F-7924-0160-FAD7-A85324B72A5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6B613E6-30C6-2173-C1C9-BB5B5BA9BED4}"/>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3C70993-D9BB-A83F-33BA-C81C88217113}"/>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5" name="Espaço Reservado para Rodapé 4">
            <a:extLst>
              <a:ext uri="{FF2B5EF4-FFF2-40B4-BE49-F238E27FC236}">
                <a16:creationId xmlns:a16="http://schemas.microsoft.com/office/drawing/2014/main" id="{2297F249-1F3F-7BF9-68AC-7015E122760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207F9B-5D70-9448-E2B3-419F9487E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984051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C424580-4294-A97B-6B88-9FDC50061C6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5260C74-8C3C-C6E8-91BB-638339E7ECA9}"/>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08035C9-2AE5-0569-30A5-49D153535C9F}"/>
              </a:ext>
            </a:extLst>
          </p:cNvPr>
          <p:cNvSpPr>
            <a:spLocks noGrp="1"/>
          </p:cNvSpPr>
          <p:nvPr>
            <p:ph type="dt" sz="half" idx="10"/>
          </p:nvPr>
        </p:nvSpPr>
        <p:spPr/>
        <p:txBody>
          <a:bodyPr/>
          <a:lstStyle/>
          <a:p>
            <a:fld id="{890BF836-F845-4043-9535-B2C99B84784A}" type="datetimeFigureOut">
              <a:rPr lang="pt-BR" smtClean="0"/>
              <a:t>18/07/2024</a:t>
            </a:fld>
            <a:endParaRPr lang="pt-BR"/>
          </a:p>
        </p:txBody>
      </p:sp>
      <p:sp>
        <p:nvSpPr>
          <p:cNvPr id="5" name="Espaço Reservado para Rodapé 4">
            <a:extLst>
              <a:ext uri="{FF2B5EF4-FFF2-40B4-BE49-F238E27FC236}">
                <a16:creationId xmlns:a16="http://schemas.microsoft.com/office/drawing/2014/main" id="{1C0C641B-B199-23BA-6588-127065C7561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54DF61E-C021-6B7E-F566-E02ED3B3EFEB}"/>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85156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DF8A63F-1A6A-DD6F-7A1B-D1C99182AE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C1B5F54F-E10C-7F3D-F522-1AD25E1C47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212D7E8-1F4E-21B5-90E3-9A50BFE53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0BF836-F845-4043-9535-B2C99B84784A}" type="datetimeFigureOut">
              <a:rPr lang="pt-BR" smtClean="0"/>
              <a:t>18/07/2024</a:t>
            </a:fld>
            <a:endParaRPr lang="pt-BR"/>
          </a:p>
        </p:txBody>
      </p:sp>
      <p:sp>
        <p:nvSpPr>
          <p:cNvPr id="5" name="Espaço Reservado para Rodapé 4">
            <a:extLst>
              <a:ext uri="{FF2B5EF4-FFF2-40B4-BE49-F238E27FC236}">
                <a16:creationId xmlns:a16="http://schemas.microsoft.com/office/drawing/2014/main" id="{4E03E8D0-5ECF-5A08-E68C-4DCDD9822E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97160F5-A781-FEF6-48E3-5D74A863A4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DEA0E-85EA-456D-AFA7-CB3476B579EB}" type="slidenum">
              <a:rPr lang="pt-BR" smtClean="0"/>
              <a:t>‹nº›</a:t>
            </a:fld>
            <a:endParaRPr lang="pt-BR"/>
          </a:p>
        </p:txBody>
      </p:sp>
    </p:spTree>
    <p:extLst>
      <p:ext uri="{BB962C8B-B14F-4D97-AF65-F5344CB8AC3E}">
        <p14:creationId xmlns:p14="http://schemas.microsoft.com/office/powerpoint/2010/main" val="3589314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dt@ufmg.br"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1.png"/><Relationship Id="rId3" Type="http://schemas.openxmlformats.org/officeDocument/2006/relationships/image" Target="../media/image3.svg"/><Relationship Id="rId7" Type="http://schemas.openxmlformats.org/officeDocument/2006/relationships/image" Target="../media/image8.png"/><Relationship Id="rId12" Type="http://schemas.openxmlformats.org/officeDocument/2006/relationships/image" Target="../media/image9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86.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610.png"/></Relationships>
</file>

<file path=ppt/slides/_rels/slide5.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3.svg"/><Relationship Id="rId7" Type="http://schemas.openxmlformats.org/officeDocument/2006/relationships/image" Target="../media/image15.png"/><Relationship Id="rId12"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21.png"/><Relationship Id="rId18" Type="http://schemas.openxmlformats.org/officeDocument/2006/relationships/image" Target="../media/image27.png"/><Relationship Id="rId3" Type="http://schemas.openxmlformats.org/officeDocument/2006/relationships/image" Target="../media/image3.svg"/><Relationship Id="rId7" Type="http://schemas.openxmlformats.org/officeDocument/2006/relationships/image" Target="../media/image114.png"/><Relationship Id="rId12" Type="http://schemas.openxmlformats.org/officeDocument/2006/relationships/image" Target="../media/image11.png"/><Relationship Id="rId17" Type="http://schemas.openxmlformats.org/officeDocument/2006/relationships/image" Target="../media/image26.png"/><Relationship Id="rId2" Type="http://schemas.openxmlformats.org/officeDocument/2006/relationships/image" Target="../media/image2.png"/><Relationship Id="rId16" Type="http://schemas.openxmlformats.org/officeDocument/2006/relationships/image" Target="../media/image25.png"/><Relationship Id="rId1" Type="http://schemas.openxmlformats.org/officeDocument/2006/relationships/slideLayout" Target="../slideLayouts/slideLayout2.xml"/><Relationship Id="rId11" Type="http://schemas.openxmlformats.org/officeDocument/2006/relationships/image" Target="../media/image24.png"/><Relationship Id="rId6" Type="http://schemas.openxmlformats.org/officeDocument/2006/relationships/image" Target="../media/image101.png"/><Relationship Id="rId5" Type="http://schemas.openxmlformats.org/officeDocument/2006/relationships/image" Target="../media/image20.png"/><Relationship Id="rId15"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182.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3.sv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3.svg"/><Relationship Id="rId7" Type="http://schemas.openxmlformats.org/officeDocument/2006/relationships/image" Target="../media/image32.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2.png"/><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4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43.png"/><Relationship Id="rId14" Type="http://schemas.openxmlformats.org/officeDocument/2006/relationships/image" Target="../media/image48.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7.png"/><Relationship Id="rId3" Type="http://schemas.openxmlformats.org/officeDocument/2006/relationships/image" Target="../media/image3.svg"/><Relationship Id="rId21" Type="http://schemas.openxmlformats.org/officeDocument/2006/relationships/image" Target="../media/image60.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56.png"/><Relationship Id="rId2" Type="http://schemas.openxmlformats.org/officeDocument/2006/relationships/image" Target="../media/image2.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4.png"/><Relationship Id="rId10" Type="http://schemas.openxmlformats.org/officeDocument/2006/relationships/image" Target="../media/image45.png"/><Relationship Id="rId19" Type="http://schemas.openxmlformats.org/officeDocument/2006/relationships/image" Target="../media/image58.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sv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4.png"/><Relationship Id="rId2" Type="http://schemas.openxmlformats.org/officeDocument/2006/relationships/image" Target="../media/image2.png"/><Relationship Id="rId16"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62.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61.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69.png"/><Relationship Id="rId3" Type="http://schemas.openxmlformats.org/officeDocument/2006/relationships/image" Target="../media/image3.svg"/><Relationship Id="rId21" Type="http://schemas.openxmlformats.org/officeDocument/2006/relationships/image" Target="../media/image72.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8.png"/><Relationship Id="rId2" Type="http://schemas.openxmlformats.org/officeDocument/2006/relationships/image" Target="../media/image2.png"/><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66.png"/><Relationship Id="rId23" Type="http://schemas.openxmlformats.org/officeDocument/2006/relationships/image" Target="../media/image74.png"/><Relationship Id="rId10" Type="http://schemas.openxmlformats.org/officeDocument/2006/relationships/image" Target="../media/image45.png"/><Relationship Id="rId19" Type="http://schemas.openxmlformats.org/officeDocument/2006/relationships/image" Target="../media/image70.sv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65.png"/><Relationship Id="rId22" Type="http://schemas.openxmlformats.org/officeDocument/2006/relationships/image" Target="../media/image73.png"/></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3.sv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13.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18" Type="http://schemas.openxmlformats.org/officeDocument/2006/relationships/image" Target="../media/image103.png"/><Relationship Id="rId3" Type="http://schemas.openxmlformats.org/officeDocument/2006/relationships/image" Target="../media/image3.svg"/><Relationship Id="rId7" Type="http://schemas.openxmlformats.org/officeDocument/2006/relationships/image" Target="../media/image90.png"/><Relationship Id="rId12" Type="http://schemas.openxmlformats.org/officeDocument/2006/relationships/image" Target="../media/image96.png"/><Relationship Id="rId17" Type="http://schemas.openxmlformats.org/officeDocument/2006/relationships/image" Target="../media/image102.png"/><Relationship Id="rId2" Type="http://schemas.openxmlformats.org/officeDocument/2006/relationships/image" Target="../media/image2.png"/><Relationship Id="rId16"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89.png"/><Relationship Id="rId11" Type="http://schemas.openxmlformats.org/officeDocument/2006/relationships/image" Target="../media/image95.png"/><Relationship Id="rId5" Type="http://schemas.openxmlformats.org/officeDocument/2006/relationships/image" Target="../media/image88.png"/><Relationship Id="rId15" Type="http://schemas.openxmlformats.org/officeDocument/2006/relationships/image" Target="../media/image99.png"/><Relationship Id="rId10" Type="http://schemas.openxmlformats.org/officeDocument/2006/relationships/image" Target="../media/image94.png"/><Relationship Id="rId4" Type="http://schemas.openxmlformats.org/officeDocument/2006/relationships/image" Target="../media/image87.png"/><Relationship Id="rId9" Type="http://schemas.openxmlformats.org/officeDocument/2006/relationships/image" Target="../media/image93.png"/><Relationship Id="rId14" Type="http://schemas.openxmlformats.org/officeDocument/2006/relationships/image" Target="../media/image98.png"/></Relationships>
</file>

<file path=ppt/slides/_rels/slide14.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18" Type="http://schemas.openxmlformats.org/officeDocument/2006/relationships/image" Target="../media/image119.png"/><Relationship Id="rId3" Type="http://schemas.openxmlformats.org/officeDocument/2006/relationships/image" Target="../media/image3.svg"/><Relationship Id="rId7" Type="http://schemas.openxmlformats.org/officeDocument/2006/relationships/image" Target="../media/image107.png"/><Relationship Id="rId12" Type="http://schemas.openxmlformats.org/officeDocument/2006/relationships/image" Target="../media/image112.png"/><Relationship Id="rId17" Type="http://schemas.openxmlformats.org/officeDocument/2006/relationships/image" Target="../media/image118.png"/><Relationship Id="rId2" Type="http://schemas.openxmlformats.org/officeDocument/2006/relationships/image" Target="../media/image2.png"/><Relationship Id="rId16" Type="http://schemas.openxmlformats.org/officeDocument/2006/relationships/image" Target="../media/image117.png"/><Relationship Id="rId20"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116.png"/><Relationship Id="rId10" Type="http://schemas.openxmlformats.org/officeDocument/2006/relationships/image" Target="../media/image110.png"/><Relationship Id="rId19" Type="http://schemas.openxmlformats.org/officeDocument/2006/relationships/image" Target="../media/image12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5.png"/></Relationships>
</file>

<file path=ppt/slides/_rels/slide15.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1.png"/><Relationship Id="rId3" Type="http://schemas.openxmlformats.org/officeDocument/2006/relationships/image" Target="../media/image3.svg"/><Relationship Id="rId7" Type="http://schemas.openxmlformats.org/officeDocument/2006/relationships/image" Target="../media/image126.png"/><Relationship Id="rId12" Type="http://schemas.openxmlformats.org/officeDocument/2006/relationships/image" Target="../media/image13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29.png"/><Relationship Id="rId5" Type="http://schemas.openxmlformats.org/officeDocument/2006/relationships/image" Target="../media/image124.png"/><Relationship Id="rId15" Type="http://schemas.openxmlformats.org/officeDocument/2006/relationships/image" Target="../media/image132.png"/><Relationship Id="rId10" Type="http://schemas.openxmlformats.org/officeDocument/2006/relationships/image" Target="../media/image8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97.png"/></Relationships>
</file>

<file path=ppt/slides/_rels/slide16.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3.svg"/><Relationship Id="rId7" Type="http://schemas.openxmlformats.org/officeDocument/2006/relationships/image" Target="../media/image13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3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4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1130.png"/><Relationship Id="rId1" Type="http://schemas.openxmlformats.org/officeDocument/2006/relationships/slideLayout" Target="../slideLayouts/slideLayout2.xml"/><Relationship Id="rId6" Type="http://schemas.openxmlformats.org/officeDocument/2006/relationships/image" Target="../media/image511.png"/><Relationship Id="rId5" Type="http://schemas.openxmlformats.org/officeDocument/2006/relationships/image" Target="../media/image41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1200.png"/><Relationship Id="rId18" Type="http://schemas.openxmlformats.org/officeDocument/2006/relationships/image" Target="../media/image170.png"/><Relationship Id="rId3" Type="http://schemas.openxmlformats.org/officeDocument/2006/relationships/image" Target="../media/image210.png"/><Relationship Id="rId21" Type="http://schemas.openxmlformats.org/officeDocument/2006/relationships/image" Target="../media/image190.png"/><Relationship Id="rId7" Type="http://schemas.openxmlformats.org/officeDocument/2006/relationships/image" Target="../media/image640.png"/><Relationship Id="rId12" Type="http://schemas.openxmlformats.org/officeDocument/2006/relationships/image" Target="../media/image1120.png"/><Relationship Id="rId17" Type="http://schemas.openxmlformats.org/officeDocument/2006/relationships/image" Target="../media/image160.png"/><Relationship Id="rId2" Type="http://schemas.openxmlformats.org/officeDocument/2006/relationships/image" Target="../media/image1110.png"/><Relationship Id="rId16" Type="http://schemas.openxmlformats.org/officeDocument/2006/relationships/image" Target="../media/image150.png"/><Relationship Id="rId20"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510.png"/><Relationship Id="rId11" Type="http://schemas.openxmlformats.org/officeDocument/2006/relationships/image" Target="../media/image1000.png"/><Relationship Id="rId5" Type="http://schemas.openxmlformats.org/officeDocument/2006/relationships/image" Target="../media/image410.png"/><Relationship Id="rId15" Type="http://schemas.openxmlformats.org/officeDocument/2006/relationships/image" Target="../media/image1400.png"/><Relationship Id="rId10" Type="http://schemas.openxmlformats.org/officeDocument/2006/relationships/image" Target="../media/image900.png"/><Relationship Id="rId19" Type="http://schemas.openxmlformats.org/officeDocument/2006/relationships/image" Target="../media/image181.png"/><Relationship Id="rId4" Type="http://schemas.openxmlformats.org/officeDocument/2006/relationships/image" Target="../media/image310.png"/><Relationship Id="rId9" Type="http://schemas.openxmlformats.org/officeDocument/2006/relationships/image" Target="../media/image800.png"/><Relationship Id="rId14" Type="http://schemas.openxmlformats.org/officeDocument/2006/relationships/image" Target="../media/image1300.png"/><Relationship Id="rId22" Type="http://schemas.openxmlformats.org/officeDocument/2006/relationships/image" Target="../media/image200.png"/></Relationships>
</file>

<file path=ppt/slides/_rels/slide21.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290.png"/><Relationship Id="rId18" Type="http://schemas.openxmlformats.org/officeDocument/2006/relationships/image" Target="../media/image200.png"/><Relationship Id="rId26" Type="http://schemas.openxmlformats.org/officeDocument/2006/relationships/image" Target="../media/image391.png"/><Relationship Id="rId3" Type="http://schemas.openxmlformats.org/officeDocument/2006/relationships/image" Target="../media/image900.png"/><Relationship Id="rId21" Type="http://schemas.openxmlformats.org/officeDocument/2006/relationships/image" Target="../media/image341.png"/><Relationship Id="rId7" Type="http://schemas.openxmlformats.org/officeDocument/2006/relationships/image" Target="../media/image240.png"/><Relationship Id="rId12" Type="http://schemas.openxmlformats.org/officeDocument/2006/relationships/image" Target="../media/image281.png"/><Relationship Id="rId17" Type="http://schemas.openxmlformats.org/officeDocument/2006/relationships/image" Target="../media/image280.png"/><Relationship Id="rId25" Type="http://schemas.openxmlformats.org/officeDocument/2006/relationships/image" Target="../media/image381.png"/><Relationship Id="rId2" Type="http://schemas.openxmlformats.org/officeDocument/2006/relationships/image" Target="../media/image212.png"/><Relationship Id="rId16" Type="http://schemas.openxmlformats.org/officeDocument/2006/relationships/image" Target="../media/image320.png"/><Relationship Id="rId20" Type="http://schemas.openxmlformats.org/officeDocument/2006/relationships/image" Target="../media/image331.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270.png"/><Relationship Id="rId24" Type="http://schemas.openxmlformats.org/officeDocument/2006/relationships/image" Target="../media/image371.png"/><Relationship Id="rId5" Type="http://schemas.openxmlformats.org/officeDocument/2006/relationships/image" Target="../media/image220.png"/><Relationship Id="rId15" Type="http://schemas.openxmlformats.org/officeDocument/2006/relationships/image" Target="../media/image311.png"/><Relationship Id="rId23" Type="http://schemas.openxmlformats.org/officeDocument/2006/relationships/image" Target="../media/image361.png"/><Relationship Id="rId10" Type="http://schemas.openxmlformats.org/officeDocument/2006/relationships/image" Target="../media/image271.png"/><Relationship Id="rId19" Type="http://schemas.openxmlformats.org/officeDocument/2006/relationships/image" Target="../media/image332.png"/><Relationship Id="rId9" Type="http://schemas.openxmlformats.org/officeDocument/2006/relationships/image" Target="../media/image260.png"/><Relationship Id="rId14" Type="http://schemas.openxmlformats.org/officeDocument/2006/relationships/image" Target="../media/image300.png"/><Relationship Id="rId22" Type="http://schemas.openxmlformats.org/officeDocument/2006/relationships/image" Target="../media/image351.png"/><Relationship Id="rId27" Type="http://schemas.openxmlformats.org/officeDocument/2006/relationships/image" Target="../media/image401.png"/></Relationships>
</file>

<file path=ppt/slides/_rels/slide22.xml.rels><?xml version="1.0" encoding="UTF-8" standalone="yes"?>
<Relationships xmlns="http://schemas.openxmlformats.org/package/2006/relationships"><Relationship Id="rId8" Type="http://schemas.openxmlformats.org/officeDocument/2006/relationships/image" Target="../media/image390.png"/><Relationship Id="rId13" Type="http://schemas.openxmlformats.org/officeDocument/2006/relationships/image" Target="../media/image440.png"/><Relationship Id="rId3" Type="http://schemas.openxmlformats.org/officeDocument/2006/relationships/image" Target="../media/image340.png"/><Relationship Id="rId7" Type="http://schemas.openxmlformats.org/officeDocument/2006/relationships/image" Target="../media/image380.png"/><Relationship Id="rId12" Type="http://schemas.openxmlformats.org/officeDocument/2006/relationships/image" Target="../media/image43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20.png"/><Relationship Id="rId5" Type="http://schemas.openxmlformats.org/officeDocument/2006/relationships/image" Target="../media/image360.png"/><Relationship Id="rId10" Type="http://schemas.openxmlformats.org/officeDocument/2006/relationships/image" Target="../media/image412.png"/><Relationship Id="rId4" Type="http://schemas.openxmlformats.org/officeDocument/2006/relationships/image" Target="../media/image350.png"/><Relationship Id="rId9" Type="http://schemas.openxmlformats.org/officeDocument/2006/relationships/image" Target="../media/image400.png"/></Relationships>
</file>

<file path=ppt/slides/_rels/slide23.xml.rels><?xml version="1.0" encoding="UTF-8" standalone="yes"?>
<Relationships xmlns="http://schemas.openxmlformats.org/package/2006/relationships"><Relationship Id="rId8" Type="http://schemas.openxmlformats.org/officeDocument/2006/relationships/image" Target="../media/image512.png"/><Relationship Id="rId13" Type="http://schemas.openxmlformats.org/officeDocument/2006/relationships/image" Target="../media/image560.png"/><Relationship Id="rId3" Type="http://schemas.openxmlformats.org/officeDocument/2006/relationships/image" Target="../media/image460.png"/><Relationship Id="rId7" Type="http://schemas.openxmlformats.org/officeDocument/2006/relationships/image" Target="../media/image500.png"/><Relationship Id="rId12" Type="http://schemas.openxmlformats.org/officeDocument/2006/relationships/image" Target="../media/image550.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490.png"/><Relationship Id="rId11" Type="http://schemas.openxmlformats.org/officeDocument/2006/relationships/image" Target="../media/image540.png"/><Relationship Id="rId5" Type="http://schemas.openxmlformats.org/officeDocument/2006/relationships/image" Target="../media/image480.png"/><Relationship Id="rId15" Type="http://schemas.openxmlformats.org/officeDocument/2006/relationships/image" Target="../media/image570.png"/><Relationship Id="rId10" Type="http://schemas.openxmlformats.org/officeDocument/2006/relationships/image" Target="../media/image530.png"/><Relationship Id="rId9" Type="http://schemas.openxmlformats.org/officeDocument/2006/relationships/image" Target="../media/image520.png"/><Relationship Id="rId14" Type="http://schemas.openxmlformats.org/officeDocument/2006/relationships/image" Target="../media/image470.png"/></Relationships>
</file>

<file path=ppt/slides/_rels/slide24.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image" Target="../media/image580.png"/><Relationship Id="rId1" Type="http://schemas.openxmlformats.org/officeDocument/2006/relationships/slideLayout" Target="../slideLayouts/slideLayout2.xml"/><Relationship Id="rId6" Type="http://schemas.openxmlformats.org/officeDocument/2006/relationships/image" Target="../media/image620.png"/><Relationship Id="rId5" Type="http://schemas.openxmlformats.org/officeDocument/2006/relationships/image" Target="../media/image611.png"/><Relationship Id="rId4" Type="http://schemas.openxmlformats.org/officeDocument/2006/relationships/image" Target="../media/image600.png"/></Relationships>
</file>

<file path=ppt/slides/_rels/slide25.xml.rels><?xml version="1.0" encoding="UTF-8" standalone="yes"?>
<Relationships xmlns="http://schemas.openxmlformats.org/package/2006/relationships"><Relationship Id="rId3" Type="http://schemas.openxmlformats.org/officeDocument/2006/relationships/image" Target="../media/image590.png"/><Relationship Id="rId7" Type="http://schemas.openxmlformats.org/officeDocument/2006/relationships/image" Target="../media/image580.png"/><Relationship Id="rId2" Type="http://schemas.openxmlformats.org/officeDocument/2006/relationships/image" Target="../media/image630.png"/><Relationship Id="rId1" Type="http://schemas.openxmlformats.org/officeDocument/2006/relationships/slideLayout" Target="../slideLayouts/slideLayout2.xml"/><Relationship Id="rId6" Type="http://schemas.openxmlformats.org/officeDocument/2006/relationships/image" Target="../media/image620.png"/><Relationship Id="rId5" Type="http://schemas.openxmlformats.org/officeDocument/2006/relationships/image" Target="../media/image611.png"/><Relationship Id="rId4" Type="http://schemas.openxmlformats.org/officeDocument/2006/relationships/image" Target="../media/image6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Forma, Círculo&#10;&#10;Descrição gerada automaticamente">
            <a:extLst>
              <a:ext uri="{FF2B5EF4-FFF2-40B4-BE49-F238E27FC236}">
                <a16:creationId xmlns:a16="http://schemas.microsoft.com/office/drawing/2014/main" id="{0BE23913-79BD-9474-5788-E7ED9ADC86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aixaDeTexto 6">
            <a:extLst>
              <a:ext uri="{FF2B5EF4-FFF2-40B4-BE49-F238E27FC236}">
                <a16:creationId xmlns:a16="http://schemas.microsoft.com/office/drawing/2014/main" id="{31D06EC5-8553-0F5A-D878-AF0600CAF2F8}"/>
              </a:ext>
            </a:extLst>
          </p:cNvPr>
          <p:cNvSpPr txBox="1"/>
          <p:nvPr/>
        </p:nvSpPr>
        <p:spPr>
          <a:xfrm>
            <a:off x="731404" y="2060848"/>
            <a:ext cx="7741468" cy="4124206"/>
          </a:xfrm>
          <a:prstGeom prst="rect">
            <a:avLst/>
          </a:prstGeom>
          <a:noFill/>
        </p:spPr>
        <p:txBody>
          <a:bodyPr wrap="square">
            <a:spAutoFit/>
          </a:bodyPr>
          <a:lstStyle/>
          <a:p>
            <a:r>
              <a:rPr lang="pt-BR">
                <a:solidFill>
                  <a:schemeClr val="accent1">
                    <a:lumMod val="60000"/>
                    <a:lumOff val="40000"/>
                  </a:schemeClr>
                </a:solidFill>
                <a:latin typeface="Arial Black" panose="020B0A04020102020204" pitchFamily="34" charset="0"/>
              </a:rPr>
              <a:t>Method of Moments based on a surface admittance operator (MoM-SO):</a:t>
            </a:r>
          </a:p>
          <a:p>
            <a:r>
              <a:rPr lang="pt-BR" sz="1600">
                <a:solidFill>
                  <a:schemeClr val="accent1">
                    <a:lumMod val="40000"/>
                    <a:lumOff val="60000"/>
                  </a:schemeClr>
                </a:solidFill>
                <a:latin typeface="Arial Black" panose="020B0A04020102020204" pitchFamily="34" charset="0"/>
              </a:rPr>
              <a:t>An Introduction</a:t>
            </a:r>
          </a:p>
          <a:p>
            <a:endParaRPr lang="pt-BR" sz="1600">
              <a:solidFill>
                <a:schemeClr val="accent1">
                  <a:lumMod val="40000"/>
                  <a:lumOff val="60000"/>
                </a:schemeClr>
              </a:solidFill>
              <a:latin typeface="Arial Black" panose="020B0A04020102020204" pitchFamily="34" charset="0"/>
            </a:endParaRPr>
          </a:p>
          <a:p>
            <a:endParaRPr lang="pt-BR" sz="1600">
              <a:solidFill>
                <a:schemeClr val="accent1">
                  <a:lumMod val="40000"/>
                  <a:lumOff val="60000"/>
                </a:schemeClr>
              </a:solidFill>
              <a:latin typeface="Arial Black" panose="020B0A04020102020204" pitchFamily="34" charset="0"/>
            </a:endParaRPr>
          </a:p>
          <a:p>
            <a:endParaRPr lang="pt-BR"/>
          </a:p>
          <a:p>
            <a:r>
              <a:rPr lang="pt-BR"/>
              <a:t>Adilton Junio Ladeira Pereira</a:t>
            </a:r>
          </a:p>
          <a:p>
            <a:r>
              <a:rPr lang="pt-BR" sz="1600">
                <a:hlinkClick r:id="rId3"/>
              </a:rPr>
              <a:t>adt@ufmg.br</a:t>
            </a:r>
            <a:r>
              <a:rPr lang="pt-BR"/>
              <a:t> </a:t>
            </a:r>
          </a:p>
          <a:p>
            <a:r>
              <a:rPr lang="pt-BR" sz="1600"/>
              <a:t>Programa de Pós-Graduação em Engenharia Elétrica (PPGEE-UFMG)</a:t>
            </a:r>
          </a:p>
          <a:p>
            <a:endParaRPr lang="pt-BR"/>
          </a:p>
          <a:p>
            <a:endParaRPr lang="pt-BR"/>
          </a:p>
          <a:p>
            <a:endParaRPr lang="pt-BR"/>
          </a:p>
          <a:p>
            <a:endParaRPr lang="pt-BR"/>
          </a:p>
          <a:p>
            <a:endParaRPr lang="pt-BR"/>
          </a:p>
          <a:p>
            <a:r>
              <a:rPr lang="pt-BR"/>
              <a:t>Belo Horizonte, julho de 2024</a:t>
            </a:r>
          </a:p>
        </p:txBody>
      </p:sp>
    </p:spTree>
    <p:extLst>
      <p:ext uri="{BB962C8B-B14F-4D97-AF65-F5344CB8AC3E}">
        <p14:creationId xmlns:p14="http://schemas.microsoft.com/office/powerpoint/2010/main" val="2638793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Agenda</a:t>
            </a: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7565" y="1043970"/>
            <a:ext cx="9758895" cy="5409366"/>
          </a:xfrm>
          <a:prstGeom prst="rect">
            <a:avLst/>
          </a:prstGeom>
          <a:noFill/>
        </p:spPr>
        <p:txBody>
          <a:bodyPr wrap="square">
            <a:spAutoFit/>
          </a:bodyPr>
          <a:lstStyle/>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Introduction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Motivation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Differential Surface Admittance Concept</a:t>
            </a:r>
          </a:p>
          <a:p>
            <a:pPr indent="-285750">
              <a:lnSpc>
                <a:spcPct val="150000"/>
              </a:lnSpc>
              <a:buFont typeface="Arial" panose="020B0604020202020204" pitchFamily="34" charset="0"/>
              <a:buChar char="•"/>
            </a:pPr>
            <a:r>
              <a:rPr lang="en-US">
                <a:solidFill>
                  <a:srgbClr val="0070C0"/>
                </a:solidFill>
                <a:latin typeface="Arial Black" panose="020B0A04020102020204" pitchFamily="34" charset="0"/>
              </a:rPr>
              <a:t>Circular Conductors Surrounded by a Homogeneous Lossless Medium</a:t>
            </a:r>
            <a:endParaRPr lang="pt-BR">
              <a:solidFill>
                <a:srgbClr val="0070C0"/>
              </a:solidFill>
              <a:latin typeface="Arial Black" panose="020B0A04020102020204" pitchFamily="34" charset="0"/>
            </a:endParaRP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Problem Statement</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Surface Admittance Operator</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Electric Field Integral Equation (EFIE)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Analytic Evaluation of Discrete Green’s Function</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Partial 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Total p.u.l. Impedance</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Case Studies</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Bifilar Line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Coaxial (single core) Cable</a:t>
            </a:r>
          </a:p>
        </p:txBody>
      </p:sp>
    </p:spTree>
    <p:extLst>
      <p:ext uri="{BB962C8B-B14F-4D97-AF65-F5344CB8AC3E}">
        <p14:creationId xmlns:p14="http://schemas.microsoft.com/office/powerpoint/2010/main" val="2475942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3</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479424" y="1582341"/>
                <a:ext cx="10837863" cy="2862322"/>
              </a:xfrm>
              <a:prstGeom prst="rect">
                <a:avLst/>
              </a:prstGeom>
              <a:noFill/>
            </p:spPr>
            <p:txBody>
              <a:bodyPr wrap="square">
                <a:spAutoFit/>
              </a:bodyPr>
              <a:lstStyle>
                <a:defPPr>
                  <a:defRPr lang="pt-BR"/>
                </a:defPPr>
                <a:lvl1pPr>
                  <a:defRPr sz="1600"/>
                </a:lvl1pPr>
              </a:lstStyle>
              <a:p>
                <a:r>
                  <a:rPr lang="pt-BR" sz="1800"/>
                  <a:t>MoM-SO is a numerical technique for calculating the series impedance matrix, </a:t>
                </a:r>
                <a14:m>
                  <m:oMath xmlns:m="http://schemas.openxmlformats.org/officeDocument/2006/math">
                    <m:r>
                      <a:rPr lang="pt-BR" sz="1800">
                        <a:latin typeface="Cambria Math" panose="02040503050406030204" pitchFamily="18" charset="0"/>
                      </a:rPr>
                      <m:t>𝒁</m:t>
                    </m:r>
                  </m:oMath>
                </a14:m>
                <a:r>
                  <a:rPr lang="pt-BR" sz="1800"/>
                  <a:t>, of systems with round conductors (wires and cables) which takes into account both skin and proximity effects. </a:t>
                </a:r>
              </a:p>
              <a:p>
                <a:endParaRPr lang="pt-BR" sz="1800"/>
              </a:p>
              <a:p>
                <a:r>
                  <a:rPr lang="pt-BR" sz="1800"/>
                  <a:t>Analytical formulation accounts only for the skin effect, assuming a symmetrical distribution of current in all conductors. However, the proximity effect can significantly affect transient voltages and should therefore be considered [1].</a:t>
                </a:r>
              </a:p>
              <a:p>
                <a:endParaRPr lang="pt-BR" sz="1800"/>
              </a:p>
              <a:p>
                <a:r>
                  <a:rPr lang="pt-BR" sz="1800"/>
                  <a:t>The surface-based approach operator (SO) requires only the discretization of the surface of the conductors, in contrast with volume-based approaches that mesh the entire cable cross-section, such as finite elements and conductor partitioning [2].</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479424" y="1582341"/>
                <a:ext cx="10837863" cy="2862322"/>
              </a:xfrm>
              <a:prstGeom prst="rect">
                <a:avLst/>
              </a:prstGeom>
              <a:blipFill>
                <a:blip r:embed="rId4"/>
                <a:stretch>
                  <a:fillRect l="-506" t="-1066" r="-394" b="-2772"/>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Motivation</a:t>
            </a:r>
          </a:p>
        </p:txBody>
      </p:sp>
      <p:sp>
        <p:nvSpPr>
          <p:cNvPr id="3" name="CaixaDeTexto 2">
            <a:extLst>
              <a:ext uri="{FF2B5EF4-FFF2-40B4-BE49-F238E27FC236}">
                <a16:creationId xmlns:a16="http://schemas.microsoft.com/office/drawing/2014/main" id="{95FB76DA-5C4C-83C3-D3CB-D54A13B9EBB3}"/>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617235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4</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584775"/>
              </a:xfrm>
              <a:prstGeom prst="rect">
                <a:avLst/>
              </a:prstGeom>
              <a:noFill/>
            </p:spPr>
            <p:txBody>
              <a:bodyPr wrap="square">
                <a:spAutoFit/>
              </a:bodyPr>
              <a:lstStyle>
                <a:defPPr>
                  <a:defRPr lang="pt-BR"/>
                </a:defPPr>
                <a:lvl1pPr>
                  <a:defRPr sz="1600"/>
                </a:lvl1pPr>
              </a:lstStyle>
              <a:p>
                <a:r>
                  <a:rPr lang="pt-BR"/>
                  <a:t>On the boundary </a:t>
                </a:r>
                <a14:m>
                  <m:oMath xmlns:m="http://schemas.openxmlformats.org/officeDocument/2006/math">
                    <m:r>
                      <a:rPr lang="pt-BR">
                        <a:latin typeface="Cambria Math" panose="02040503050406030204" pitchFamily="18" charset="0"/>
                      </a:rPr>
                      <m:t>𝑐</m:t>
                    </m:r>
                  </m:oMath>
                </a14:m>
                <a:r>
                  <a:rPr lang="pt-BR"/>
                  <a:t>, consider the tangencial component of the magnetic field,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𝐻</m:t>
                        </m:r>
                      </m:e>
                      <m:sub>
                        <m:r>
                          <a:rPr lang="pt-BR">
                            <a:latin typeface="Cambria Math" panose="02040503050406030204" pitchFamily="18" charset="0"/>
                          </a:rPr>
                          <m:t>𝑡</m:t>
                        </m:r>
                      </m:sub>
                    </m:sSub>
                  </m:oMath>
                </a14:m>
                <a:r>
                  <a:rPr lang="pt-BR"/>
                  <a:t> [3]</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5999" y="1582341"/>
                <a:ext cx="5221289" cy="584775"/>
              </a:xfrm>
              <a:prstGeom prst="rect">
                <a:avLst/>
              </a:prstGeom>
              <a:blipFill>
                <a:blip r:embed="rId4"/>
                <a:stretch>
                  <a:fillRect l="-583" t="-3158" r="-1167" b="-1368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5678170-CA2D-8AB7-0A6B-835769EDCC0C}"/>
                  </a:ext>
                </a:extLst>
              </p:cNvPr>
              <p:cNvSpPr txBox="1"/>
              <p:nvPr/>
            </p:nvSpPr>
            <p:spPr>
              <a:xfrm>
                <a:off x="6096309" y="2371685"/>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17" name="CaixaDeTexto 16">
                <a:extLst>
                  <a:ext uri="{FF2B5EF4-FFF2-40B4-BE49-F238E27FC236}">
                    <a16:creationId xmlns:a16="http://schemas.microsoft.com/office/drawing/2014/main" id="{C5678170-CA2D-8AB7-0A6B-835769EDCC0C}"/>
                  </a:ext>
                </a:extLst>
              </p:cNvPr>
              <p:cNvSpPr txBox="1">
                <a:spLocks noRot="1" noChangeAspect="1" noMove="1" noResize="1" noEditPoints="1" noAdjustHandles="1" noChangeArrowheads="1" noChangeShapeType="1" noTextEdit="1"/>
              </p:cNvSpPr>
              <p:nvPr/>
            </p:nvSpPr>
            <p:spPr>
              <a:xfrm>
                <a:off x="6096309" y="2371685"/>
                <a:ext cx="5148263" cy="5981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55254BAB-9DE3-54E5-C42C-F5DBAE4432FF}"/>
                  </a:ext>
                </a:extLst>
              </p:cNvPr>
              <p:cNvSpPr txBox="1"/>
              <p:nvPr/>
            </p:nvSpPr>
            <p:spPr>
              <a:xfrm>
                <a:off x="6089539" y="3307092"/>
                <a:ext cx="5227749" cy="584775"/>
              </a:xfrm>
              <a:prstGeom prst="rect">
                <a:avLst/>
              </a:prstGeom>
              <a:noFill/>
            </p:spPr>
            <p:txBody>
              <a:bodyPr wrap="square">
                <a:spAutoFit/>
              </a:bodyPr>
              <a:lstStyle>
                <a:defPPr>
                  <a:defRPr lang="pt-BR"/>
                </a:defPPr>
                <a:lvl1pPr>
                  <a:defRPr sz="1600"/>
                </a:lvl1pPr>
              </a:lstStyle>
              <a:p>
                <a:r>
                  <a:rPr lang="pt-BR"/>
                  <a:t>Inside </a:t>
                </a:r>
                <a14:m>
                  <m:oMath xmlns:m="http://schemas.openxmlformats.org/officeDocument/2006/math">
                    <m:r>
                      <a:rPr lang="pt-BR">
                        <a:latin typeface="Cambria Math" panose="02040503050406030204" pitchFamily="18" charset="0"/>
                      </a:rPr>
                      <m:t>𝑆</m:t>
                    </m:r>
                  </m:oMath>
                </a14:m>
                <a:r>
                  <a:rPr lang="pt-BR"/>
                  <a:t>, the longitudinal componente of the electric field satisfies the </a:t>
                </a:r>
                <a:r>
                  <a:rPr lang="pt-BR" i="1"/>
                  <a:t>Helmholtz</a:t>
                </a:r>
                <a:r>
                  <a:rPr lang="pt-BR"/>
                  <a:t> equation:</a:t>
                </a:r>
              </a:p>
            </p:txBody>
          </p:sp>
        </mc:Choice>
        <mc:Fallback xmlns="">
          <p:sp>
            <p:nvSpPr>
              <p:cNvPr id="18" name="CaixaDeTexto 17">
                <a:extLst>
                  <a:ext uri="{FF2B5EF4-FFF2-40B4-BE49-F238E27FC236}">
                    <a16:creationId xmlns:a16="http://schemas.microsoft.com/office/drawing/2014/main" id="{55254BAB-9DE3-54E5-C42C-F5DBAE4432FF}"/>
                  </a:ext>
                </a:extLst>
              </p:cNvPr>
              <p:cNvSpPr txBox="1">
                <a:spLocks noRot="1" noChangeAspect="1" noMove="1" noResize="1" noEditPoints="1" noAdjustHandles="1" noChangeArrowheads="1" noChangeShapeType="1" noTextEdit="1"/>
              </p:cNvSpPr>
              <p:nvPr/>
            </p:nvSpPr>
            <p:spPr>
              <a:xfrm>
                <a:off x="6089539" y="3307092"/>
                <a:ext cx="5227749" cy="584775"/>
              </a:xfrm>
              <a:prstGeom prst="rect">
                <a:avLst/>
              </a:prstGeom>
              <a:blipFill>
                <a:blip r:embed="rId6"/>
                <a:stretch>
                  <a:fillRect l="-699" t="-3158" r="-117"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839CBF87-0713-E3FD-6F4E-E3F16CE31027}"/>
                  </a:ext>
                </a:extLst>
              </p:cNvPr>
              <p:cNvSpPr txBox="1"/>
              <p:nvPr/>
            </p:nvSpPr>
            <p:spPr>
              <a:xfrm>
                <a:off x="6096000" y="4195693"/>
                <a:ext cx="514180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0" i="1" smtClean="0">
                              <a:latin typeface="Cambria Math" panose="02040503050406030204" pitchFamily="18" charset="0"/>
                              <a:cs typeface="Arial" panose="020B0604020202020204" pitchFamily="34" charset="0"/>
                            </a:rPr>
                            <m:t>𝑘</m:t>
                          </m:r>
                        </m:e>
                        <m:sup>
                          <m:r>
                            <a:rPr lang="pt-BR" sz="1600" b="0" i="1" smtClean="0">
                              <a:latin typeface="Cambria Math" panose="02040503050406030204" pitchFamily="18" charset="0"/>
                              <a:cs typeface="Arial" panose="020B0604020202020204" pitchFamily="34" charset="0"/>
                            </a:rPr>
                            <m:t>2</m:t>
                          </m:r>
                        </m:sup>
                      </m:s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xmlns="">
          <p:sp>
            <p:nvSpPr>
              <p:cNvPr id="19" name="CaixaDeTexto 18">
                <a:extLst>
                  <a:ext uri="{FF2B5EF4-FFF2-40B4-BE49-F238E27FC236}">
                    <a16:creationId xmlns:a16="http://schemas.microsoft.com/office/drawing/2014/main" id="{839CBF87-0713-E3FD-6F4E-E3F16CE31027}"/>
                  </a:ext>
                </a:extLst>
              </p:cNvPr>
              <p:cNvSpPr txBox="1">
                <a:spLocks noRot="1" noChangeAspect="1" noMove="1" noResize="1" noEditPoints="1" noAdjustHandles="1" noChangeArrowheads="1" noChangeShapeType="1" noTextEdit="1"/>
              </p:cNvSpPr>
              <p:nvPr/>
            </p:nvSpPr>
            <p:spPr>
              <a:xfrm>
                <a:off x="6096000" y="4195693"/>
                <a:ext cx="5141802" cy="338554"/>
              </a:xfrm>
              <a:prstGeom prst="rect">
                <a:avLst/>
              </a:prstGeom>
              <a:blipFill>
                <a:blip r:embed="rId7"/>
                <a:stretch>
                  <a:fillRect/>
                </a:stretch>
              </a:blipFill>
            </p:spPr>
            <p:txBody>
              <a:bodyPr/>
              <a:lstStyle/>
              <a:p>
                <a:r>
                  <a:rPr lang="pt-BR">
                    <a:noFill/>
                  </a:rPr>
                  <a:t> </a:t>
                </a:r>
              </a:p>
            </p:txBody>
          </p:sp>
        </mc:Fallback>
      </mc:AlternateContent>
      <p:sp>
        <p:nvSpPr>
          <p:cNvPr id="20" name="CaixaDeTexto 19">
            <a:extLst>
              <a:ext uri="{FF2B5EF4-FFF2-40B4-BE49-F238E27FC236}">
                <a16:creationId xmlns:a16="http://schemas.microsoft.com/office/drawing/2014/main" id="{5FE0C7CC-AE87-FA0E-B84D-749F9AD42BB8}"/>
              </a:ext>
            </a:extLst>
          </p:cNvPr>
          <p:cNvSpPr txBox="1"/>
          <p:nvPr/>
        </p:nvSpPr>
        <p:spPr>
          <a:xfrm>
            <a:off x="6089539" y="4839161"/>
            <a:ext cx="514180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92A8F3F1-BF54-4A8F-5B07-7B0AB07EE379}"/>
                  </a:ext>
                </a:extLst>
              </p:cNvPr>
              <p:cNvSpPr txBox="1"/>
              <p:nvPr/>
            </p:nvSpPr>
            <p:spPr>
              <a:xfrm>
                <a:off x="6089539" y="5229200"/>
                <a:ext cx="514180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cs typeface="Arial" panose="020B0604020202020204" pitchFamily="34" charset="0"/>
                        </a:rPr>
                        <m:t>𝑘</m:t>
                      </m:r>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 </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𝜔𝜀</m:t>
                          </m:r>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𝜎</m:t>
                          </m:r>
                          <m:r>
                            <a:rPr lang="pt-BR" sz="1600" b="0" i="1" smtClean="0">
                              <a:latin typeface="Cambria Math" panose="02040503050406030204" pitchFamily="18" charset="0"/>
                              <a:cs typeface="Arial" panose="020B0604020202020204" pitchFamily="34" charset="0"/>
                            </a:rPr>
                            <m:t>)</m:t>
                          </m:r>
                        </m:e>
                      </m:rad>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89539" y="5229200"/>
                <a:ext cx="5141803" cy="390492"/>
              </a:xfrm>
              <a:prstGeom prst="rect">
                <a:avLst/>
              </a:prstGeom>
              <a:blipFill>
                <a:blip r:embed="rId8"/>
                <a:stretch>
                  <a:fillRect b="-6250"/>
                </a:stretch>
              </a:blipFill>
            </p:spPr>
            <p:txBody>
              <a:bodyPr/>
              <a:lstStyle/>
              <a:p>
                <a:r>
                  <a:rPr lang="pt-BR">
                    <a:noFill/>
                  </a:rPr>
                  <a:t> </a:t>
                </a:r>
              </a:p>
            </p:txBody>
          </p:sp>
        </mc:Fallback>
      </mc:AlternateContent>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Original Problem</a:t>
            </a:r>
          </a:p>
        </p:txBody>
      </p:sp>
      <p:grpSp>
        <p:nvGrpSpPr>
          <p:cNvPr id="34" name="Agrupar 33">
            <a:extLst>
              <a:ext uri="{FF2B5EF4-FFF2-40B4-BE49-F238E27FC236}">
                <a16:creationId xmlns:a16="http://schemas.microsoft.com/office/drawing/2014/main" id="{F4BFB5B1-5E57-4044-49BD-F47EB8076502}"/>
              </a:ext>
            </a:extLst>
          </p:cNvPr>
          <p:cNvGrpSpPr/>
          <p:nvPr/>
        </p:nvGrpSpPr>
        <p:grpSpPr>
          <a:xfrm>
            <a:off x="767408" y="2182673"/>
            <a:ext cx="4572508" cy="2458862"/>
            <a:chOff x="767408" y="2182673"/>
            <a:chExt cx="4572508" cy="2458862"/>
          </a:xfrm>
        </p:grpSpPr>
        <p:grpSp>
          <p:nvGrpSpPr>
            <p:cNvPr id="13" name="Agrupar 12">
              <a:extLst>
                <a:ext uri="{FF2B5EF4-FFF2-40B4-BE49-F238E27FC236}">
                  <a16:creationId xmlns:a16="http://schemas.microsoft.com/office/drawing/2014/main" id="{33D1CCA9-C701-8F48-AB0F-762A7BC6A610}"/>
                </a:ext>
              </a:extLst>
            </p:cNvPr>
            <p:cNvGrpSpPr/>
            <p:nvPr/>
          </p:nvGrpSpPr>
          <p:grpSpPr>
            <a:xfrm>
              <a:off x="767408" y="2182673"/>
              <a:ext cx="4572508" cy="2458862"/>
              <a:chOff x="670124" y="2141393"/>
              <a:chExt cx="4572508" cy="2458862"/>
            </a:xfrm>
          </p:grpSpPr>
          <p:sp>
            <p:nvSpPr>
              <p:cNvPr id="7" name="Retângulo 6">
                <a:extLst>
                  <a:ext uri="{FF2B5EF4-FFF2-40B4-BE49-F238E27FC236}">
                    <a16:creationId xmlns:a16="http://schemas.microsoft.com/office/drawing/2014/main" id="{D5AB4974-7F33-2D29-24EC-EF0F440B000C}"/>
                  </a:ext>
                </a:extLst>
              </p:cNvPr>
              <p:cNvSpPr/>
              <p:nvPr/>
            </p:nvSpPr>
            <p:spPr>
              <a:xfrm>
                <a:off x="670632" y="217424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F69A3152-00B5-2F7C-B322-DD009CCAF487}"/>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51" name="CaixaDeTexto 50">
                    <a:extLst>
                      <a:ext uri="{FF2B5EF4-FFF2-40B4-BE49-F238E27FC236}">
                        <a16:creationId xmlns:a16="http://schemas.microsoft.com/office/drawing/2014/main" id="{F69A3152-00B5-2F7C-B322-DD009CCAF487}"/>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9"/>
                    <a:stretch>
                      <a:fillRect b="-3279"/>
                    </a:stretch>
                  </a:blipFill>
                </p:spPr>
                <p:txBody>
                  <a:bodyPr/>
                  <a:lstStyle/>
                  <a:p>
                    <a:r>
                      <a:rPr lang="pt-BR">
                        <a:noFill/>
                      </a:rPr>
                      <a:t> </a:t>
                    </a:r>
                  </a:p>
                </p:txBody>
              </p:sp>
            </mc:Fallback>
          </mc:AlternateContent>
          <p:cxnSp>
            <p:nvCxnSpPr>
              <p:cNvPr id="3" name="Conector reto 2">
                <a:extLst>
                  <a:ext uri="{FF2B5EF4-FFF2-40B4-BE49-F238E27FC236}">
                    <a16:creationId xmlns:a16="http://schemas.microsoft.com/office/drawing/2014/main" id="{F0AF39B9-F471-9A1B-89DE-97EA4078C2C5}"/>
                  </a:ext>
                </a:extLst>
              </p:cNvPr>
              <p:cNvCxnSpPr/>
              <p:nvPr/>
            </p:nvCxnSpPr>
            <p:spPr>
              <a:xfrm>
                <a:off x="670124" y="2169312"/>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 name="Conector reto 1">
                <a:extLst>
                  <a:ext uri="{FF2B5EF4-FFF2-40B4-BE49-F238E27FC236}">
                    <a16:creationId xmlns:a16="http://schemas.microsoft.com/office/drawing/2014/main" id="{F029EF53-C5A2-C3CA-453D-3BA24274A7BE}"/>
                  </a:ext>
                </a:extLst>
              </p:cNvPr>
              <p:cNvCxnSpPr/>
              <p:nvPr/>
            </p:nvCxnSpPr>
            <p:spPr>
              <a:xfrm>
                <a:off x="670124" y="4600255"/>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5" name="Elipse 4">
                <a:extLst>
                  <a:ext uri="{FF2B5EF4-FFF2-40B4-BE49-F238E27FC236}">
                    <a16:creationId xmlns:a16="http://schemas.microsoft.com/office/drawing/2014/main" id="{C4C62FA0-2554-C740-B43F-6979E70E9F6C}"/>
                  </a:ext>
                </a:extLst>
              </p:cNvPr>
              <p:cNvSpPr/>
              <p:nvPr/>
            </p:nvSpPr>
            <p:spPr>
              <a:xfrm>
                <a:off x="1379208" y="2816424"/>
                <a:ext cx="3231175" cy="1152128"/>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758CB222-ED5A-3FEA-69FB-61051C83702E}"/>
                      </a:ext>
                    </a:extLst>
                  </p:cNvPr>
                  <p:cNvSpPr txBox="1"/>
                  <p:nvPr/>
                </p:nvSpPr>
                <p:spPr>
                  <a:xfrm>
                    <a:off x="1885251" y="2928121"/>
                    <a:ext cx="9276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 </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 </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  </m:t>
                              </m:r>
                            </m:sub>
                          </m:sSub>
                        </m:oMath>
                      </m:oMathPara>
                    </a14:m>
                    <a:endParaRPr lang="pt-BR"/>
                  </a:p>
                </p:txBody>
              </p:sp>
            </mc:Choice>
            <mc:Fallback xmlns="">
              <p:sp>
                <p:nvSpPr>
                  <p:cNvPr id="40" name="CaixaDeTexto 39">
                    <a:extLst>
                      <a:ext uri="{FF2B5EF4-FFF2-40B4-BE49-F238E27FC236}">
                        <a16:creationId xmlns:a16="http://schemas.microsoft.com/office/drawing/2014/main" id="{758CB222-ED5A-3FEA-69FB-61051C83702E}"/>
                      </a:ext>
                    </a:extLst>
                  </p:cNvPr>
                  <p:cNvSpPr txBox="1">
                    <a:spLocks noRot="1" noChangeAspect="1" noMove="1" noResize="1" noEditPoints="1" noAdjustHandles="1" noChangeArrowheads="1" noChangeShapeType="1" noTextEdit="1"/>
                  </p:cNvSpPr>
                  <p:nvPr/>
                </p:nvSpPr>
                <p:spPr>
                  <a:xfrm>
                    <a:off x="1885251" y="2928121"/>
                    <a:ext cx="927690" cy="369332"/>
                  </a:xfrm>
                  <a:prstGeom prst="rect">
                    <a:avLst/>
                  </a:prstGeom>
                  <a:blipFill>
                    <a:blip r:embed="rId10"/>
                    <a:stretch>
                      <a:fillRect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41E8B59-2FDB-5188-1767-1E09A35552F3}"/>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11" name="CaixaDeTexto 10">
                    <a:extLst>
                      <a:ext uri="{FF2B5EF4-FFF2-40B4-BE49-F238E27FC236}">
                        <a16:creationId xmlns:a16="http://schemas.microsoft.com/office/drawing/2014/main" id="{E41E8B59-2FDB-5188-1767-1E09A35552F3}"/>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5440CEF9-E9C8-DE55-99A2-893903DCC911}"/>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12" name="CaixaDeTexto 11">
                    <a:extLst>
                      <a:ext uri="{FF2B5EF4-FFF2-40B4-BE49-F238E27FC236}">
                        <a16:creationId xmlns:a16="http://schemas.microsoft.com/office/drawing/2014/main" id="{5440CEF9-E9C8-DE55-99A2-893903DCC91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2"/>
                    <a:stretch>
                      <a:fillRect/>
                    </a:stretch>
                  </a:blipFill>
                </p:spPr>
                <p:txBody>
                  <a:bodyPr/>
                  <a:lstStyle/>
                  <a:p>
                    <a:r>
                      <a:rPr lang="pt-BR">
                        <a:noFill/>
                      </a:rPr>
                      <a:t> </a:t>
                    </a:r>
                  </a:p>
                </p:txBody>
              </p:sp>
            </mc:Fallback>
          </mc:AlternateContent>
        </p:grpSp>
        <p:grpSp>
          <p:nvGrpSpPr>
            <p:cNvPr id="15" name="Agrupar 14">
              <a:extLst>
                <a:ext uri="{FF2B5EF4-FFF2-40B4-BE49-F238E27FC236}">
                  <a16:creationId xmlns:a16="http://schemas.microsoft.com/office/drawing/2014/main" id="{7556C963-A053-B59E-3C4E-41069B8691D6}"/>
                </a:ext>
              </a:extLst>
            </p:cNvPr>
            <p:cNvGrpSpPr/>
            <p:nvPr/>
          </p:nvGrpSpPr>
          <p:grpSpPr>
            <a:xfrm>
              <a:off x="3739716" y="3982675"/>
              <a:ext cx="564994" cy="527518"/>
              <a:chOff x="3739716" y="3982675"/>
              <a:chExt cx="564994" cy="527518"/>
            </a:xfrm>
          </p:grpSpPr>
          <p:cxnSp>
            <p:nvCxnSpPr>
              <p:cNvPr id="16" name="Conector de Seta Reta 15">
                <a:extLst>
                  <a:ext uri="{FF2B5EF4-FFF2-40B4-BE49-F238E27FC236}">
                    <a16:creationId xmlns:a16="http://schemas.microsoft.com/office/drawing/2014/main" id="{E3A528D2-BB9D-3C47-B4C3-6FBD427AC634}"/>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D6D06EBE-4136-BEE1-0D40-356D7BCDD7B3}"/>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23" name="CaixaDeTexto 22">
                    <a:extLst>
                      <a:ext uri="{FF2B5EF4-FFF2-40B4-BE49-F238E27FC236}">
                        <a16:creationId xmlns:a16="http://schemas.microsoft.com/office/drawing/2014/main" id="{D6D06EBE-4136-BEE1-0D40-356D7BCDD7B3}"/>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3"/>
                    <a:stretch>
                      <a:fillRect/>
                    </a:stretch>
                  </a:blipFill>
                </p:spPr>
                <p:txBody>
                  <a:bodyPr/>
                  <a:lstStyle/>
                  <a:p>
                    <a:r>
                      <a:rPr lang="pt-BR">
                        <a:noFill/>
                      </a:rPr>
                      <a:t> </a:t>
                    </a:r>
                  </a:p>
                </p:txBody>
              </p:sp>
            </mc:Fallback>
          </mc:AlternateContent>
        </p:grpSp>
      </p:grpSp>
      <p:sp>
        <p:nvSpPr>
          <p:cNvPr id="10" name="CaixaDeTexto 9">
            <a:extLst>
              <a:ext uri="{FF2B5EF4-FFF2-40B4-BE49-F238E27FC236}">
                <a16:creationId xmlns:a16="http://schemas.microsoft.com/office/drawing/2014/main" id="{5EA2BECE-5C60-7BD6-0A6B-4A8919D6A89D}"/>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488082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5</a:t>
            </a:fld>
            <a:endParaRPr lang="pt-B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830997"/>
          </a:xfrm>
          <a:prstGeom prst="rect">
            <a:avLst/>
          </a:prstGeom>
          <a:noFill/>
        </p:spPr>
        <p:txBody>
          <a:bodyPr wrap="square">
            <a:spAutoFit/>
          </a:bodyPr>
          <a:lstStyle>
            <a:defPPr>
              <a:defRPr lang="pt-BR"/>
            </a:defPPr>
            <a:lvl1pPr>
              <a:defRPr sz="1600"/>
            </a:lvl1pPr>
          </a:lstStyle>
          <a:p>
            <a:r>
              <a:rPr lang="pt-BR"/>
              <a:t>Applying the Equivalence Principle [4], </a:t>
            </a:r>
            <a:r>
              <a:rPr lang="en-US"/>
              <a:t>suppose that the constitutive parameters of the conducting cylinder are replaced by those of the medium outside the conductor.</a:t>
            </a: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sp>
        <p:nvSpPr>
          <p:cNvPr id="20" name="CaixaDeTexto 19">
            <a:extLst>
              <a:ext uri="{FF2B5EF4-FFF2-40B4-BE49-F238E27FC236}">
                <a16:creationId xmlns:a16="http://schemas.microsoft.com/office/drawing/2014/main" id="{5FE0C7CC-AE87-FA0E-B84D-749F9AD42BB8}"/>
              </a:ext>
            </a:extLst>
          </p:cNvPr>
          <p:cNvSpPr txBox="1"/>
          <p:nvPr/>
        </p:nvSpPr>
        <p:spPr>
          <a:xfrm>
            <a:off x="6102770" y="4185084"/>
            <a:ext cx="514826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92A8F3F1-BF54-4A8F-5B07-7B0AB07EE379}"/>
                  </a:ext>
                </a:extLst>
              </p:cNvPr>
              <p:cNvSpPr txBox="1"/>
              <p:nvPr/>
            </p:nvSpPr>
            <p:spPr>
              <a:xfrm>
                <a:off x="6096000" y="4575123"/>
                <a:ext cx="514826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𝜀</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𝜎</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e>
                      </m:rad>
                    </m:oMath>
                  </m:oMathPara>
                </a14:m>
                <a:endParaRPr lang="pt-BR" sz="1600">
                  <a:latin typeface="Arial" panose="020B0604020202020204" pitchFamily="34" charset="0"/>
                  <a:cs typeface="Arial" panose="020B0604020202020204" pitchFamily="34" charset="0"/>
                </a:endParaRPr>
              </a:p>
            </p:txBody>
          </p:sp>
        </mc:Choice>
        <mc:Fallback xmlns="">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96000" y="4575123"/>
                <a:ext cx="5148263" cy="390492"/>
              </a:xfrm>
              <a:prstGeom prst="rect">
                <a:avLst/>
              </a:prstGeom>
              <a:blipFill>
                <a:blip r:embed="rId4"/>
                <a:stretch>
                  <a:fillRect b="-6250"/>
                </a:stretch>
              </a:blipFill>
            </p:spPr>
            <p:txBody>
              <a:bodyPr/>
              <a:lstStyle/>
              <a:p>
                <a:r>
                  <a:rPr lang="pt-BR">
                    <a:noFill/>
                  </a:rPr>
                  <a:t> </a:t>
                </a:r>
              </a:p>
            </p:txBody>
          </p:sp>
        </mc:Fallback>
      </mc:AlternateContent>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mc:AlternateContent xmlns:mc="http://schemas.openxmlformats.org/markup-compatibility/2006" xmlns:a14="http://schemas.microsoft.com/office/drawing/2010/main">
        <mc:Choice Requires="a14">
          <p:sp>
            <p:nvSpPr>
              <p:cNvPr id="96" name="CaixaDeTexto 95">
                <a:extLst>
                  <a:ext uri="{FF2B5EF4-FFF2-40B4-BE49-F238E27FC236}">
                    <a16:creationId xmlns:a16="http://schemas.microsoft.com/office/drawing/2014/main" id="{CC52F910-04C1-D575-C91D-B1194B0B51FB}"/>
                  </a:ext>
                </a:extLst>
              </p:cNvPr>
              <p:cNvSpPr txBox="1"/>
              <p:nvPr/>
            </p:nvSpPr>
            <p:spPr>
              <a:xfrm>
                <a:off x="6096000" y="3727643"/>
                <a:ext cx="5148263" cy="3434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sSubSup>
                        <m:sSubSupPr>
                          <m:ctrlPr>
                            <a:rPr lang="pt-BR" sz="1600" b="0" i="1" smtClean="0">
                              <a:latin typeface="Cambria Math" panose="02040503050406030204" pitchFamily="18" charset="0"/>
                              <a:cs typeface="Arial" panose="020B0604020202020204" pitchFamily="34" charset="0"/>
                            </a:rPr>
                          </m:ctrlPr>
                        </m:sSubSup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up>
                          <m:r>
                            <a:rPr lang="pt-BR" sz="1600" b="0" i="1" smtClean="0">
                              <a:latin typeface="Cambria Math" panose="02040503050406030204" pitchFamily="18" charset="0"/>
                              <a:cs typeface="Arial" panose="020B0604020202020204" pitchFamily="34" charset="0"/>
                            </a:rPr>
                            <m:t>2</m:t>
                          </m:r>
                        </m:sup>
                      </m:sSub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xmlns="">
          <p:sp>
            <p:nvSpPr>
              <p:cNvPr id="96" name="CaixaDeTexto 95">
                <a:extLst>
                  <a:ext uri="{FF2B5EF4-FFF2-40B4-BE49-F238E27FC236}">
                    <a16:creationId xmlns:a16="http://schemas.microsoft.com/office/drawing/2014/main" id="{CC52F910-04C1-D575-C91D-B1194B0B51FB}"/>
                  </a:ext>
                </a:extLst>
              </p:cNvPr>
              <p:cNvSpPr txBox="1">
                <a:spLocks noRot="1" noChangeAspect="1" noMove="1" noResize="1" noEditPoints="1" noAdjustHandles="1" noChangeArrowheads="1" noChangeShapeType="1" noTextEdit="1"/>
              </p:cNvSpPr>
              <p:nvPr/>
            </p:nvSpPr>
            <p:spPr>
              <a:xfrm>
                <a:off x="6096000" y="3727643"/>
                <a:ext cx="5148263" cy="34342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815E988A-270E-5E07-7617-D60383B4ED3E}"/>
                  </a:ext>
                </a:extLst>
              </p:cNvPr>
              <p:cNvSpPr txBox="1"/>
              <p:nvPr/>
            </p:nvSpPr>
            <p:spPr>
              <a:xfrm>
                <a:off x="6095998" y="5352936"/>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xmlns="">
          <p:sp>
            <p:nvSpPr>
              <p:cNvPr id="2" name="CaixaDeTexto 1">
                <a:extLst>
                  <a:ext uri="{FF2B5EF4-FFF2-40B4-BE49-F238E27FC236}">
                    <a16:creationId xmlns:a16="http://schemas.microsoft.com/office/drawing/2014/main" id="{815E988A-270E-5E07-7617-D60383B4ED3E}"/>
                  </a:ext>
                </a:extLst>
              </p:cNvPr>
              <p:cNvSpPr txBox="1">
                <a:spLocks noRot="1" noChangeAspect="1" noMove="1" noResize="1" noEditPoints="1" noAdjustHandles="1" noChangeArrowheads="1" noChangeShapeType="1" noTextEdit="1"/>
              </p:cNvSpPr>
              <p:nvPr/>
            </p:nvSpPr>
            <p:spPr>
              <a:xfrm>
                <a:off x="6095998" y="5352936"/>
                <a:ext cx="5148263" cy="5981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FD6226B4-0EB5-1A39-928D-A27FA61F690F}"/>
                  </a:ext>
                </a:extLst>
              </p:cNvPr>
              <p:cNvSpPr txBox="1"/>
              <p:nvPr/>
            </p:nvSpPr>
            <p:spPr>
              <a:xfrm>
                <a:off x="6111219" y="2865328"/>
                <a:ext cx="5206070" cy="584775"/>
              </a:xfrm>
              <a:prstGeom prst="rect">
                <a:avLst/>
              </a:prstGeom>
              <a:noFill/>
            </p:spPr>
            <p:txBody>
              <a:bodyPr wrap="square">
                <a:spAutoFit/>
              </a:bodyPr>
              <a:lstStyle>
                <a:defPPr>
                  <a:defRPr lang="pt-BR"/>
                </a:defPPr>
                <a:lvl1pPr>
                  <a:defRPr sz="1600"/>
                </a:lvl1pPr>
              </a:lstStyle>
              <a:p>
                <a:r>
                  <a:rPr lang="en-US"/>
                  <a:t>The corresponding fictitious electric field in </a:t>
                </a:r>
                <a14:m>
                  <m:oMath xmlns:m="http://schemas.openxmlformats.org/officeDocument/2006/math">
                    <m:r>
                      <a:rPr lang="en-US">
                        <a:latin typeface="Cambria Math" panose="02040503050406030204" pitchFamily="18" charset="0"/>
                      </a:rPr>
                      <m:t>𝑆</m:t>
                    </m:r>
                  </m:oMath>
                </a14:m>
                <a:r>
                  <a:rPr lang="en-US"/>
                  <a:t>,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𝐸</m:t>
                        </m:r>
                      </m:e>
                      <m:sub>
                        <m:r>
                          <a:rPr lang="en-US">
                            <a:latin typeface="Cambria Math" panose="02040503050406030204" pitchFamily="18" charset="0"/>
                          </a:rPr>
                          <m:t>𝑧</m:t>
                        </m:r>
                        <m:r>
                          <a:rPr lang="pt-BR">
                            <a:latin typeface="Cambria Math" panose="02040503050406030204" pitchFamily="18" charset="0"/>
                          </a:rPr>
                          <m:t>0</m:t>
                        </m:r>
                      </m:sub>
                    </m:sSub>
                  </m:oMath>
                </a14:m>
                <a:r>
                  <a:rPr lang="en-US"/>
                  <a:t>, now satisfies</a:t>
                </a:r>
                <a:endParaRPr lang="pt-BR"/>
              </a:p>
            </p:txBody>
          </p:sp>
        </mc:Choice>
        <mc:Fallback xmlns="">
          <p:sp>
            <p:nvSpPr>
              <p:cNvPr id="5" name="CaixaDeTexto 4">
                <a:extLst>
                  <a:ext uri="{FF2B5EF4-FFF2-40B4-BE49-F238E27FC236}">
                    <a16:creationId xmlns:a16="http://schemas.microsoft.com/office/drawing/2014/main" id="{FD6226B4-0EB5-1A39-928D-A27FA61F690F}"/>
                  </a:ext>
                </a:extLst>
              </p:cNvPr>
              <p:cNvSpPr txBox="1">
                <a:spLocks noRot="1" noChangeAspect="1" noMove="1" noResize="1" noEditPoints="1" noAdjustHandles="1" noChangeArrowheads="1" noChangeShapeType="1" noTextEdit="1"/>
              </p:cNvSpPr>
              <p:nvPr/>
            </p:nvSpPr>
            <p:spPr>
              <a:xfrm>
                <a:off x="6111219" y="2865328"/>
                <a:ext cx="5206070" cy="584775"/>
              </a:xfrm>
              <a:prstGeom prst="rect">
                <a:avLst/>
              </a:prstGeom>
              <a:blipFill>
                <a:blip r:embed="rId7"/>
                <a:stretch>
                  <a:fillRect l="-585" t="-3125" b="-12500"/>
                </a:stretch>
              </a:blipFill>
            </p:spPr>
            <p:txBody>
              <a:bodyPr/>
              <a:lstStyle/>
              <a:p>
                <a:r>
                  <a:rPr lang="pt-BR">
                    <a:noFill/>
                  </a:rPr>
                  <a:t> </a:t>
                </a:r>
              </a:p>
            </p:txBody>
          </p:sp>
        </mc:Fallback>
      </mc:AlternateContent>
      <p:grpSp>
        <p:nvGrpSpPr>
          <p:cNvPr id="18" name="Agrupar 17">
            <a:extLst>
              <a:ext uri="{FF2B5EF4-FFF2-40B4-BE49-F238E27FC236}">
                <a16:creationId xmlns:a16="http://schemas.microsoft.com/office/drawing/2014/main" id="{2F90EAD1-E84D-A122-BC44-3B02D8E58B24}"/>
              </a:ext>
            </a:extLst>
          </p:cNvPr>
          <p:cNvGrpSpPr/>
          <p:nvPr/>
        </p:nvGrpSpPr>
        <p:grpSpPr>
          <a:xfrm>
            <a:off x="767408" y="2182673"/>
            <a:ext cx="4572508" cy="2464697"/>
            <a:chOff x="767408" y="2182673"/>
            <a:chExt cx="4572508" cy="2464697"/>
          </a:xfrm>
        </p:grpSpPr>
        <p:grpSp>
          <p:nvGrpSpPr>
            <p:cNvPr id="30" name="Agrupar 29">
              <a:extLst>
                <a:ext uri="{FF2B5EF4-FFF2-40B4-BE49-F238E27FC236}">
                  <a16:creationId xmlns:a16="http://schemas.microsoft.com/office/drawing/2014/main" id="{168DDC4B-E085-D055-3A01-2A75AEF0F540}"/>
                </a:ext>
              </a:extLst>
            </p:cNvPr>
            <p:cNvGrpSpPr/>
            <p:nvPr/>
          </p:nvGrpSpPr>
          <p:grpSpPr>
            <a:xfrm>
              <a:off x="767408" y="2182673"/>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88" name="CaixaDeTexto 87">
                    <a:extLst>
                      <a:ext uri="{FF2B5EF4-FFF2-40B4-BE49-F238E27FC236}">
                        <a16:creationId xmlns:a16="http://schemas.microsoft.com/office/drawing/2014/main" id="{51FC77E0-937E-EA60-698E-B52BB93B2CFA}"/>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8"/>
                    <a:stretch>
                      <a:fillRect b="-3279"/>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93" name="CaixaDeTexto 92">
                    <a:extLst>
                      <a:ext uri="{FF2B5EF4-FFF2-40B4-BE49-F238E27FC236}">
                        <a16:creationId xmlns:a16="http://schemas.microsoft.com/office/drawing/2014/main" id="{6F28AD4E-55BD-E158-83DC-CB47A80C2B1E}"/>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95" name="CaixaDeTexto 94">
                    <a:extLst>
                      <a:ext uri="{FF2B5EF4-FFF2-40B4-BE49-F238E27FC236}">
                        <a16:creationId xmlns:a16="http://schemas.microsoft.com/office/drawing/2014/main" id="{6CE38F45-C2C2-452C-A6E5-873FFFE19492}"/>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7" name="CaixaDeTexto 96">
                    <a:extLst>
                      <a:ext uri="{FF2B5EF4-FFF2-40B4-BE49-F238E27FC236}">
                        <a16:creationId xmlns:a16="http://schemas.microsoft.com/office/drawing/2014/main" id="{CF28AD52-9479-96E4-DD50-2EE167AB3D15}"/>
                      </a:ext>
                    </a:extLst>
                  </p:cNvPr>
                  <p:cNvSpPr txBox="1"/>
                  <p:nvPr/>
                </p:nvSpPr>
                <p:spPr>
                  <a:xfrm>
                    <a:off x="1749004" y="2955672"/>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97" name="CaixaDeTexto 96">
                    <a:extLst>
                      <a:ext uri="{FF2B5EF4-FFF2-40B4-BE49-F238E27FC236}">
                        <a16:creationId xmlns:a16="http://schemas.microsoft.com/office/drawing/2014/main" id="{CF28AD52-9479-96E4-DD50-2EE167AB3D15}"/>
                      </a:ext>
                    </a:extLst>
                  </p:cNvPr>
                  <p:cNvSpPr txBox="1">
                    <a:spLocks noRot="1" noChangeAspect="1" noMove="1" noResize="1" noEditPoints="1" noAdjustHandles="1" noChangeArrowheads="1" noChangeShapeType="1" noTextEdit="1"/>
                  </p:cNvSpPr>
                  <p:nvPr/>
                </p:nvSpPr>
                <p:spPr>
                  <a:xfrm>
                    <a:off x="1749004" y="2955672"/>
                    <a:ext cx="1073563" cy="369332"/>
                  </a:xfrm>
                  <a:prstGeom prst="rect">
                    <a:avLst/>
                  </a:prstGeom>
                  <a:blipFill>
                    <a:blip r:embed="rId11"/>
                    <a:stretch>
                      <a:fillRect b="-5000"/>
                    </a:stretch>
                  </a:blipFill>
                </p:spPr>
                <p:txBody>
                  <a:bodyPr/>
                  <a:lstStyle/>
                  <a:p>
                    <a:r>
                      <a:rPr lang="pt-BR">
                        <a:noFill/>
                      </a:rPr>
                      <a:t> </a:t>
                    </a:r>
                  </a:p>
                </p:txBody>
              </p:sp>
            </mc:Fallback>
          </mc:AlternateContent>
        </p:grpSp>
        <p:grpSp>
          <p:nvGrpSpPr>
            <p:cNvPr id="3" name="Agrupar 2">
              <a:extLst>
                <a:ext uri="{FF2B5EF4-FFF2-40B4-BE49-F238E27FC236}">
                  <a16:creationId xmlns:a16="http://schemas.microsoft.com/office/drawing/2014/main" id="{74B0F06A-2940-C2FE-149A-10F416DFE2B9}"/>
                </a:ext>
              </a:extLst>
            </p:cNvPr>
            <p:cNvGrpSpPr/>
            <p:nvPr/>
          </p:nvGrpSpPr>
          <p:grpSpPr>
            <a:xfrm>
              <a:off x="3739716" y="3982675"/>
              <a:ext cx="564994" cy="527518"/>
              <a:chOff x="3739716" y="3982675"/>
              <a:chExt cx="564994" cy="527518"/>
            </a:xfrm>
          </p:grpSpPr>
          <p:cxnSp>
            <p:nvCxnSpPr>
              <p:cNvPr id="7" name="Conector de Seta Reta 6">
                <a:extLst>
                  <a:ext uri="{FF2B5EF4-FFF2-40B4-BE49-F238E27FC236}">
                    <a16:creationId xmlns:a16="http://schemas.microsoft.com/office/drawing/2014/main" id="{02942CBA-6B08-5EF2-1260-A27318B873A3}"/>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949E1789-2073-B6A4-BE42-1A6A845BC911}"/>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11" name="CaixaDeTexto 10">
                    <a:extLst>
                      <a:ext uri="{FF2B5EF4-FFF2-40B4-BE49-F238E27FC236}">
                        <a16:creationId xmlns:a16="http://schemas.microsoft.com/office/drawing/2014/main" id="{949E1789-2073-B6A4-BE42-1A6A845BC911}"/>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p:grpSp>
      <p:sp>
        <p:nvSpPr>
          <p:cNvPr id="10" name="CaixaDeTexto 9">
            <a:extLst>
              <a:ext uri="{FF2B5EF4-FFF2-40B4-BE49-F238E27FC236}">
                <a16:creationId xmlns:a16="http://schemas.microsoft.com/office/drawing/2014/main" id="{935C436B-FA84-FD64-34FE-899B2C5A95F8}"/>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2918556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6</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6096000" y="1412776"/>
                <a:ext cx="5221288" cy="830997"/>
              </a:xfrm>
              <a:prstGeom prst="rect">
                <a:avLst/>
              </a:prstGeom>
              <a:noFill/>
            </p:spPr>
            <p:txBody>
              <a:bodyPr wrap="square">
                <a:spAutoFit/>
              </a:bodyPr>
              <a:lstStyle>
                <a:defPPr>
                  <a:defRPr lang="pt-BR"/>
                </a:defPPr>
                <a:lvl1pPr>
                  <a:defRPr sz="1600"/>
                </a:lvl1pPr>
              </a:lstStyle>
              <a:p>
                <a:r>
                  <a:rPr lang="en-US"/>
                  <a:t>To ensure a unique field solution, it suffices to introduce an equivalent surface current density,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𝑱</m:t>
                        </m:r>
                      </m:e>
                      <m:sub>
                        <m:r>
                          <a:rPr lang="pt-BR">
                            <a:latin typeface="Cambria Math" panose="02040503050406030204" pitchFamily="18" charset="0"/>
                          </a:rPr>
                          <m:t>𝑆</m:t>
                        </m:r>
                      </m:sub>
                    </m:sSub>
                  </m:oMath>
                </a14:m>
                <a:r>
                  <a:rPr lang="pt-BR"/>
                  <a:t>, </a:t>
                </a:r>
                <a:r>
                  <a:rPr lang="en-US"/>
                  <a:t>related to the tangencial components of the field on the boundary, </a:t>
                </a:r>
                <a14:m>
                  <m:oMath xmlns:m="http://schemas.openxmlformats.org/officeDocument/2006/math">
                    <m:r>
                      <a:rPr lang="en-US">
                        <a:latin typeface="Cambria Math" panose="02040503050406030204" pitchFamily="18" charset="0"/>
                      </a:rPr>
                      <m:t>𝑐</m:t>
                    </m:r>
                  </m:oMath>
                </a14:m>
                <a:r>
                  <a:rPr lang="en-US"/>
                  <a:t>.</a:t>
                </a: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6000" y="1412776"/>
                <a:ext cx="5221288" cy="830997"/>
              </a:xfrm>
              <a:prstGeom prst="rect">
                <a:avLst/>
              </a:prstGeom>
              <a:blipFill>
                <a:blip r:embed="rId4"/>
                <a:stretch>
                  <a:fillRect l="-583"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mc:AlternateContent xmlns:mc="http://schemas.openxmlformats.org/markup-compatibility/2006" xmlns:a14="http://schemas.microsoft.com/office/drawing/2010/main">
        <mc:Choice Requires="a14">
          <p:sp>
            <p:nvSpPr>
              <p:cNvPr id="98" name="CaixaDeTexto 97">
                <a:extLst>
                  <a:ext uri="{FF2B5EF4-FFF2-40B4-BE49-F238E27FC236}">
                    <a16:creationId xmlns:a16="http://schemas.microsoft.com/office/drawing/2014/main" id="{CD181669-EADE-7436-DDA0-EF407C246450}"/>
                  </a:ext>
                </a:extLst>
              </p:cNvPr>
              <p:cNvSpPr txBox="1"/>
              <p:nvPr/>
            </p:nvSpPr>
            <p:spPr>
              <a:xfrm>
                <a:off x="767408" y="5241702"/>
                <a:ext cx="4572508" cy="6228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cs typeface="Arial" panose="020B0604020202020204" pitchFamily="34" charset="0"/>
                            </a:rPr>
                          </m:ctrlPr>
                        </m:sSubPr>
                        <m:e>
                          <m:d>
                            <m:dPr>
                              <m:begChr m:val=""/>
                              <m:endChr m:val="|"/>
                              <m:ctrlPr>
                                <a:rPr lang="pt-BR" b="0" i="1" smtClean="0">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𝒂</m:t>
                                  </m:r>
                                </m:e>
                                <m:sub>
                                  <m:r>
                                    <a:rPr lang="pt-BR" b="1" i="1">
                                      <a:latin typeface="Cambria Math" panose="02040503050406030204" pitchFamily="18" charset="0"/>
                                      <a:cs typeface="Arial" panose="020B0604020202020204" pitchFamily="34" charset="0"/>
                                    </a:rPr>
                                    <m:t>𝒏</m:t>
                                  </m:r>
                                </m:sub>
                              </m:sSub>
                              <m:r>
                                <a:rPr lang="pt-BR" i="1">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e>
                                  </m:d>
                                </m:e>
                                <m:sub>
                                  <m:r>
                                    <a:rPr lang="pt-BR" i="1">
                                      <a:latin typeface="Cambria Math" panose="02040503050406030204" pitchFamily="18" charset="0"/>
                                      <a:cs typeface="Arial" panose="020B0604020202020204" pitchFamily="34" charset="0"/>
                                    </a:rPr>
                                    <m:t>𝑐</m:t>
                                  </m:r>
                                </m:sub>
                              </m:sSub>
                              <m:r>
                                <a:rPr lang="pt-BR" b="0" i="1" smtClean="0">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𝑱</m:t>
                                  </m:r>
                                </m:e>
                                <m:sub>
                                  <m:r>
                                    <a:rPr lang="pt-BR" i="1">
                                      <a:latin typeface="Cambria Math" panose="02040503050406030204" pitchFamily="18" charset="0"/>
                                      <a:cs typeface="Arial" panose="020B0604020202020204" pitchFamily="34" charset="0"/>
                                    </a:rPr>
                                    <m:t>𝑠</m:t>
                                  </m:r>
                                </m:sub>
                              </m:sSub>
                            </m:e>
                          </m:d>
                        </m:e>
                        <m:sub>
                          <m:r>
                            <a:rPr lang="pt-BR" b="0" i="1" smtClean="0">
                              <a:latin typeface="Cambria Math" panose="02040503050406030204" pitchFamily="18" charset="0"/>
                              <a:cs typeface="Arial" panose="020B0604020202020204" pitchFamily="34" charset="0"/>
                            </a:rPr>
                            <m:t>𝑐</m:t>
                          </m:r>
                        </m:sub>
                      </m:sSub>
                    </m:oMath>
                  </m:oMathPara>
                </a14:m>
                <a:endParaRPr lang="pt-BR">
                  <a:latin typeface="Arial" panose="020B0604020202020204" pitchFamily="34" charset="0"/>
                  <a:cs typeface="Arial" panose="020B0604020202020204" pitchFamily="34" charset="0"/>
                </a:endParaRPr>
              </a:p>
            </p:txBody>
          </p:sp>
        </mc:Choice>
        <mc:Fallback xmlns="">
          <p:sp>
            <p:nvSpPr>
              <p:cNvPr id="98" name="CaixaDeTexto 97">
                <a:extLst>
                  <a:ext uri="{FF2B5EF4-FFF2-40B4-BE49-F238E27FC236}">
                    <a16:creationId xmlns:a16="http://schemas.microsoft.com/office/drawing/2014/main" id="{CD181669-EADE-7436-DDA0-EF407C246450}"/>
                  </a:ext>
                </a:extLst>
              </p:cNvPr>
              <p:cNvSpPr txBox="1">
                <a:spLocks noRot="1" noChangeAspect="1" noMove="1" noResize="1" noEditPoints="1" noAdjustHandles="1" noChangeArrowheads="1" noChangeShapeType="1" noTextEdit="1"/>
              </p:cNvSpPr>
              <p:nvPr/>
            </p:nvSpPr>
            <p:spPr>
              <a:xfrm>
                <a:off x="767408" y="5241702"/>
                <a:ext cx="4572508" cy="622863"/>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9" name="CaixaDeTexto 98">
                <a:extLst>
                  <a:ext uri="{FF2B5EF4-FFF2-40B4-BE49-F238E27FC236}">
                    <a16:creationId xmlns:a16="http://schemas.microsoft.com/office/drawing/2014/main" id="{F32BF4A3-6ABD-0041-A398-9BC428E97FC5}"/>
                  </a:ext>
                </a:extLst>
              </p:cNvPr>
              <p:cNvSpPr txBox="1"/>
              <p:nvPr/>
            </p:nvSpPr>
            <p:spPr>
              <a:xfrm>
                <a:off x="4670691" y="2934772"/>
                <a:ext cx="4237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1" i="1" smtClean="0">
                              <a:latin typeface="Cambria Math" panose="02040503050406030204" pitchFamily="18" charset="0"/>
                            </a:rPr>
                            <m:t>𝑱</m:t>
                          </m:r>
                        </m:e>
                        <m:sub>
                          <m:r>
                            <a:rPr lang="pt-BR" b="0" i="1" smtClean="0">
                              <a:latin typeface="Cambria Math" panose="02040503050406030204" pitchFamily="18" charset="0"/>
                            </a:rPr>
                            <m:t>𝑠</m:t>
                          </m:r>
                        </m:sub>
                      </m:sSub>
                    </m:oMath>
                  </m:oMathPara>
                </a14:m>
                <a:endParaRPr lang="pt-BR"/>
              </a:p>
            </p:txBody>
          </p:sp>
        </mc:Choice>
        <mc:Fallback xmlns="">
          <p:sp>
            <p:nvSpPr>
              <p:cNvPr id="99" name="CaixaDeTexto 98">
                <a:extLst>
                  <a:ext uri="{FF2B5EF4-FFF2-40B4-BE49-F238E27FC236}">
                    <a16:creationId xmlns:a16="http://schemas.microsoft.com/office/drawing/2014/main" id="{F32BF4A3-6ABD-0041-A398-9BC428E97FC5}"/>
                  </a:ext>
                </a:extLst>
              </p:cNvPr>
              <p:cNvSpPr txBox="1">
                <a:spLocks noRot="1" noChangeAspect="1" noMove="1" noResize="1" noEditPoints="1" noAdjustHandles="1" noChangeArrowheads="1" noChangeShapeType="1" noTextEdit="1"/>
              </p:cNvSpPr>
              <p:nvPr/>
            </p:nvSpPr>
            <p:spPr>
              <a:xfrm>
                <a:off x="4670691" y="2934772"/>
                <a:ext cx="423706" cy="369332"/>
              </a:xfrm>
              <a:prstGeom prst="rect">
                <a:avLst/>
              </a:prstGeom>
              <a:blipFill>
                <a:blip r:embed="rId11"/>
                <a:stretch>
                  <a:fillRect b="-9836"/>
                </a:stretch>
              </a:blipFill>
            </p:spPr>
            <p:txBody>
              <a:bodyPr/>
              <a:lstStyle/>
              <a:p>
                <a:r>
                  <a:rPr lang="pt-BR">
                    <a:noFill/>
                  </a:rPr>
                  <a:t> </a:t>
                </a:r>
              </a:p>
            </p:txBody>
          </p:sp>
        </mc:Fallback>
      </mc:AlternateContent>
      <p:grpSp>
        <p:nvGrpSpPr>
          <p:cNvPr id="19" name="Agrupar 18">
            <a:extLst>
              <a:ext uri="{FF2B5EF4-FFF2-40B4-BE49-F238E27FC236}">
                <a16:creationId xmlns:a16="http://schemas.microsoft.com/office/drawing/2014/main" id="{FF15F91E-CF68-77E3-8E97-F1862EE0D590}"/>
              </a:ext>
            </a:extLst>
          </p:cNvPr>
          <p:cNvGrpSpPr/>
          <p:nvPr/>
        </p:nvGrpSpPr>
        <p:grpSpPr>
          <a:xfrm>
            <a:off x="767408" y="2182673"/>
            <a:ext cx="4572508" cy="2464697"/>
            <a:chOff x="767408" y="2182673"/>
            <a:chExt cx="4572508" cy="2464697"/>
          </a:xfrm>
        </p:grpSpPr>
        <p:grpSp>
          <p:nvGrpSpPr>
            <p:cNvPr id="29" name="Agrupar 28">
              <a:extLst>
                <a:ext uri="{FF2B5EF4-FFF2-40B4-BE49-F238E27FC236}">
                  <a16:creationId xmlns:a16="http://schemas.microsoft.com/office/drawing/2014/main" id="{6068577E-2FB3-F014-C6A7-DCBF178530F8}"/>
                </a:ext>
              </a:extLst>
            </p:cNvPr>
            <p:cNvGrpSpPr/>
            <p:nvPr/>
          </p:nvGrpSpPr>
          <p:grpSpPr>
            <a:xfrm>
              <a:off x="767408" y="2182673"/>
              <a:ext cx="4572508" cy="2464697"/>
              <a:chOff x="6400056" y="2185778"/>
              <a:chExt cx="4572508" cy="2464697"/>
            </a:xfrm>
          </p:grpSpPr>
          <p:grpSp>
            <p:nvGrpSpPr>
              <p:cNvPr id="30" name="Agrupar 29">
                <a:extLst>
                  <a:ext uri="{FF2B5EF4-FFF2-40B4-BE49-F238E27FC236}">
                    <a16:creationId xmlns:a16="http://schemas.microsoft.com/office/drawing/2014/main" id="{168DDC4B-E085-D055-3A01-2A75AEF0F540}"/>
                  </a:ext>
                </a:extLst>
              </p:cNvPr>
              <p:cNvGrpSpPr/>
              <p:nvPr/>
            </p:nvGrpSpPr>
            <p:grpSpPr>
              <a:xfrm>
                <a:off x="6400056" y="2185778"/>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16" name="CaixaDeTexto 15">
                      <a:extLst>
                        <a:ext uri="{FF2B5EF4-FFF2-40B4-BE49-F238E27FC236}">
                          <a16:creationId xmlns:a16="http://schemas.microsoft.com/office/drawing/2014/main" id="{1681E2DD-38B4-5C4A-9B12-CE155CEDB679}"/>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6"/>
                      <a:stretch>
                        <a:fillRect b="-5000"/>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21" name="CaixaDeTexto 20">
                      <a:extLst>
                        <a:ext uri="{FF2B5EF4-FFF2-40B4-BE49-F238E27FC236}">
                          <a16:creationId xmlns:a16="http://schemas.microsoft.com/office/drawing/2014/main" id="{47DF1D7F-A5BF-99D7-87D5-2DE96AED1F64}"/>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22" name="CaixaDeTexto 21">
                      <a:extLst>
                        <a:ext uri="{FF2B5EF4-FFF2-40B4-BE49-F238E27FC236}">
                          <a16:creationId xmlns:a16="http://schemas.microsoft.com/office/drawing/2014/main" id="{4C8BA81F-86CE-F71B-BBD1-2BCDDF954EF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7" name="CaixaDeTexto 96">
                      <a:extLst>
                        <a:ext uri="{FF2B5EF4-FFF2-40B4-BE49-F238E27FC236}">
                          <a16:creationId xmlns:a16="http://schemas.microsoft.com/office/drawing/2014/main" id="{CF28AD52-9479-96E4-DD50-2EE167AB3D15}"/>
                        </a:ext>
                      </a:extLst>
                    </p:cNvPr>
                    <p:cNvSpPr txBox="1"/>
                    <p:nvPr/>
                  </p:nvSpPr>
                  <p:spPr>
                    <a:xfrm>
                      <a:off x="1749004" y="3092034"/>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97" name="CaixaDeTexto 96">
                      <a:extLst>
                        <a:ext uri="{FF2B5EF4-FFF2-40B4-BE49-F238E27FC236}">
                          <a16:creationId xmlns:a16="http://schemas.microsoft.com/office/drawing/2014/main" id="{CF28AD52-9479-96E4-DD50-2EE167AB3D15}"/>
                        </a:ext>
                      </a:extLst>
                    </p:cNvPr>
                    <p:cNvSpPr txBox="1">
                      <a:spLocks noRot="1" noChangeAspect="1" noMove="1" noResize="1" noEditPoints="1" noAdjustHandles="1" noChangeArrowheads="1" noChangeShapeType="1" noTextEdit="1"/>
                    </p:cNvSpPr>
                    <p:nvPr/>
                  </p:nvSpPr>
                  <p:spPr>
                    <a:xfrm>
                      <a:off x="1749004" y="3092034"/>
                      <a:ext cx="1073563" cy="369332"/>
                    </a:xfrm>
                    <a:prstGeom prst="rect">
                      <a:avLst/>
                    </a:prstGeom>
                    <a:blipFill>
                      <a:blip r:embed="rId9"/>
                      <a:stretch>
                        <a:fillRect b="-3279"/>
                      </a:stretch>
                    </a:blipFill>
                  </p:spPr>
                  <p:txBody>
                    <a:bodyPr/>
                    <a:lstStyle/>
                    <a:p>
                      <a:r>
                        <a:rPr lang="pt-BR">
                          <a:noFill/>
                        </a:rPr>
                        <a:t> </a:t>
                      </a:r>
                    </a:p>
                  </p:txBody>
                </p:sp>
              </mc:Fallback>
            </mc:AlternateContent>
          </p:grpSp>
          <p:grpSp>
            <p:nvGrpSpPr>
              <p:cNvPr id="31" name="Agrupar 30">
                <a:extLst>
                  <a:ext uri="{FF2B5EF4-FFF2-40B4-BE49-F238E27FC236}">
                    <a16:creationId xmlns:a16="http://schemas.microsoft.com/office/drawing/2014/main" id="{6BEFE313-B14A-D407-6382-DD66DB533993}"/>
                  </a:ext>
                </a:extLst>
              </p:cNvPr>
              <p:cNvGrpSpPr/>
              <p:nvPr/>
            </p:nvGrpSpPr>
            <p:grpSpPr>
              <a:xfrm>
                <a:off x="7001676" y="3345433"/>
                <a:ext cx="182880" cy="182880"/>
                <a:chOff x="5748675" y="3047308"/>
                <a:chExt cx="182880" cy="182880"/>
              </a:xfrm>
            </p:grpSpPr>
            <p:sp>
              <p:nvSpPr>
                <p:cNvPr id="85" name="Elipse 84">
                  <a:extLst>
                    <a:ext uri="{FF2B5EF4-FFF2-40B4-BE49-F238E27FC236}">
                      <a16:creationId xmlns:a16="http://schemas.microsoft.com/office/drawing/2014/main" id="{86B0708E-38CF-4B6F-FCA3-05BFFA7104D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6" name="Elipse 85">
                  <a:extLst>
                    <a:ext uri="{FF2B5EF4-FFF2-40B4-BE49-F238E27FC236}">
                      <a16:creationId xmlns:a16="http://schemas.microsoft.com/office/drawing/2014/main" id="{99018997-7312-2E66-301B-9CD78364AB2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2" name="Agrupar 31">
                <a:extLst>
                  <a:ext uri="{FF2B5EF4-FFF2-40B4-BE49-F238E27FC236}">
                    <a16:creationId xmlns:a16="http://schemas.microsoft.com/office/drawing/2014/main" id="{39E01C4A-DE56-014D-C604-4AF36AE9FE03}"/>
                  </a:ext>
                </a:extLst>
              </p:cNvPr>
              <p:cNvGrpSpPr/>
              <p:nvPr/>
            </p:nvGrpSpPr>
            <p:grpSpPr>
              <a:xfrm>
                <a:off x="8621464" y="2767443"/>
                <a:ext cx="182880" cy="182880"/>
                <a:chOff x="5748675" y="3047308"/>
                <a:chExt cx="182880" cy="182880"/>
              </a:xfrm>
            </p:grpSpPr>
            <p:sp>
              <p:nvSpPr>
                <p:cNvPr id="83" name="Elipse 82">
                  <a:extLst>
                    <a:ext uri="{FF2B5EF4-FFF2-40B4-BE49-F238E27FC236}">
                      <a16:creationId xmlns:a16="http://schemas.microsoft.com/office/drawing/2014/main" id="{4687FB89-0690-D9C6-FEDC-80182A21F1F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lipse 83">
                  <a:extLst>
                    <a:ext uri="{FF2B5EF4-FFF2-40B4-BE49-F238E27FC236}">
                      <a16:creationId xmlns:a16="http://schemas.microsoft.com/office/drawing/2014/main" id="{7DEDEA53-C3E7-70D0-B23C-9272E074F805}"/>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3" name="Agrupar 32">
                <a:extLst>
                  <a:ext uri="{FF2B5EF4-FFF2-40B4-BE49-F238E27FC236}">
                    <a16:creationId xmlns:a16="http://schemas.microsoft.com/office/drawing/2014/main" id="{41091304-8D76-4C76-51D1-909D24952854}"/>
                  </a:ext>
                </a:extLst>
              </p:cNvPr>
              <p:cNvGrpSpPr/>
              <p:nvPr/>
            </p:nvGrpSpPr>
            <p:grpSpPr>
              <a:xfrm>
                <a:off x="7282380" y="2790303"/>
                <a:ext cx="1090122" cy="1286917"/>
                <a:chOff x="7282380" y="2790303"/>
                <a:chExt cx="1090122" cy="1286917"/>
              </a:xfrm>
            </p:grpSpPr>
            <p:grpSp>
              <p:nvGrpSpPr>
                <p:cNvPr id="63" name="Agrupar 62">
                  <a:extLst>
                    <a:ext uri="{FF2B5EF4-FFF2-40B4-BE49-F238E27FC236}">
                      <a16:creationId xmlns:a16="http://schemas.microsoft.com/office/drawing/2014/main" id="{84A39BD2-2E52-CE94-F777-3E8980F1AD5A}"/>
                    </a:ext>
                  </a:extLst>
                </p:cNvPr>
                <p:cNvGrpSpPr/>
                <p:nvPr/>
              </p:nvGrpSpPr>
              <p:grpSpPr>
                <a:xfrm>
                  <a:off x="7290466" y="2790303"/>
                  <a:ext cx="1082036" cy="406737"/>
                  <a:chOff x="7314468" y="2790303"/>
                  <a:chExt cx="1082036" cy="406737"/>
                </a:xfrm>
              </p:grpSpPr>
              <p:grpSp>
                <p:nvGrpSpPr>
                  <p:cNvPr id="74" name="Agrupar 73">
                    <a:extLst>
                      <a:ext uri="{FF2B5EF4-FFF2-40B4-BE49-F238E27FC236}">
                        <a16:creationId xmlns:a16="http://schemas.microsoft.com/office/drawing/2014/main" id="{1FA733FE-1CBC-4390-83AE-16ED047453B2}"/>
                      </a:ext>
                    </a:extLst>
                  </p:cNvPr>
                  <p:cNvGrpSpPr/>
                  <p:nvPr/>
                </p:nvGrpSpPr>
                <p:grpSpPr>
                  <a:xfrm>
                    <a:off x="7314468" y="3014160"/>
                    <a:ext cx="182880" cy="182880"/>
                    <a:chOff x="5748675" y="3047308"/>
                    <a:chExt cx="182880" cy="182880"/>
                  </a:xfrm>
                </p:grpSpPr>
                <p:sp>
                  <p:nvSpPr>
                    <p:cNvPr id="81" name="Elipse 80">
                      <a:extLst>
                        <a:ext uri="{FF2B5EF4-FFF2-40B4-BE49-F238E27FC236}">
                          <a16:creationId xmlns:a16="http://schemas.microsoft.com/office/drawing/2014/main" id="{BD79764D-D1E3-1A1D-8733-7F0D3BC0CC8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2" name="Elipse 81">
                      <a:extLst>
                        <a:ext uri="{FF2B5EF4-FFF2-40B4-BE49-F238E27FC236}">
                          <a16:creationId xmlns:a16="http://schemas.microsoft.com/office/drawing/2014/main" id="{1DF4BAA2-E0C4-0C1B-3DBA-170A41BD7986}"/>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5" name="Agrupar 74">
                    <a:extLst>
                      <a:ext uri="{FF2B5EF4-FFF2-40B4-BE49-F238E27FC236}">
                        <a16:creationId xmlns:a16="http://schemas.microsoft.com/office/drawing/2014/main" id="{11E9F967-20AC-8519-A18A-C89703C95000}"/>
                      </a:ext>
                    </a:extLst>
                  </p:cNvPr>
                  <p:cNvGrpSpPr/>
                  <p:nvPr/>
                </p:nvGrpSpPr>
                <p:grpSpPr>
                  <a:xfrm>
                    <a:off x="7780179" y="2858883"/>
                    <a:ext cx="182880" cy="182880"/>
                    <a:chOff x="5748675" y="3047308"/>
                    <a:chExt cx="182880" cy="182880"/>
                  </a:xfrm>
                </p:grpSpPr>
                <p:sp>
                  <p:nvSpPr>
                    <p:cNvPr id="79" name="Elipse 78">
                      <a:extLst>
                        <a:ext uri="{FF2B5EF4-FFF2-40B4-BE49-F238E27FC236}">
                          <a16:creationId xmlns:a16="http://schemas.microsoft.com/office/drawing/2014/main" id="{6DD2A9CA-DBE8-A2A0-3CE5-9F1125D74FC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0" name="Elipse 79">
                      <a:extLst>
                        <a:ext uri="{FF2B5EF4-FFF2-40B4-BE49-F238E27FC236}">
                          <a16:creationId xmlns:a16="http://schemas.microsoft.com/office/drawing/2014/main" id="{700EF7A7-BD70-D51A-4375-DF7F182BBD01}"/>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6" name="Agrupar 75">
                    <a:extLst>
                      <a:ext uri="{FF2B5EF4-FFF2-40B4-BE49-F238E27FC236}">
                        <a16:creationId xmlns:a16="http://schemas.microsoft.com/office/drawing/2014/main" id="{0F51439C-8121-B17D-F18F-7C86338B6D36}"/>
                      </a:ext>
                    </a:extLst>
                  </p:cNvPr>
                  <p:cNvGrpSpPr/>
                  <p:nvPr/>
                </p:nvGrpSpPr>
                <p:grpSpPr>
                  <a:xfrm>
                    <a:off x="8213624" y="2790303"/>
                    <a:ext cx="182880" cy="182880"/>
                    <a:chOff x="5748675" y="3047308"/>
                    <a:chExt cx="182880" cy="182880"/>
                  </a:xfrm>
                </p:grpSpPr>
                <p:sp>
                  <p:nvSpPr>
                    <p:cNvPr id="77" name="Elipse 76">
                      <a:extLst>
                        <a:ext uri="{FF2B5EF4-FFF2-40B4-BE49-F238E27FC236}">
                          <a16:creationId xmlns:a16="http://schemas.microsoft.com/office/drawing/2014/main" id="{33EE02B0-BA23-356D-41F8-107D32E33D86}"/>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Elipse 77">
                      <a:extLst>
                        <a:ext uri="{FF2B5EF4-FFF2-40B4-BE49-F238E27FC236}">
                          <a16:creationId xmlns:a16="http://schemas.microsoft.com/office/drawing/2014/main" id="{772AE97F-0250-3EC9-5DF3-2006BCB37F5C}"/>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64" name="Agrupar 63">
                  <a:extLst>
                    <a:ext uri="{FF2B5EF4-FFF2-40B4-BE49-F238E27FC236}">
                      <a16:creationId xmlns:a16="http://schemas.microsoft.com/office/drawing/2014/main" id="{EBC53ECE-D9D2-4204-F676-1D740015A584}"/>
                    </a:ext>
                  </a:extLst>
                </p:cNvPr>
                <p:cNvGrpSpPr/>
                <p:nvPr/>
              </p:nvGrpSpPr>
              <p:grpSpPr>
                <a:xfrm flipV="1">
                  <a:off x="7282380" y="3670483"/>
                  <a:ext cx="1082036" cy="406737"/>
                  <a:chOff x="7314468" y="2790303"/>
                  <a:chExt cx="1082036" cy="406737"/>
                </a:xfrm>
              </p:grpSpPr>
              <p:grpSp>
                <p:nvGrpSpPr>
                  <p:cNvPr id="65" name="Agrupar 64">
                    <a:extLst>
                      <a:ext uri="{FF2B5EF4-FFF2-40B4-BE49-F238E27FC236}">
                        <a16:creationId xmlns:a16="http://schemas.microsoft.com/office/drawing/2014/main" id="{E8B8AEE6-23A8-79CC-232F-B30A93A38D9D}"/>
                      </a:ext>
                    </a:extLst>
                  </p:cNvPr>
                  <p:cNvGrpSpPr/>
                  <p:nvPr/>
                </p:nvGrpSpPr>
                <p:grpSpPr>
                  <a:xfrm>
                    <a:off x="7314468" y="3014160"/>
                    <a:ext cx="182880" cy="182880"/>
                    <a:chOff x="5748675" y="3047308"/>
                    <a:chExt cx="182880" cy="182880"/>
                  </a:xfrm>
                </p:grpSpPr>
                <p:sp>
                  <p:nvSpPr>
                    <p:cNvPr id="72" name="Elipse 71">
                      <a:extLst>
                        <a:ext uri="{FF2B5EF4-FFF2-40B4-BE49-F238E27FC236}">
                          <a16:creationId xmlns:a16="http://schemas.microsoft.com/office/drawing/2014/main" id="{ABB9605C-A33D-49DD-8981-FBD6BB7F5D35}"/>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Elipse 72">
                      <a:extLst>
                        <a:ext uri="{FF2B5EF4-FFF2-40B4-BE49-F238E27FC236}">
                          <a16:creationId xmlns:a16="http://schemas.microsoft.com/office/drawing/2014/main" id="{52C07B5F-FB51-234E-4C1F-0CC698EB2ED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6" name="Agrupar 65">
                    <a:extLst>
                      <a:ext uri="{FF2B5EF4-FFF2-40B4-BE49-F238E27FC236}">
                        <a16:creationId xmlns:a16="http://schemas.microsoft.com/office/drawing/2014/main" id="{0A1D1C32-B085-D113-FACC-BFF3F40101D9}"/>
                      </a:ext>
                    </a:extLst>
                  </p:cNvPr>
                  <p:cNvGrpSpPr/>
                  <p:nvPr/>
                </p:nvGrpSpPr>
                <p:grpSpPr>
                  <a:xfrm>
                    <a:off x="7780179" y="2858883"/>
                    <a:ext cx="182880" cy="182880"/>
                    <a:chOff x="5748675" y="3047308"/>
                    <a:chExt cx="182880" cy="182880"/>
                  </a:xfrm>
                </p:grpSpPr>
                <p:sp>
                  <p:nvSpPr>
                    <p:cNvPr id="70" name="Elipse 69">
                      <a:extLst>
                        <a:ext uri="{FF2B5EF4-FFF2-40B4-BE49-F238E27FC236}">
                          <a16:creationId xmlns:a16="http://schemas.microsoft.com/office/drawing/2014/main" id="{D49DDF87-1A70-9DD1-E830-44F1724DB5F2}"/>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Elipse 70">
                      <a:extLst>
                        <a:ext uri="{FF2B5EF4-FFF2-40B4-BE49-F238E27FC236}">
                          <a16:creationId xmlns:a16="http://schemas.microsoft.com/office/drawing/2014/main" id="{7ADCBB2F-48A4-BC95-E387-BC674585F36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7" name="Agrupar 66">
                    <a:extLst>
                      <a:ext uri="{FF2B5EF4-FFF2-40B4-BE49-F238E27FC236}">
                        <a16:creationId xmlns:a16="http://schemas.microsoft.com/office/drawing/2014/main" id="{32AE42AD-E017-1AAC-B014-F1E1C88B619F}"/>
                      </a:ext>
                    </a:extLst>
                  </p:cNvPr>
                  <p:cNvGrpSpPr/>
                  <p:nvPr/>
                </p:nvGrpSpPr>
                <p:grpSpPr>
                  <a:xfrm>
                    <a:off x="8213624" y="2790303"/>
                    <a:ext cx="182880" cy="182880"/>
                    <a:chOff x="5748675" y="3047308"/>
                    <a:chExt cx="182880" cy="182880"/>
                  </a:xfrm>
                </p:grpSpPr>
                <p:sp>
                  <p:nvSpPr>
                    <p:cNvPr id="68" name="Elipse 67">
                      <a:extLst>
                        <a:ext uri="{FF2B5EF4-FFF2-40B4-BE49-F238E27FC236}">
                          <a16:creationId xmlns:a16="http://schemas.microsoft.com/office/drawing/2014/main" id="{46C9E4ED-BEC7-B240-42E9-83EC377DAFA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Elipse 68">
                      <a:extLst>
                        <a:ext uri="{FF2B5EF4-FFF2-40B4-BE49-F238E27FC236}">
                          <a16:creationId xmlns:a16="http://schemas.microsoft.com/office/drawing/2014/main" id="{4843AE11-D9FA-9752-01FB-CA1FE061A3C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nvGrpSpPr>
              <p:cNvPr id="34" name="Agrupar 33">
                <a:extLst>
                  <a:ext uri="{FF2B5EF4-FFF2-40B4-BE49-F238E27FC236}">
                    <a16:creationId xmlns:a16="http://schemas.microsoft.com/office/drawing/2014/main" id="{7D660E8D-787D-A022-9F06-967B1DFF2571}"/>
                  </a:ext>
                </a:extLst>
              </p:cNvPr>
              <p:cNvGrpSpPr/>
              <p:nvPr/>
            </p:nvGrpSpPr>
            <p:grpSpPr>
              <a:xfrm>
                <a:off x="10232851" y="3345433"/>
                <a:ext cx="182880" cy="182880"/>
                <a:chOff x="5748675" y="3047308"/>
                <a:chExt cx="182880" cy="182880"/>
              </a:xfrm>
            </p:grpSpPr>
            <p:sp>
              <p:nvSpPr>
                <p:cNvPr id="61" name="Elipse 60">
                  <a:extLst>
                    <a:ext uri="{FF2B5EF4-FFF2-40B4-BE49-F238E27FC236}">
                      <a16:creationId xmlns:a16="http://schemas.microsoft.com/office/drawing/2014/main" id="{7D17BA35-5BC6-31C5-6679-105AF695AAC7}"/>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83276700-E4F6-999D-BDCF-30CC12A7D502}"/>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5" name="Agrupar 34">
                <a:extLst>
                  <a:ext uri="{FF2B5EF4-FFF2-40B4-BE49-F238E27FC236}">
                    <a16:creationId xmlns:a16="http://schemas.microsoft.com/office/drawing/2014/main" id="{B250C30A-6CE2-1012-5635-92F7879C2CF1}"/>
                  </a:ext>
                </a:extLst>
              </p:cNvPr>
              <p:cNvGrpSpPr/>
              <p:nvPr/>
            </p:nvGrpSpPr>
            <p:grpSpPr>
              <a:xfrm>
                <a:off x="8633460" y="3917200"/>
                <a:ext cx="182880" cy="182880"/>
                <a:chOff x="5748675" y="3047308"/>
                <a:chExt cx="182880" cy="182880"/>
              </a:xfrm>
            </p:grpSpPr>
            <p:sp>
              <p:nvSpPr>
                <p:cNvPr id="59" name="Elipse 58">
                  <a:extLst>
                    <a:ext uri="{FF2B5EF4-FFF2-40B4-BE49-F238E27FC236}">
                      <a16:creationId xmlns:a16="http://schemas.microsoft.com/office/drawing/2014/main" id="{5615AAEC-BE13-E7CE-BAFC-819F3C78D390}"/>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Elipse 59">
                  <a:extLst>
                    <a:ext uri="{FF2B5EF4-FFF2-40B4-BE49-F238E27FC236}">
                      <a16:creationId xmlns:a16="http://schemas.microsoft.com/office/drawing/2014/main" id="{8AC7919E-B3FC-0160-44F7-C379A2FFE7A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6" name="Agrupar 35">
                <a:extLst>
                  <a:ext uri="{FF2B5EF4-FFF2-40B4-BE49-F238E27FC236}">
                    <a16:creationId xmlns:a16="http://schemas.microsoft.com/office/drawing/2014/main" id="{38B9229B-2BCB-DF21-7E6F-132FE24AE70E}"/>
                  </a:ext>
                </a:extLst>
              </p:cNvPr>
              <p:cNvGrpSpPr/>
              <p:nvPr/>
            </p:nvGrpSpPr>
            <p:grpSpPr>
              <a:xfrm flipH="1">
                <a:off x="9032060" y="2793414"/>
                <a:ext cx="1090122" cy="1286917"/>
                <a:chOff x="7282380" y="2790303"/>
                <a:chExt cx="1090122" cy="1286917"/>
              </a:xfrm>
            </p:grpSpPr>
            <p:grpSp>
              <p:nvGrpSpPr>
                <p:cNvPr id="37" name="Agrupar 36">
                  <a:extLst>
                    <a:ext uri="{FF2B5EF4-FFF2-40B4-BE49-F238E27FC236}">
                      <a16:creationId xmlns:a16="http://schemas.microsoft.com/office/drawing/2014/main" id="{71B021F0-3D3A-6095-F6CD-9FBA64242535}"/>
                    </a:ext>
                  </a:extLst>
                </p:cNvPr>
                <p:cNvGrpSpPr/>
                <p:nvPr/>
              </p:nvGrpSpPr>
              <p:grpSpPr>
                <a:xfrm>
                  <a:off x="7290466" y="2790303"/>
                  <a:ext cx="1082036" cy="406737"/>
                  <a:chOff x="7314468" y="2790303"/>
                  <a:chExt cx="1082036" cy="406737"/>
                </a:xfrm>
              </p:grpSpPr>
              <p:grpSp>
                <p:nvGrpSpPr>
                  <p:cNvPr id="49" name="Agrupar 48">
                    <a:extLst>
                      <a:ext uri="{FF2B5EF4-FFF2-40B4-BE49-F238E27FC236}">
                        <a16:creationId xmlns:a16="http://schemas.microsoft.com/office/drawing/2014/main" id="{451FE359-130F-81AA-C329-76C80F6A4AD3}"/>
                      </a:ext>
                    </a:extLst>
                  </p:cNvPr>
                  <p:cNvGrpSpPr/>
                  <p:nvPr/>
                </p:nvGrpSpPr>
                <p:grpSpPr>
                  <a:xfrm>
                    <a:off x="7314468" y="3014160"/>
                    <a:ext cx="182880" cy="182880"/>
                    <a:chOff x="5748675" y="3047308"/>
                    <a:chExt cx="182880" cy="182880"/>
                  </a:xfrm>
                </p:grpSpPr>
                <p:sp>
                  <p:nvSpPr>
                    <p:cNvPr id="57" name="Elipse 56">
                      <a:extLst>
                        <a:ext uri="{FF2B5EF4-FFF2-40B4-BE49-F238E27FC236}">
                          <a16:creationId xmlns:a16="http://schemas.microsoft.com/office/drawing/2014/main" id="{CDD7FCB6-5F78-A9B4-FC2E-E6B0BDA903A3}"/>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Elipse 57">
                      <a:extLst>
                        <a:ext uri="{FF2B5EF4-FFF2-40B4-BE49-F238E27FC236}">
                          <a16:creationId xmlns:a16="http://schemas.microsoft.com/office/drawing/2014/main" id="{4AB1EF8C-FE4A-39C7-0435-9A222CAE4E7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0" name="Agrupar 49">
                    <a:extLst>
                      <a:ext uri="{FF2B5EF4-FFF2-40B4-BE49-F238E27FC236}">
                        <a16:creationId xmlns:a16="http://schemas.microsoft.com/office/drawing/2014/main" id="{C5831D2D-B59F-AC92-2BD4-F4D435711B40}"/>
                      </a:ext>
                    </a:extLst>
                  </p:cNvPr>
                  <p:cNvGrpSpPr/>
                  <p:nvPr/>
                </p:nvGrpSpPr>
                <p:grpSpPr>
                  <a:xfrm>
                    <a:off x="7780179" y="2858883"/>
                    <a:ext cx="182880" cy="182880"/>
                    <a:chOff x="5748675" y="3047308"/>
                    <a:chExt cx="182880" cy="182880"/>
                  </a:xfrm>
                </p:grpSpPr>
                <p:sp>
                  <p:nvSpPr>
                    <p:cNvPr id="55" name="Elipse 54">
                      <a:extLst>
                        <a:ext uri="{FF2B5EF4-FFF2-40B4-BE49-F238E27FC236}">
                          <a16:creationId xmlns:a16="http://schemas.microsoft.com/office/drawing/2014/main" id="{AF4C0FDB-1C12-71C9-5200-D40FD3AE6DAF}"/>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23C80113-F807-A839-2E24-FADE3B0CED1B}"/>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2" name="Agrupar 51">
                    <a:extLst>
                      <a:ext uri="{FF2B5EF4-FFF2-40B4-BE49-F238E27FC236}">
                        <a16:creationId xmlns:a16="http://schemas.microsoft.com/office/drawing/2014/main" id="{C391C2C3-7034-5A05-3393-B5EE941C856D}"/>
                      </a:ext>
                    </a:extLst>
                  </p:cNvPr>
                  <p:cNvGrpSpPr/>
                  <p:nvPr/>
                </p:nvGrpSpPr>
                <p:grpSpPr>
                  <a:xfrm>
                    <a:off x="8213624" y="2790303"/>
                    <a:ext cx="182880" cy="182880"/>
                    <a:chOff x="5748675" y="3047308"/>
                    <a:chExt cx="182880" cy="182880"/>
                  </a:xfrm>
                </p:grpSpPr>
                <p:sp>
                  <p:nvSpPr>
                    <p:cNvPr id="53" name="Elipse 52">
                      <a:extLst>
                        <a:ext uri="{FF2B5EF4-FFF2-40B4-BE49-F238E27FC236}">
                          <a16:creationId xmlns:a16="http://schemas.microsoft.com/office/drawing/2014/main" id="{928DCBBC-8B34-7DF2-3AFE-0762DF92FB4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Elipse 53">
                      <a:extLst>
                        <a:ext uri="{FF2B5EF4-FFF2-40B4-BE49-F238E27FC236}">
                          <a16:creationId xmlns:a16="http://schemas.microsoft.com/office/drawing/2014/main" id="{B74A0118-4CDC-520B-026A-25330566F5F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38" name="Agrupar 37">
                  <a:extLst>
                    <a:ext uri="{FF2B5EF4-FFF2-40B4-BE49-F238E27FC236}">
                      <a16:creationId xmlns:a16="http://schemas.microsoft.com/office/drawing/2014/main" id="{293045BA-99E7-D671-3F8E-E14BB47FA8AA}"/>
                    </a:ext>
                  </a:extLst>
                </p:cNvPr>
                <p:cNvGrpSpPr/>
                <p:nvPr/>
              </p:nvGrpSpPr>
              <p:grpSpPr>
                <a:xfrm flipV="1">
                  <a:off x="7282380" y="3670483"/>
                  <a:ext cx="1082036" cy="406737"/>
                  <a:chOff x="7314468" y="2790303"/>
                  <a:chExt cx="1082036" cy="406737"/>
                </a:xfrm>
              </p:grpSpPr>
              <p:grpSp>
                <p:nvGrpSpPr>
                  <p:cNvPr id="39" name="Agrupar 38">
                    <a:extLst>
                      <a:ext uri="{FF2B5EF4-FFF2-40B4-BE49-F238E27FC236}">
                        <a16:creationId xmlns:a16="http://schemas.microsoft.com/office/drawing/2014/main" id="{EF5E9994-4109-95EA-F3B9-E6DF3FEE96BA}"/>
                      </a:ext>
                    </a:extLst>
                  </p:cNvPr>
                  <p:cNvGrpSpPr/>
                  <p:nvPr/>
                </p:nvGrpSpPr>
                <p:grpSpPr>
                  <a:xfrm>
                    <a:off x="7314468" y="3014160"/>
                    <a:ext cx="182880" cy="182880"/>
                    <a:chOff x="5748675" y="3047308"/>
                    <a:chExt cx="182880" cy="182880"/>
                  </a:xfrm>
                </p:grpSpPr>
                <p:sp>
                  <p:nvSpPr>
                    <p:cNvPr id="47" name="Elipse 46">
                      <a:extLst>
                        <a:ext uri="{FF2B5EF4-FFF2-40B4-BE49-F238E27FC236}">
                          <a16:creationId xmlns:a16="http://schemas.microsoft.com/office/drawing/2014/main" id="{C62FDDFF-C701-E04F-FFFD-3FF4C1A4080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B8D5300A-F935-9502-6A83-1BCA20036A5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1" name="Agrupar 40">
                    <a:extLst>
                      <a:ext uri="{FF2B5EF4-FFF2-40B4-BE49-F238E27FC236}">
                        <a16:creationId xmlns:a16="http://schemas.microsoft.com/office/drawing/2014/main" id="{360B3166-D5C9-720C-8445-72519847650E}"/>
                      </a:ext>
                    </a:extLst>
                  </p:cNvPr>
                  <p:cNvGrpSpPr/>
                  <p:nvPr/>
                </p:nvGrpSpPr>
                <p:grpSpPr>
                  <a:xfrm>
                    <a:off x="7780179" y="2858883"/>
                    <a:ext cx="182880" cy="182880"/>
                    <a:chOff x="5748675" y="3047308"/>
                    <a:chExt cx="182880" cy="182880"/>
                  </a:xfrm>
                </p:grpSpPr>
                <p:sp>
                  <p:nvSpPr>
                    <p:cNvPr id="45" name="Elipse 44">
                      <a:extLst>
                        <a:ext uri="{FF2B5EF4-FFF2-40B4-BE49-F238E27FC236}">
                          <a16:creationId xmlns:a16="http://schemas.microsoft.com/office/drawing/2014/main" id="{6F5665FA-86DB-F885-66BB-3C32C3670AD1}"/>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Elipse 45">
                      <a:extLst>
                        <a:ext uri="{FF2B5EF4-FFF2-40B4-BE49-F238E27FC236}">
                          <a16:creationId xmlns:a16="http://schemas.microsoft.com/office/drawing/2014/main" id="{CF7C7C56-BEA9-5467-8B46-02F39C810BF9}"/>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2" name="Agrupar 41">
                    <a:extLst>
                      <a:ext uri="{FF2B5EF4-FFF2-40B4-BE49-F238E27FC236}">
                        <a16:creationId xmlns:a16="http://schemas.microsoft.com/office/drawing/2014/main" id="{B913DE2A-DCE7-BDB8-3D45-8A84A8C4F108}"/>
                      </a:ext>
                    </a:extLst>
                  </p:cNvPr>
                  <p:cNvGrpSpPr/>
                  <p:nvPr/>
                </p:nvGrpSpPr>
                <p:grpSpPr>
                  <a:xfrm>
                    <a:off x="8213624" y="2790303"/>
                    <a:ext cx="182880" cy="182880"/>
                    <a:chOff x="5748675" y="3047308"/>
                    <a:chExt cx="182880" cy="182880"/>
                  </a:xfrm>
                </p:grpSpPr>
                <p:sp>
                  <p:nvSpPr>
                    <p:cNvPr id="43" name="Elipse 42">
                      <a:extLst>
                        <a:ext uri="{FF2B5EF4-FFF2-40B4-BE49-F238E27FC236}">
                          <a16:creationId xmlns:a16="http://schemas.microsoft.com/office/drawing/2014/main" id="{FF27E0E9-B02B-46FD-0695-A204C59D6BF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Elipse 43">
                      <a:extLst>
                        <a:ext uri="{FF2B5EF4-FFF2-40B4-BE49-F238E27FC236}">
                          <a16:creationId xmlns:a16="http://schemas.microsoft.com/office/drawing/2014/main" id="{1DAE727E-37DF-0F20-A7AC-41B329D9DA1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grpSp>
          <p:nvGrpSpPr>
            <p:cNvPr id="103" name="Agrupar 102">
              <a:extLst>
                <a:ext uri="{FF2B5EF4-FFF2-40B4-BE49-F238E27FC236}">
                  <a16:creationId xmlns:a16="http://schemas.microsoft.com/office/drawing/2014/main" id="{AC79F4C6-C64A-338A-BF48-D17BF1BF30A6}"/>
                </a:ext>
              </a:extLst>
            </p:cNvPr>
            <p:cNvGrpSpPr/>
            <p:nvPr/>
          </p:nvGrpSpPr>
          <p:grpSpPr>
            <a:xfrm>
              <a:off x="3739716" y="3982675"/>
              <a:ext cx="564994" cy="527518"/>
              <a:chOff x="3739716" y="3982675"/>
              <a:chExt cx="564994" cy="527518"/>
            </a:xfrm>
          </p:grpSpPr>
          <p:cxnSp>
            <p:nvCxnSpPr>
              <p:cNvPr id="101" name="Conector de Seta Reta 100">
                <a:extLst>
                  <a:ext uri="{FF2B5EF4-FFF2-40B4-BE49-F238E27FC236}">
                    <a16:creationId xmlns:a16="http://schemas.microsoft.com/office/drawing/2014/main" id="{438994C0-771D-227C-7B7C-4E74F68BE0E8}"/>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2" name="CaixaDeTexto 101">
                    <a:extLst>
                      <a:ext uri="{FF2B5EF4-FFF2-40B4-BE49-F238E27FC236}">
                        <a16:creationId xmlns:a16="http://schemas.microsoft.com/office/drawing/2014/main" id="{4F73448F-DC6C-EA51-A05A-9F84B61ECE86}"/>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xmlns="">
              <p:sp>
                <p:nvSpPr>
                  <p:cNvPr id="102" name="CaixaDeTexto 101">
                    <a:extLst>
                      <a:ext uri="{FF2B5EF4-FFF2-40B4-BE49-F238E27FC236}">
                        <a16:creationId xmlns:a16="http://schemas.microsoft.com/office/drawing/2014/main" id="{4F73448F-DC6C-EA51-A05A-9F84B61ECE86}"/>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p:grpSp>
      <mc:AlternateContent xmlns:mc="http://schemas.openxmlformats.org/markup-compatibility/2006" xmlns:a14="http://schemas.microsoft.com/office/drawing/2010/main">
        <mc:Choice Requires="a14">
          <p:sp>
            <p:nvSpPr>
              <p:cNvPr id="104" name="CaixaDeTexto 103">
                <a:extLst>
                  <a:ext uri="{FF2B5EF4-FFF2-40B4-BE49-F238E27FC236}">
                    <a16:creationId xmlns:a16="http://schemas.microsoft.com/office/drawing/2014/main" id="{5C5F1F1C-BA94-455E-0D96-05FDC23259A7}"/>
                  </a:ext>
                </a:extLst>
              </p:cNvPr>
              <p:cNvSpPr txBox="1"/>
              <p:nvPr/>
            </p:nvSpPr>
            <p:spPr>
              <a:xfrm>
                <a:off x="6086636" y="2434779"/>
                <a:ext cx="5221290"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 −</m:t>
                      </m:r>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b="0" i="1" smtClean="0">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xmlns="">
          <p:sp>
            <p:nvSpPr>
              <p:cNvPr id="104" name="CaixaDeTexto 103">
                <a:extLst>
                  <a:ext uri="{FF2B5EF4-FFF2-40B4-BE49-F238E27FC236}">
                    <a16:creationId xmlns:a16="http://schemas.microsoft.com/office/drawing/2014/main" id="{5C5F1F1C-BA94-455E-0D96-05FDC23259A7}"/>
                  </a:ext>
                </a:extLst>
              </p:cNvPr>
              <p:cNvSpPr txBox="1">
                <a:spLocks noRot="1" noChangeAspect="1" noMove="1" noResize="1" noEditPoints="1" noAdjustHandles="1" noChangeArrowheads="1" noChangeShapeType="1" noTextEdit="1"/>
              </p:cNvSpPr>
              <p:nvPr/>
            </p:nvSpPr>
            <p:spPr>
              <a:xfrm>
                <a:off x="6086636" y="2434779"/>
                <a:ext cx="5221290" cy="598177"/>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A8EFCB7C-B87A-5FE0-0BCF-E9C24C50A79B}"/>
                  </a:ext>
                </a:extLst>
              </p:cNvPr>
              <p:cNvSpPr txBox="1"/>
              <p:nvPr/>
            </p:nvSpPr>
            <p:spPr>
              <a:xfrm>
                <a:off x="6096000" y="3142709"/>
                <a:ext cx="5221288" cy="584775"/>
              </a:xfrm>
              <a:prstGeom prst="rect">
                <a:avLst/>
              </a:prstGeom>
              <a:noFill/>
            </p:spPr>
            <p:txBody>
              <a:bodyPr wrap="square">
                <a:spAutoFit/>
              </a:bodyPr>
              <a:lstStyle/>
              <a:p>
                <a:r>
                  <a:rPr lang="pt-BR" sz="1600"/>
                  <a:t>By means of the differential surface admittance operator, </a:t>
                </a:r>
                <a14:m>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oMath>
                </a14:m>
                <a:r>
                  <a:rPr lang="pt-BR" sz="1600"/>
                  <a:t>: </a:t>
                </a:r>
              </a:p>
            </p:txBody>
          </p:sp>
        </mc:Choice>
        <mc:Fallback xmlns="">
          <p:sp>
            <p:nvSpPr>
              <p:cNvPr id="106" name="CaixaDeTexto 105">
                <a:extLst>
                  <a:ext uri="{FF2B5EF4-FFF2-40B4-BE49-F238E27FC236}">
                    <a16:creationId xmlns:a16="http://schemas.microsoft.com/office/drawing/2014/main" id="{A8EFCB7C-B87A-5FE0-0BCF-E9C24C50A79B}"/>
                  </a:ext>
                </a:extLst>
              </p:cNvPr>
              <p:cNvSpPr txBox="1">
                <a:spLocks noRot="1" noChangeAspect="1" noMove="1" noResize="1" noEditPoints="1" noAdjustHandles="1" noChangeArrowheads="1" noChangeShapeType="1" noTextEdit="1"/>
              </p:cNvSpPr>
              <p:nvPr/>
            </p:nvSpPr>
            <p:spPr>
              <a:xfrm>
                <a:off x="6096000" y="3142709"/>
                <a:ext cx="5221288" cy="584775"/>
              </a:xfrm>
              <a:prstGeom prst="rect">
                <a:avLst/>
              </a:prstGeom>
              <a:blipFill>
                <a:blip r:embed="rId14"/>
                <a:stretch>
                  <a:fillRect l="-583" t="-3158" b="-1368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13F9C8CD-445A-6FC1-D186-6C08122544F0}"/>
                  </a:ext>
                </a:extLst>
              </p:cNvPr>
              <p:cNvSpPr txBox="1"/>
              <p:nvPr/>
            </p:nvSpPr>
            <p:spPr>
              <a:xfrm>
                <a:off x="767408" y="5903779"/>
                <a:ext cx="4572508" cy="5409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e>
                          </m:d>
                        </m:e>
                        <m:sub>
                          <m:r>
                            <a:rPr lang="pt-BR" i="1">
                              <a:latin typeface="Cambria Math" panose="02040503050406030204" pitchFamily="18" charset="0"/>
                              <a:cs typeface="Arial" panose="020B0604020202020204" pitchFamily="34" charset="0"/>
                            </a:rPr>
                            <m:t>𝑐</m:t>
                          </m:r>
                        </m:sub>
                      </m:sSub>
                      <m:r>
                        <a:rPr lang="pt-BR" b="1" i="1" smtClean="0">
                          <a:latin typeface="Cambria Math" panose="02040503050406030204" pitchFamily="18" charset="0"/>
                          <a:cs typeface="Arial" panose="020B0604020202020204" pitchFamily="34" charset="0"/>
                        </a:rPr>
                        <m:t>×</m:t>
                      </m:r>
                      <m:sSub>
                        <m:sSubPr>
                          <m:ctrlPr>
                            <a:rPr lang="pt-BR" b="1" i="1" smtClean="0">
                              <a:latin typeface="Cambria Math" panose="02040503050406030204" pitchFamily="18" charset="0"/>
                              <a:cs typeface="Arial" panose="020B0604020202020204" pitchFamily="34" charset="0"/>
                            </a:rPr>
                          </m:ctrlPr>
                        </m:sSubPr>
                        <m:e>
                          <m:r>
                            <a:rPr lang="pt-BR" b="1" i="1" smtClean="0">
                              <a:latin typeface="Cambria Math" panose="02040503050406030204" pitchFamily="18" charset="0"/>
                              <a:cs typeface="Arial" panose="020B0604020202020204" pitchFamily="34" charset="0"/>
                            </a:rPr>
                            <m:t>𝒂</m:t>
                          </m:r>
                        </m:e>
                        <m:sub>
                          <m:r>
                            <a:rPr lang="pt-BR" b="1" i="1" smtClean="0">
                              <a:latin typeface="Cambria Math" panose="02040503050406030204" pitchFamily="18" charset="0"/>
                              <a:cs typeface="Arial" panose="020B0604020202020204" pitchFamily="34" charset="0"/>
                            </a:rPr>
                            <m:t>𝒏</m:t>
                          </m:r>
                        </m:sub>
                      </m:sSub>
                      <m:r>
                        <a:rPr lang="pt-BR" b="1" i="1" smtClean="0">
                          <a:latin typeface="Cambria Math" panose="02040503050406030204" pitchFamily="18" charset="0"/>
                          <a:cs typeface="Arial" panose="020B0604020202020204" pitchFamily="34" charset="0"/>
                        </a:rPr>
                        <m:t>=</m:t>
                      </m:r>
                      <m:r>
                        <a:rPr lang="pt-BR" b="1" i="1" smtClean="0">
                          <a:latin typeface="Cambria Math" panose="02040503050406030204" pitchFamily="18" charset="0"/>
                          <a:cs typeface="Arial" panose="020B0604020202020204" pitchFamily="34" charset="0"/>
                        </a:rPr>
                        <m:t>𝟎</m:t>
                      </m:r>
                    </m:oMath>
                  </m:oMathPara>
                </a14:m>
                <a:endParaRPr lang="pt-BR">
                  <a:latin typeface="Arial" panose="020B0604020202020204" pitchFamily="34" charset="0"/>
                  <a:cs typeface="Arial" panose="020B0604020202020204" pitchFamily="34" charset="0"/>
                </a:endParaRPr>
              </a:p>
            </p:txBody>
          </p:sp>
        </mc:Choice>
        <mc:Fallback xmlns="">
          <p:sp>
            <p:nvSpPr>
              <p:cNvPr id="3" name="CaixaDeTexto 2">
                <a:extLst>
                  <a:ext uri="{FF2B5EF4-FFF2-40B4-BE49-F238E27FC236}">
                    <a16:creationId xmlns:a16="http://schemas.microsoft.com/office/drawing/2014/main" id="{13F9C8CD-445A-6FC1-D186-6C08122544F0}"/>
                  </a:ext>
                </a:extLst>
              </p:cNvPr>
              <p:cNvSpPr txBox="1">
                <a:spLocks noRot="1" noChangeAspect="1" noMove="1" noResize="1" noEditPoints="1" noAdjustHandles="1" noChangeArrowheads="1" noChangeShapeType="1" noTextEdit="1"/>
              </p:cNvSpPr>
              <p:nvPr/>
            </p:nvSpPr>
            <p:spPr>
              <a:xfrm>
                <a:off x="767408" y="5903779"/>
                <a:ext cx="4572508" cy="540917"/>
              </a:xfrm>
              <a:prstGeom prst="rect">
                <a:avLst/>
              </a:prstGeom>
              <a:blipFill>
                <a:blip r:embed="rId15"/>
                <a:stretch>
                  <a:fillRect t="-160674" b="-2280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0E64F467-1CBD-0D40-C04E-6A79E9334EF1}"/>
                  </a:ext>
                </a:extLst>
              </p:cNvPr>
              <p:cNvSpPr txBox="1"/>
              <p:nvPr/>
            </p:nvSpPr>
            <p:spPr>
              <a:xfrm>
                <a:off x="6095996" y="4639937"/>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i="1">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sub>
                      </m:sSub>
                      <m:r>
                        <a:rPr lang="pt-BR" sz="1600" i="1">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i="1">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xmlns="">
          <p:sp>
            <p:nvSpPr>
              <p:cNvPr id="5" name="CaixaDeTexto 4">
                <a:extLst>
                  <a:ext uri="{FF2B5EF4-FFF2-40B4-BE49-F238E27FC236}">
                    <a16:creationId xmlns:a16="http://schemas.microsoft.com/office/drawing/2014/main" id="{0E64F467-1CBD-0D40-C04E-6A79E9334EF1}"/>
                  </a:ext>
                </a:extLst>
              </p:cNvPr>
              <p:cNvSpPr txBox="1">
                <a:spLocks noRot="1" noChangeAspect="1" noMove="1" noResize="1" noEditPoints="1" noAdjustHandles="1" noChangeArrowheads="1" noChangeShapeType="1" noTextEdit="1"/>
              </p:cNvSpPr>
              <p:nvPr/>
            </p:nvSpPr>
            <p:spPr>
              <a:xfrm>
                <a:off x="6095996" y="4639937"/>
                <a:ext cx="5148263" cy="598177"/>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31B653A-4652-1F60-E725-0540162C2190}"/>
                  </a:ext>
                </a:extLst>
              </p:cNvPr>
              <p:cNvSpPr txBox="1"/>
              <p:nvPr/>
            </p:nvSpPr>
            <p:spPr>
              <a:xfrm>
                <a:off x="7933360" y="4021455"/>
                <a:ext cx="1475008"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 </m:t>
                      </m:r>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pt-BR" sz="1600">
                  <a:latin typeface="Arial" panose="020B0604020202020204" pitchFamily="34" charset="0"/>
                  <a:cs typeface="Arial" panose="020B0604020202020204" pitchFamily="34" charset="0"/>
                </a:endParaRPr>
              </a:p>
            </p:txBody>
          </p:sp>
        </mc:Choice>
        <mc:Fallback xmlns="">
          <p:sp>
            <p:nvSpPr>
              <p:cNvPr id="107" name="CaixaDeTexto 106">
                <a:extLst>
                  <a:ext uri="{FF2B5EF4-FFF2-40B4-BE49-F238E27FC236}">
                    <a16:creationId xmlns:a16="http://schemas.microsoft.com/office/drawing/2014/main" id="{D31B653A-4652-1F60-E725-0540162C2190}"/>
                  </a:ext>
                </a:extLst>
              </p:cNvPr>
              <p:cNvSpPr txBox="1">
                <a:spLocks noRot="1" noChangeAspect="1" noMove="1" noResize="1" noEditPoints="1" noAdjustHandles="1" noChangeArrowheads="1" noChangeShapeType="1" noTextEdit="1"/>
              </p:cNvSpPr>
              <p:nvPr/>
            </p:nvSpPr>
            <p:spPr>
              <a:xfrm>
                <a:off x="7933360" y="4021455"/>
                <a:ext cx="1475008" cy="338554"/>
              </a:xfrm>
              <a:prstGeom prst="rect">
                <a:avLst/>
              </a:prstGeom>
              <a:blipFill>
                <a:blip r:embed="rId17"/>
                <a:stretch>
                  <a:fillRect b="-10909"/>
                </a:stretch>
              </a:blipFill>
            </p:spPr>
            <p:txBody>
              <a:bodyPr/>
              <a:lstStyle/>
              <a:p>
                <a:r>
                  <a:rPr lang="pt-BR">
                    <a:noFill/>
                  </a:rPr>
                  <a:t> </a:t>
                </a:r>
              </a:p>
            </p:txBody>
          </p:sp>
        </mc:Fallback>
      </mc:AlternateContent>
      <p:sp>
        <p:nvSpPr>
          <p:cNvPr id="7" name="Retângulo: Cantos Arredondados 6">
            <a:extLst>
              <a:ext uri="{FF2B5EF4-FFF2-40B4-BE49-F238E27FC236}">
                <a16:creationId xmlns:a16="http://schemas.microsoft.com/office/drawing/2014/main" id="{BFA81BDE-7ADF-C7A3-01F4-C3EFE2D337C7}"/>
              </a:ext>
            </a:extLst>
          </p:cNvPr>
          <p:cNvSpPr/>
          <p:nvPr/>
        </p:nvSpPr>
        <p:spPr>
          <a:xfrm>
            <a:off x="7933360" y="4018794"/>
            <a:ext cx="1475008"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D9C0E3F8-72FE-E9CE-67CD-95E09FB8EFB1}"/>
                  </a:ext>
                </a:extLst>
              </p:cNvPr>
              <p:cNvSpPr txBox="1"/>
              <p:nvPr/>
            </p:nvSpPr>
            <p:spPr>
              <a:xfrm>
                <a:off x="6096001" y="5445224"/>
                <a:ext cx="5221287" cy="830997"/>
              </a:xfrm>
              <a:prstGeom prst="rect">
                <a:avLst/>
              </a:prstGeom>
              <a:noFill/>
            </p:spPr>
            <p:txBody>
              <a:bodyPr wrap="square">
                <a:spAutoFit/>
              </a:bodyPr>
              <a:lstStyle/>
              <a:p>
                <a:r>
                  <a:rPr lang="pt-BR" sz="1600">
                    <a:ea typeface="Cambria Math" panose="02040503050406030204" pitchFamily="18" charset="0"/>
                    <a:cs typeface="Arial" panose="020B0604020202020204" pitchFamily="34" charset="0"/>
                  </a:rPr>
                  <a:t>The </a:t>
                </a:r>
                <a:r>
                  <a:rPr lang="pt-BR" sz="1600" i="1">
                    <a:ea typeface="Cambria Math" panose="02040503050406030204" pitchFamily="18" charset="0"/>
                    <a:cs typeface="Arial" panose="020B0604020202020204" pitchFamily="34" charset="0"/>
                  </a:rPr>
                  <a:t>Dirichlet–Neumann </a:t>
                </a:r>
                <a:r>
                  <a:rPr lang="pt-BR" sz="1600">
                    <a:ea typeface="Cambria Math" panose="02040503050406030204" pitchFamily="18" charset="0"/>
                    <a:cs typeface="Arial" panose="020B0604020202020204" pitchFamily="34" charset="0"/>
                  </a:rPr>
                  <a:t>operators,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 </m:t>
                    </m:r>
                  </m:oMath>
                </a14:m>
                <a:r>
                  <a:rPr lang="pt-BR" sz="1600"/>
                  <a:t>and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oMath>
                </a14:m>
                <a:r>
                  <a:rPr lang="pt-BR" sz="1600"/>
                  <a:t>, </a:t>
                </a:r>
                <a:r>
                  <a:rPr lang="en-US" sz="1600"/>
                  <a:t>establish the boundary conditions on </a:t>
                </a:r>
                <a14:m>
                  <m:oMath xmlns:m="http://schemas.openxmlformats.org/officeDocument/2006/math">
                    <m:r>
                      <a:rPr lang="en-US" sz="1600" i="1" smtClean="0">
                        <a:latin typeface="Cambria Math" panose="02040503050406030204" pitchFamily="18" charset="0"/>
                      </a:rPr>
                      <m:t>𝑐</m:t>
                    </m:r>
                  </m:oMath>
                </a14:m>
                <a:r>
                  <a:rPr lang="en-US" sz="1600"/>
                  <a:t> in relation to the values of the normal derivatives of the fields [3].</a:t>
                </a:r>
                <a:endParaRPr lang="pt-BR" sz="1600"/>
              </a:p>
            </p:txBody>
          </p:sp>
        </mc:Choice>
        <mc:Fallback xmlns="">
          <p:sp>
            <p:nvSpPr>
              <p:cNvPr id="11" name="CaixaDeTexto 10">
                <a:extLst>
                  <a:ext uri="{FF2B5EF4-FFF2-40B4-BE49-F238E27FC236}">
                    <a16:creationId xmlns:a16="http://schemas.microsoft.com/office/drawing/2014/main" id="{D9C0E3F8-72FE-E9CE-67CD-95E09FB8EFB1}"/>
                  </a:ext>
                </a:extLst>
              </p:cNvPr>
              <p:cNvSpPr txBox="1">
                <a:spLocks noRot="1" noChangeAspect="1" noMove="1" noResize="1" noEditPoints="1" noAdjustHandles="1" noChangeArrowheads="1" noChangeShapeType="1" noTextEdit="1"/>
              </p:cNvSpPr>
              <p:nvPr/>
            </p:nvSpPr>
            <p:spPr>
              <a:xfrm>
                <a:off x="6096001" y="5445224"/>
                <a:ext cx="5221287" cy="830997"/>
              </a:xfrm>
              <a:prstGeom prst="rect">
                <a:avLst/>
              </a:prstGeom>
              <a:blipFill>
                <a:blip r:embed="rId18"/>
                <a:stretch>
                  <a:fillRect l="-583" t="-2190" b="-8029"/>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2772453D-1744-3A66-47A6-76D231FF301A}"/>
              </a:ext>
            </a:extLst>
          </p:cNvPr>
          <p:cNvSpPr txBox="1"/>
          <p:nvPr/>
        </p:nvSpPr>
        <p:spPr>
          <a:xfrm>
            <a:off x="479425" y="16521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Tree>
    <p:extLst>
      <p:ext uri="{BB962C8B-B14F-4D97-AF65-F5344CB8AC3E}">
        <p14:creationId xmlns:p14="http://schemas.microsoft.com/office/powerpoint/2010/main" val="233890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7</a:t>
            </a:fld>
            <a:endParaRPr lang="pt-BR"/>
          </a:p>
        </p:txBody>
      </p:sp>
      <mc:AlternateContent xmlns:mc="http://schemas.openxmlformats.org/markup-compatibility/2006" xmlns:a14="http://schemas.microsoft.com/office/drawing/2010/main">
        <mc:Choice Requires="a14">
          <p:sp>
            <p:nvSpPr>
              <p:cNvPr id="94" name="CaixaDeTexto 93">
                <a:extLst>
                  <a:ext uri="{FF2B5EF4-FFF2-40B4-BE49-F238E27FC236}">
                    <a16:creationId xmlns:a16="http://schemas.microsoft.com/office/drawing/2014/main" id="{D1D8FCDA-4632-6080-1621-67CDF796C564}"/>
                  </a:ext>
                </a:extLst>
              </p:cNvPr>
              <p:cNvSpPr txBox="1"/>
              <p:nvPr/>
            </p:nvSpPr>
            <p:spPr>
              <a:xfrm>
                <a:off x="874712" y="3471774"/>
                <a:ext cx="4104407" cy="830997"/>
              </a:xfrm>
              <a:prstGeom prst="rect">
                <a:avLst/>
              </a:prstGeom>
              <a:noFill/>
            </p:spPr>
            <p:txBody>
              <a:bodyPr wrap="square">
                <a:spAutoFit/>
              </a:bodyPr>
              <a:lstStyle>
                <a:defPPr>
                  <a:defRPr lang="pt-BR"/>
                </a:defPPr>
                <a:lvl1pPr>
                  <a:defRPr sz="1600"/>
                </a:lvl1pPr>
              </a:lstStyle>
              <a:p>
                <a:r>
                  <a:rPr lang="pt-BR"/>
                  <a:t>Multiconductor transmission (MTL) line with </a:t>
                </a:r>
                <a14:m>
                  <m:oMath xmlns:m="http://schemas.openxmlformats.org/officeDocument/2006/math">
                    <m:sSub>
                      <m:sSubPr>
                        <m:ctrlPr>
                          <a:rPr lang="en-US"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1</m:t>
                        </m:r>
                      </m:sub>
                    </m:sSub>
                  </m:oMath>
                </a14:m>
                <a:r>
                  <a:rPr lang="pt-BR"/>
                  <a:t> parallel solid cylindrical conductors and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2</m:t>
                        </m:r>
                      </m:sub>
                    </m:sSub>
                  </m:oMath>
                </a14:m>
                <a:r>
                  <a:rPr lang="en-US"/>
                  <a:t> parallel hollow cylindrical conductors.</a:t>
                </a:r>
                <a:endParaRPr lang="pt-BR"/>
              </a:p>
            </p:txBody>
          </p:sp>
        </mc:Choice>
        <mc:Fallback xmlns="">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874712" y="3471774"/>
                <a:ext cx="4104407" cy="830997"/>
              </a:xfrm>
              <a:prstGeom prst="rect">
                <a:avLst/>
              </a:prstGeom>
              <a:blipFill>
                <a:blip r:embed="rId4"/>
                <a:stretch>
                  <a:fillRect l="-742"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484227"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Problem Statement</a:t>
            </a:r>
          </a:p>
        </p:txBody>
      </p:sp>
      <p:sp>
        <p:nvSpPr>
          <p:cNvPr id="14" name="Elipse 13">
            <a:extLst>
              <a:ext uri="{FF2B5EF4-FFF2-40B4-BE49-F238E27FC236}">
                <a16:creationId xmlns:a16="http://schemas.microsoft.com/office/drawing/2014/main" id="{94D5144B-E0E6-8D48-55E3-0B5A16C49B15}"/>
              </a:ext>
            </a:extLst>
          </p:cNvPr>
          <p:cNvSpPr/>
          <p:nvPr/>
        </p:nvSpPr>
        <p:spPr>
          <a:xfrm>
            <a:off x="966865" y="1396517"/>
            <a:ext cx="1737360" cy="1737360"/>
          </a:xfrm>
          <a:prstGeom prst="ellipse">
            <a:avLst/>
          </a:prstGeom>
          <a:solidFill>
            <a:schemeClr val="accent3">
              <a:lumMod val="20000"/>
              <a:lumOff val="80000"/>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1919389"/>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1919389"/>
                <a:ext cx="411715" cy="324384"/>
              </a:xfrm>
              <a:prstGeom prst="rect">
                <a:avLst/>
              </a:prstGeom>
              <a:blipFill>
                <a:blip r:embed="rId5"/>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21295" y="1650947"/>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1396517"/>
            <a:ext cx="1737360" cy="173736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1670837"/>
            <a:ext cx="1188720" cy="1188720"/>
          </a:xfrm>
          <a:prstGeom prst="ellipse">
            <a:avLst/>
          </a:prstGeom>
          <a:solidFill>
            <a:schemeClr val="bg1"/>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2655" y="1716346"/>
                <a:ext cx="401970"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𝑏</m:t>
                          </m:r>
                        </m:e>
                        <m:sub>
                          <m:r>
                            <a:rPr lang="pt-BR" sz="1400" b="0" i="1" smtClean="0">
                              <a:latin typeface="Cambria Math" panose="02040503050406030204" pitchFamily="18" charset="0"/>
                            </a:rPr>
                            <m:t>𝑞</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2655" y="1716346"/>
                <a:ext cx="401970" cy="324384"/>
              </a:xfrm>
              <a:prstGeom prst="rect">
                <a:avLst/>
              </a:prstGeom>
              <a:blipFill>
                <a:blip r:embed="rId6"/>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2008734"/>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7"/>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1088740"/>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1088740"/>
                <a:ext cx="630301" cy="307777"/>
              </a:xfrm>
              <a:prstGeom prst="rect">
                <a:avLst/>
              </a:prstGeom>
              <a:blipFill>
                <a:blip r:embed="rId8"/>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C4D3DDB-4C41-563B-455D-4982819E54E6}"/>
                  </a:ext>
                </a:extLst>
              </p:cNvPr>
              <p:cNvSpPr txBox="1"/>
              <p:nvPr/>
            </p:nvSpPr>
            <p:spPr>
              <a:xfrm>
                <a:off x="1329528" y="2675453"/>
                <a:ext cx="101203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𝑝</m:t>
                          </m:r>
                        </m:sub>
                      </m:sSub>
                    </m:oMath>
                  </m:oMathPara>
                </a14:m>
                <a:endParaRPr lang="pt-BR" sz="1400"/>
              </a:p>
            </p:txBody>
          </p:sp>
        </mc:Choice>
        <mc:Fallback xmlns="">
          <p:sp>
            <p:nvSpPr>
              <p:cNvPr id="27" name="CaixaDeTexto 26">
                <a:extLst>
                  <a:ext uri="{FF2B5EF4-FFF2-40B4-BE49-F238E27FC236}">
                    <a16:creationId xmlns:a16="http://schemas.microsoft.com/office/drawing/2014/main" id="{5C4D3DDB-4C41-563B-455D-4982819E54E6}"/>
                  </a:ext>
                </a:extLst>
              </p:cNvPr>
              <p:cNvSpPr txBox="1">
                <a:spLocks noRot="1" noChangeAspect="1" noMove="1" noResize="1" noEditPoints="1" noAdjustHandles="1" noChangeArrowheads="1" noChangeShapeType="1" noTextEdit="1"/>
              </p:cNvSpPr>
              <p:nvPr/>
            </p:nvSpPr>
            <p:spPr>
              <a:xfrm>
                <a:off x="1329528" y="2675453"/>
                <a:ext cx="1012034"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048128AB-AB96-9B6D-3935-8C2C875D1B8E}"/>
                  </a:ext>
                </a:extLst>
              </p:cNvPr>
              <p:cNvSpPr txBox="1"/>
              <p:nvPr/>
            </p:nvSpPr>
            <p:spPr>
              <a:xfrm>
                <a:off x="3848136" y="2804909"/>
                <a:ext cx="1023728"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𝑞</m:t>
                          </m:r>
                        </m:sub>
                      </m:sSub>
                    </m:oMath>
                  </m:oMathPara>
                </a14:m>
                <a:endParaRPr lang="pt-BR" sz="1400"/>
              </a:p>
            </p:txBody>
          </p:sp>
        </mc:Choice>
        <mc:Fallback xmlns="">
          <p:sp>
            <p:nvSpPr>
              <p:cNvPr id="28" name="CaixaDeTexto 27">
                <a:extLst>
                  <a:ext uri="{FF2B5EF4-FFF2-40B4-BE49-F238E27FC236}">
                    <a16:creationId xmlns:a16="http://schemas.microsoft.com/office/drawing/2014/main" id="{048128AB-AB96-9B6D-3935-8C2C875D1B8E}"/>
                  </a:ext>
                </a:extLst>
              </p:cNvPr>
              <p:cNvSpPr txBox="1">
                <a:spLocks noRot="1" noChangeAspect="1" noMove="1" noResize="1" noEditPoints="1" noAdjustHandles="1" noChangeArrowheads="1" noChangeShapeType="1" noTextEdit="1"/>
              </p:cNvSpPr>
              <p:nvPr/>
            </p:nvSpPr>
            <p:spPr>
              <a:xfrm>
                <a:off x="3848136" y="2804909"/>
                <a:ext cx="1023728" cy="324384"/>
              </a:xfrm>
              <a:prstGeom prst="rect">
                <a:avLst/>
              </a:prstGeom>
              <a:blipFill>
                <a:blip r:embed="rId10"/>
                <a:stretch>
                  <a:fillRect/>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1844921"/>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FE575891-7567-E326-A2A2-3838D9129D13}"/>
                  </a:ext>
                </a:extLst>
              </p:cNvPr>
              <p:cNvSpPr txBox="1"/>
              <p:nvPr/>
            </p:nvSpPr>
            <p:spPr>
              <a:xfrm>
                <a:off x="6102462" y="1412776"/>
                <a:ext cx="5214826" cy="584775"/>
              </a:xfrm>
              <a:prstGeom prst="rect">
                <a:avLst/>
              </a:prstGeom>
              <a:noFill/>
            </p:spPr>
            <p:txBody>
              <a:bodyPr wrap="square">
                <a:spAutoFit/>
              </a:bodyPr>
              <a:lstStyle>
                <a:defPPr>
                  <a:defRPr lang="pt-BR"/>
                </a:defPPr>
                <a:lvl1pPr>
                  <a:defRPr sz="1600"/>
                </a:lvl1pPr>
              </a:lstStyle>
              <a:p>
                <a:r>
                  <a:rPr lang="en-US"/>
                  <a:t>The impedance matrix, </a:t>
                </a:r>
                <a14:m>
                  <m:oMath xmlns:m="http://schemas.openxmlformats.org/officeDocument/2006/math">
                    <m:r>
                      <a:rPr lang="en-US">
                        <a:latin typeface="Cambria Math" panose="02040503050406030204" pitchFamily="18" charset="0"/>
                      </a:rPr>
                      <m:t>𝒁</m:t>
                    </m:r>
                  </m:oMath>
                </a14:m>
                <a:r>
                  <a:rPr lang="en-US"/>
                  <a:t>, of </a:t>
                </a:r>
                <a14:m>
                  <m:oMath xmlns:m="http://schemas.openxmlformats.org/officeDocument/2006/math">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𝑐</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1</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2</m:t>
                        </m:r>
                      </m:sub>
                    </m:sSub>
                  </m:oMath>
                </a14:m>
                <a:r>
                  <a:rPr lang="en-US"/>
                  <a:t> parallel conductors satisfies the Telegrapher’s equation [5]:</a:t>
                </a:r>
                <a:endParaRPr lang="pt-BR"/>
              </a:p>
            </p:txBody>
          </p:sp>
        </mc:Choice>
        <mc:Fallback xmlns="">
          <p:sp>
            <p:nvSpPr>
              <p:cNvPr id="15" name="CaixaDeTexto 14">
                <a:extLst>
                  <a:ext uri="{FF2B5EF4-FFF2-40B4-BE49-F238E27FC236}">
                    <a16:creationId xmlns:a16="http://schemas.microsoft.com/office/drawing/2014/main" id="{FE575891-7567-E326-A2A2-3838D9129D13}"/>
                  </a:ext>
                </a:extLst>
              </p:cNvPr>
              <p:cNvSpPr txBox="1">
                <a:spLocks noRot="1" noChangeAspect="1" noMove="1" noResize="1" noEditPoints="1" noAdjustHandles="1" noChangeArrowheads="1" noChangeShapeType="1" noTextEdit="1"/>
              </p:cNvSpPr>
              <p:nvPr/>
            </p:nvSpPr>
            <p:spPr>
              <a:xfrm>
                <a:off x="6102462" y="1412776"/>
                <a:ext cx="5214826" cy="584775"/>
              </a:xfrm>
              <a:prstGeom prst="rect">
                <a:avLst/>
              </a:prstGeom>
              <a:blipFill>
                <a:blip r:embed="rId11"/>
                <a:stretch>
                  <a:fillRect l="-584"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169D4B81-FB46-C3B1-0434-5690B65C6254}"/>
                  </a:ext>
                </a:extLst>
              </p:cNvPr>
              <p:cNvSpPr txBox="1"/>
              <p:nvPr/>
            </p:nvSpPr>
            <p:spPr>
              <a:xfrm>
                <a:off x="6084842" y="2243915"/>
                <a:ext cx="5232445" cy="560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r>
                            <a:rPr lang="pt-BR" sz="1600" b="1" i="1" smtClean="0">
                              <a:latin typeface="Cambria Math" panose="02040503050406030204" pitchFamily="18" charset="0"/>
                              <a:cs typeface="Arial" panose="020B0604020202020204" pitchFamily="34" charset="0"/>
                            </a:rPr>
                            <m:t>𝑽</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d>
                        <m:dPr>
                          <m:begChr m:val="["/>
                          <m:endChr m:val="]"/>
                          <m:ctrlPr>
                            <a:rPr lang="pt-BR" sz="1600" b="0" i="1" smtClean="0">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cs typeface="Arial" panose="020B0604020202020204" pitchFamily="34" charset="0"/>
                            </a:rPr>
                            <m:t>𝑹</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r>
                            <a:rPr lang="pt-BR" sz="1600" b="1" i="1" smtClean="0">
                              <a:latin typeface="Cambria Math" panose="02040503050406030204" pitchFamily="18" charset="0"/>
                              <a:cs typeface="Arial" panose="020B0604020202020204" pitchFamily="34" charset="0"/>
                            </a:rPr>
                            <m:t>𝑳</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e>
                      </m:d>
                      <m:r>
                        <a:rPr lang="pt-BR" sz="1600" b="1" i="1" smtClean="0">
                          <a:latin typeface="Cambria Math" panose="02040503050406030204" pitchFamily="18" charset="0"/>
                          <a:cs typeface="Arial" panose="020B0604020202020204" pitchFamily="34" charset="0"/>
                        </a:rPr>
                        <m:t>𝑰</m:t>
                      </m:r>
                    </m:oMath>
                  </m:oMathPara>
                </a14:m>
                <a:endParaRPr lang="pt-BR" sz="1600" b="1">
                  <a:latin typeface="Arial" panose="020B0604020202020204" pitchFamily="34" charset="0"/>
                  <a:cs typeface="Arial" panose="020B0604020202020204" pitchFamily="34" charset="0"/>
                </a:endParaRPr>
              </a:p>
            </p:txBody>
          </p:sp>
        </mc:Choice>
        <mc:Fallback xmlns="">
          <p:sp>
            <p:nvSpPr>
              <p:cNvPr id="16" name="CaixaDeTexto 15">
                <a:extLst>
                  <a:ext uri="{FF2B5EF4-FFF2-40B4-BE49-F238E27FC236}">
                    <a16:creationId xmlns:a16="http://schemas.microsoft.com/office/drawing/2014/main" id="{169D4B81-FB46-C3B1-0434-5690B65C6254}"/>
                  </a:ext>
                </a:extLst>
              </p:cNvPr>
              <p:cNvSpPr txBox="1">
                <a:spLocks noRot="1" noChangeAspect="1" noMove="1" noResize="1" noEditPoints="1" noAdjustHandles="1" noChangeArrowheads="1" noChangeShapeType="1" noTextEdit="1"/>
              </p:cNvSpPr>
              <p:nvPr/>
            </p:nvSpPr>
            <p:spPr>
              <a:xfrm>
                <a:off x="6084842" y="2243915"/>
                <a:ext cx="5232445" cy="560538"/>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05CC984C-1DE1-3A77-41E8-3595F2044500}"/>
                  </a:ext>
                </a:extLst>
              </p:cNvPr>
              <p:cNvSpPr txBox="1"/>
              <p:nvPr/>
            </p:nvSpPr>
            <p:spPr>
              <a:xfrm>
                <a:off x="6612617" y="3068960"/>
                <a:ext cx="4693514" cy="1796389"/>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r>
                      <a:rPr lang="pt-BR">
                        <a:latin typeface="Cambria Math" panose="02040503050406030204" pitchFamily="18" charset="0"/>
                      </a:rPr>
                      <m:t>𝑹</m:t>
                    </m:r>
                  </m:oMath>
                </a14:m>
                <a:r>
                  <a:rPr lang="en-US"/>
                  <a:t>, per unit length (p.u.l.) resistance matrix;</a:t>
                </a:r>
              </a:p>
              <a:p>
                <a:pPr>
                  <a:lnSpc>
                    <a:spcPct val="150000"/>
                  </a:lnSpc>
                </a:pPr>
                <a14:m>
                  <m:oMath xmlns:m="http://schemas.openxmlformats.org/officeDocument/2006/math">
                    <m:r>
                      <a:rPr lang="pt-BR">
                        <a:latin typeface="Cambria Math" panose="02040503050406030204" pitchFamily="18" charset="0"/>
                      </a:rPr>
                      <m:t>𝑳</m:t>
                    </m:r>
                  </m:oMath>
                </a14:m>
                <a:r>
                  <a:rPr lang="en-US"/>
                  <a:t>, per unit length (p.u.l.) inductance matrix;</a:t>
                </a:r>
              </a:p>
              <a:p>
                <a:pPr>
                  <a:lnSpc>
                    <a:spcPct val="150000"/>
                  </a:lnSpc>
                </a:pPr>
                <a14:m>
                  <m:oMath xmlns:m="http://schemas.openxmlformats.org/officeDocument/2006/math">
                    <m:r>
                      <a:rPr lang="pt-BR">
                        <a:latin typeface="Cambria Math" panose="02040503050406030204" pitchFamily="18" charset="0"/>
                      </a:rPr>
                      <m:t>𝑽</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V</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𝑉</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potencial vector;</a:t>
                </a:r>
              </a:p>
              <a:p>
                <a:pPr>
                  <a:lnSpc>
                    <a:spcPct val="150000"/>
                  </a:lnSpc>
                </a:pPr>
                <a14:m>
                  <m:oMath xmlns:m="http://schemas.openxmlformats.org/officeDocument/2006/math">
                    <m:r>
                      <a:rPr lang="pt-BR">
                        <a:latin typeface="Cambria Math" panose="02040503050406030204" pitchFamily="18" charset="0"/>
                      </a:rPr>
                      <m:t>𝑰</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I</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𝐼</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current vector;</a:t>
                </a:r>
              </a:p>
            </p:txBody>
          </p:sp>
        </mc:Choice>
        <mc:Fallback xmlns="">
          <p:sp>
            <p:nvSpPr>
              <p:cNvPr id="21" name="CaixaDeTexto 20">
                <a:extLst>
                  <a:ext uri="{FF2B5EF4-FFF2-40B4-BE49-F238E27FC236}">
                    <a16:creationId xmlns:a16="http://schemas.microsoft.com/office/drawing/2014/main" id="{05CC984C-1DE1-3A77-41E8-3595F2044500}"/>
                  </a:ext>
                </a:extLst>
              </p:cNvPr>
              <p:cNvSpPr txBox="1">
                <a:spLocks noRot="1" noChangeAspect="1" noMove="1" noResize="1" noEditPoints="1" noAdjustHandles="1" noChangeArrowheads="1" noChangeShapeType="1" noTextEdit="1"/>
              </p:cNvSpPr>
              <p:nvPr/>
            </p:nvSpPr>
            <p:spPr>
              <a:xfrm>
                <a:off x="6612617" y="3068960"/>
                <a:ext cx="4693514" cy="1796389"/>
              </a:xfrm>
              <a:prstGeom prst="rect">
                <a:avLst/>
              </a:prstGeom>
              <a:blipFill>
                <a:blip r:embed="rId13"/>
                <a:stretch>
                  <a:fillRect b="-237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241CB4CE-83C8-19C5-74B3-B0898ED76721}"/>
                  </a:ext>
                </a:extLst>
              </p:cNvPr>
              <p:cNvSpPr txBox="1"/>
              <p:nvPr/>
            </p:nvSpPr>
            <p:spPr>
              <a:xfrm>
                <a:off x="479425" y="4617132"/>
                <a:ext cx="5352122" cy="1569660"/>
              </a:xfrm>
              <a:prstGeom prst="rect">
                <a:avLst/>
              </a:prstGeom>
              <a:noFill/>
            </p:spPr>
            <p:txBody>
              <a:bodyPr wrap="square">
                <a:spAutoFit/>
              </a:bodyPr>
              <a:lstStyle>
                <a:defPPr>
                  <a:defRPr lang="pt-BR"/>
                </a:defPPr>
                <a:lvl1pPr>
                  <a:defRPr sz="1600"/>
                </a:lvl1pPr>
              </a:lstStyle>
              <a:p>
                <a:r>
                  <a:rPr lang="en-US" b="1"/>
                  <a:t>Simplifying assumptions of the 2D quasi-TM approach</a:t>
                </a:r>
                <a:r>
                  <a:rPr lang="en-US"/>
                  <a:t>: </a:t>
                </a:r>
              </a:p>
              <a:p>
                <a:endParaRPr lang="en-US"/>
              </a:p>
              <a:p>
                <a:pPr marL="285750" indent="-285750">
                  <a:buFont typeface="Arial" panose="020B0604020202020204" pitchFamily="34" charset="0"/>
                  <a:buChar char="•"/>
                </a:pPr>
                <a:r>
                  <a:rPr lang="en-US"/>
                  <a:t>the conductors are invariable along the </a:t>
                </a:r>
                <a14:m>
                  <m:oMath xmlns:m="http://schemas.openxmlformats.org/officeDocument/2006/math">
                    <m:r>
                      <a:rPr lang="en-US">
                        <a:latin typeface="Cambria Math" panose="02040503050406030204" pitchFamily="18" charset="0"/>
                      </a:rPr>
                      <m:t>𝑧</m:t>
                    </m:r>
                  </m:oMath>
                </a14:m>
                <a:r>
                  <a:rPr lang="en-US"/>
                  <a:t> direction (uniform transmission line), </a:t>
                </a:r>
              </a:p>
              <a:p>
                <a:pPr marL="285750" indent="-285750">
                  <a:buFont typeface="Arial" panose="020B0604020202020204" pitchFamily="34" charset="0"/>
                  <a:buChar char="•"/>
                </a:pPr>
                <a:r>
                  <a:rPr lang="en-US"/>
                  <a:t>the cross-section of each conductor is much smaller than the wavelength at the frequencies of interest. </a:t>
                </a:r>
                <a:endParaRPr lang="pt-BR"/>
              </a:p>
            </p:txBody>
          </p:sp>
        </mc:Choice>
        <mc:Fallback xmlns="">
          <p:sp>
            <p:nvSpPr>
              <p:cNvPr id="2" name="CaixaDeTexto 1">
                <a:extLst>
                  <a:ext uri="{FF2B5EF4-FFF2-40B4-BE49-F238E27FC236}">
                    <a16:creationId xmlns:a16="http://schemas.microsoft.com/office/drawing/2014/main" id="{241CB4CE-83C8-19C5-74B3-B0898ED76721}"/>
                  </a:ext>
                </a:extLst>
              </p:cNvPr>
              <p:cNvSpPr txBox="1">
                <a:spLocks noRot="1" noChangeAspect="1" noMove="1" noResize="1" noEditPoints="1" noAdjustHandles="1" noChangeArrowheads="1" noChangeShapeType="1" noTextEdit="1"/>
              </p:cNvSpPr>
              <p:nvPr/>
            </p:nvSpPr>
            <p:spPr>
              <a:xfrm>
                <a:off x="479425" y="4617132"/>
                <a:ext cx="5352122" cy="1569660"/>
              </a:xfrm>
              <a:prstGeom prst="rect">
                <a:avLst/>
              </a:prstGeom>
              <a:blipFill>
                <a:blip r:embed="rId14"/>
                <a:stretch>
                  <a:fillRect l="-683" t="-1163" b="-3876"/>
                </a:stretch>
              </a:blipFill>
            </p:spPr>
            <p:txBody>
              <a:bodyPr/>
              <a:lstStyle/>
              <a:p>
                <a:r>
                  <a:rPr lang="pt-BR">
                    <a:noFill/>
                  </a:rPr>
                  <a:t> </a:t>
                </a:r>
              </a:p>
            </p:txBody>
          </p:sp>
        </mc:Fallback>
      </mc:AlternateContent>
      <p:sp>
        <p:nvSpPr>
          <p:cNvPr id="3" name="CaixaDeTexto 2">
            <a:extLst>
              <a:ext uri="{FF2B5EF4-FFF2-40B4-BE49-F238E27FC236}">
                <a16:creationId xmlns:a16="http://schemas.microsoft.com/office/drawing/2014/main" id="{0DA16B6F-A00A-064D-4421-EBC94F022A6A}"/>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47303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8</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2E681D8B-2D12-8F34-236D-10DDFFEEBD4E}"/>
                  </a:ext>
                </a:extLst>
              </p:cNvPr>
              <p:cNvSpPr txBox="1"/>
              <p:nvPr/>
            </p:nvSpPr>
            <p:spPr>
              <a:xfrm>
                <a:off x="731353" y="4950455"/>
                <a:ext cx="4993419" cy="830997"/>
              </a:xfrm>
              <a:prstGeom prst="rect">
                <a:avLst/>
              </a:prstGeom>
              <a:noFill/>
            </p:spPr>
            <p:txBody>
              <a:bodyPr wrap="square">
                <a:spAutoFit/>
              </a:bodyPr>
              <a:lstStyle>
                <a:defPPr>
                  <a:defRPr lang="pt-BR"/>
                </a:defPPr>
                <a:lvl1pPr>
                  <a:defRPr sz="1600"/>
                </a:lvl1pPr>
              </a:lstStyle>
              <a:p>
                <a:r>
                  <a:rPr lang="en-US"/>
                  <a:t>In the MoM-SO, the conductors are replaced by the surrounding medium and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r>
                      <a:rPr lang="en-US" i="1" smtClean="0">
                        <a:latin typeface="Cambria Math" panose="02040503050406030204" pitchFamily="18" charset="0"/>
                      </a:rPr>
                      <m:t> = </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1</m:t>
                        </m:r>
                      </m:sub>
                    </m:sSub>
                    <m:r>
                      <a:rPr lang="en-US" i="1" smtClean="0">
                        <a:latin typeface="Cambria Math" panose="02040503050406030204" pitchFamily="18" charset="0"/>
                      </a:rPr>
                      <m:t> + 2</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2</m:t>
                        </m:r>
                      </m:sub>
                    </m:sSub>
                  </m:oMath>
                </a14:m>
                <a:r>
                  <a:rPr lang="en-US"/>
                  <a:t> equivalent currents,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𝑠</m:t>
                        </m:r>
                      </m:sub>
                      <m:sup>
                        <m:r>
                          <a:rPr lang="pt-BR" b="0" i="1" smtClean="0">
                            <a:latin typeface="Cambria Math" panose="02040503050406030204" pitchFamily="18" charset="0"/>
                          </a:rPr>
                          <m:t> </m:t>
                        </m:r>
                      </m:sup>
                    </m:sSubSup>
                  </m:oMath>
                </a14:m>
                <a:r>
                  <a:rPr lang="en-US"/>
                  <a:t> , on each conductor’s boundary, </a:t>
                </a:r>
                <a14:m>
                  <m:oMath xmlns:m="http://schemas.openxmlformats.org/officeDocument/2006/math">
                    <m:r>
                      <a:rPr lang="en-US" i="1" smtClean="0">
                        <a:latin typeface="Cambria Math" panose="02040503050406030204" pitchFamily="18" charset="0"/>
                      </a:rPr>
                      <m:t>𝑐</m:t>
                    </m:r>
                  </m:oMath>
                </a14:m>
                <a:r>
                  <a:rPr lang="en-US"/>
                  <a:t> [6]. </a:t>
                </a:r>
                <a:endParaRPr lang="pt-BR"/>
              </a:p>
            </p:txBody>
          </p:sp>
        </mc:Choice>
        <mc:Fallback xmlns="">
          <p:sp>
            <p:nvSpPr>
              <p:cNvPr id="22" name="CaixaDeTexto 21">
                <a:extLst>
                  <a:ext uri="{FF2B5EF4-FFF2-40B4-BE49-F238E27FC236}">
                    <a16:creationId xmlns:a16="http://schemas.microsoft.com/office/drawing/2014/main" id="{2E681D8B-2D12-8F34-236D-10DDFFEEBD4E}"/>
                  </a:ext>
                </a:extLst>
              </p:cNvPr>
              <p:cNvSpPr txBox="1">
                <a:spLocks noRot="1" noChangeAspect="1" noMove="1" noResize="1" noEditPoints="1" noAdjustHandles="1" noChangeArrowheads="1" noChangeShapeType="1" noTextEdit="1"/>
              </p:cNvSpPr>
              <p:nvPr/>
            </p:nvSpPr>
            <p:spPr>
              <a:xfrm>
                <a:off x="731353" y="4950455"/>
                <a:ext cx="4993419" cy="830997"/>
              </a:xfrm>
              <a:prstGeom prst="rect">
                <a:avLst/>
              </a:prstGeom>
              <a:blipFill>
                <a:blip r:embed="rId8"/>
                <a:stretch>
                  <a:fillRect l="-733" t="-2206" r="-977" b="-8824"/>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1"/>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2"/>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3"/>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4"/>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412776"/>
                <a:ext cx="5221288" cy="849976"/>
              </a:xfrm>
              <a:prstGeom prst="rect">
                <a:avLst/>
              </a:prstGeom>
              <a:noFill/>
            </p:spPr>
            <p:txBody>
              <a:bodyPr wrap="square">
                <a:spAutoFit/>
              </a:bodyPr>
              <a:lstStyle>
                <a:defPPr>
                  <a:defRPr lang="pt-BR"/>
                </a:defPPr>
                <a:lvl1pPr>
                  <a:defRPr sz="1600"/>
                </a:lvl1pPr>
              </a:lstStyle>
              <a:p>
                <a:r>
                  <a:rPr lang="en-US"/>
                  <a:t>The longitudinal electric field on the boundary of the conductors, </a:t>
                </a:r>
                <a14:m>
                  <m:oMath xmlns:m="http://schemas.openxmlformats.org/officeDocument/2006/math">
                    <m:sSubSup>
                      <m:sSubSupPr>
                        <m:ctrlPr>
                          <a:rPr lang="pt-BR" b="0" i="1"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r>
                          <a:rPr lang="pt-BR" b="0" i="1" smtClean="0">
                            <a:latin typeface="Cambria Math" panose="02040503050406030204" pitchFamily="18" charset="0"/>
                          </a:rPr>
                          <m:t> </m:t>
                        </m:r>
                      </m:sup>
                    </m:sSubSup>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 [7]</a:t>
                </a:r>
                <a:r>
                  <a:rPr lang="pt-BR"/>
                  <a:t>:</a:t>
                </a: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412776"/>
                <a:ext cx="5221288" cy="849976"/>
              </a:xfrm>
              <a:prstGeom prst="rect">
                <a:avLst/>
              </a:prstGeom>
              <a:blipFill>
                <a:blip r:embed="rId15"/>
                <a:stretch>
                  <a:fillRect l="-583" t="-2158" b="-86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2354215"/>
                <a:ext cx="5190639"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𝐸</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2354215"/>
                <a:ext cx="5190639" cy="858761"/>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3429000"/>
                <a:ext cx="5221288" cy="868956"/>
              </a:xfrm>
              <a:prstGeom prst="rect">
                <a:avLst/>
              </a:prstGeom>
              <a:noFill/>
            </p:spPr>
            <p:txBody>
              <a:bodyPr wrap="square">
                <a:spAutoFit/>
              </a:bodyPr>
              <a:lstStyle>
                <a:defPPr>
                  <a:defRPr lang="pt-BR"/>
                </a:defPPr>
                <a:lvl1pPr>
                  <a:defRPr sz="1600"/>
                </a:lvl1pPr>
              </a:lstStyle>
              <a:p>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𝑁</m:t>
                        </m:r>
                      </m:e>
                      <m:sub>
                        <m:r>
                          <a:rPr lang="en-US" i="1" smtClean="0">
                            <a:latin typeface="Cambria Math" panose="02040503050406030204" pitchFamily="18" charset="0"/>
                          </a:rPr>
                          <m:t>𝑝</m:t>
                        </m:r>
                      </m:sub>
                    </m:sSub>
                  </m:oMath>
                </a14:m>
                <a:r>
                  <a:rPr lang="en-US"/>
                  <a:t> governs the accuracy of the field representation inside the conductor. By setting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𝑁</m:t>
                        </m:r>
                      </m:e>
                      <m:sub>
                        <m:r>
                          <a:rPr lang="en-US" i="1" smtClean="0">
                            <a:latin typeface="Cambria Math" panose="02040503050406030204" pitchFamily="18" charset="0"/>
                          </a:rPr>
                          <m:t>𝑝</m:t>
                        </m:r>
                      </m:sub>
                    </m:sSub>
                    <m:r>
                      <a:rPr lang="en-US" i="1" smtClean="0">
                        <a:latin typeface="Cambria Math" panose="02040503050406030204" pitchFamily="18" charset="0"/>
                      </a:rPr>
                      <m:t> = 0</m:t>
                    </m:r>
                  </m:oMath>
                </a14:m>
                <a:r>
                  <a:rPr lang="en-US"/>
                  <a:t>, the electric field is assumed to be circularly-symmetric [6].</a:t>
                </a:r>
                <a:endParaRPr lang="pt-BR"/>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3429000"/>
                <a:ext cx="5221288" cy="868956"/>
              </a:xfrm>
              <a:prstGeom prst="rect">
                <a:avLst/>
              </a:prstGeom>
              <a:blipFill>
                <a:blip r:embed="rId17"/>
                <a:stretch>
                  <a:fillRect l="-583" t="-1408" r="-700" b="-774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id="{70751F3A-EE5D-6903-6D46-1FBEB1F8DE30}"/>
                  </a:ext>
                </a:extLst>
              </p:cNvPr>
              <p:cNvSpPr txBox="1"/>
              <p:nvPr/>
            </p:nvSpPr>
            <p:spPr>
              <a:xfrm>
                <a:off x="6096000" y="4469458"/>
                <a:ext cx="5221288" cy="637610"/>
              </a:xfrm>
              <a:prstGeom prst="rect">
                <a:avLst/>
              </a:prstGeom>
              <a:noFill/>
            </p:spPr>
            <p:txBody>
              <a:bodyPr wrap="square">
                <a:spAutoFit/>
              </a:bodyPr>
              <a:lstStyle>
                <a:defPPr>
                  <a:defRPr lang="pt-BR"/>
                </a:defPPr>
                <a:lvl1pPr>
                  <a:defRPr sz="1600"/>
                </a:lvl1pPr>
              </a:lstStyle>
              <a:p>
                <a:r>
                  <a:rPr lang="en-US"/>
                  <a:t>Fourier coefficients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𝐸</m:t>
                        </m:r>
                      </m:e>
                      <m:sub>
                        <m:r>
                          <a:rPr lang="en-US" i="1" smtClean="0">
                            <a:latin typeface="Cambria Math" panose="02040503050406030204" pitchFamily="18" charset="0"/>
                          </a:rPr>
                          <m:t>𝑛</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are one of the unknown variables in the MoM-SO formulation.</a:t>
                </a:r>
                <a:endParaRPr lang="pt-BR"/>
              </a:p>
            </p:txBody>
          </p:sp>
        </mc:Choice>
        <mc:Fallback xmlns="">
          <p:sp>
            <p:nvSpPr>
              <p:cNvPr id="74" name="CaixaDeTexto 73">
                <a:extLst>
                  <a:ext uri="{FF2B5EF4-FFF2-40B4-BE49-F238E27FC236}">
                    <a16:creationId xmlns:a16="http://schemas.microsoft.com/office/drawing/2014/main" id="{70751F3A-EE5D-6903-6D46-1FBEB1F8DE30}"/>
                  </a:ext>
                </a:extLst>
              </p:cNvPr>
              <p:cNvSpPr txBox="1">
                <a:spLocks noRot="1" noChangeAspect="1" noMove="1" noResize="1" noEditPoints="1" noAdjustHandles="1" noChangeArrowheads="1" noChangeShapeType="1" noTextEdit="1"/>
              </p:cNvSpPr>
              <p:nvPr/>
            </p:nvSpPr>
            <p:spPr>
              <a:xfrm>
                <a:off x="6096000" y="4469458"/>
                <a:ext cx="5221288" cy="637610"/>
              </a:xfrm>
              <a:prstGeom prst="rect">
                <a:avLst/>
              </a:prstGeom>
              <a:blipFill>
                <a:blip r:embed="rId18"/>
                <a:stretch>
                  <a:fillRect l="-583" r="-1050" b="-10476"/>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43A3EB4B-C1A8-CA44-591C-51AD97978378}"/>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1630422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9</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9B1CA937-986C-2942-F587-D7D1777D1C93}"/>
                  </a:ext>
                </a:extLst>
              </p:cNvPr>
              <p:cNvSpPr txBox="1"/>
              <p:nvPr/>
            </p:nvSpPr>
            <p:spPr>
              <a:xfrm>
                <a:off x="6117322" y="4288101"/>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0" smtClean="0">
                          <a:latin typeface="Cambria Math" panose="02040503050406030204" pitchFamily="18" charset="0"/>
                        </a:rPr>
                        <m:t>𝐄</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0" smtClean="0">
                                  <a:latin typeface="Cambria Math" panose="02040503050406030204" pitchFamily="18" charset="0"/>
                                </a:rPr>
                                <m:t> </m:t>
                              </m:r>
                              <m:r>
                                <a:rPr lang="pt-BR">
                                  <a:latin typeface="Cambria Math" panose="02040503050406030204" pitchFamily="18" charset="0"/>
                                </a:rPr>
                                <m:t>⋯</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m:rPr>
                              <m:sty m:val="p"/>
                            </m:rPr>
                            <a:rPr lang="pt-BR">
                              <a:latin typeface="Cambria Math" panose="02040503050406030204" pitchFamily="18" charset="0"/>
                            </a:rPr>
                            <m:t>T</m:t>
                          </m:r>
                        </m:sup>
                      </m:sSup>
                    </m:oMath>
                  </m:oMathPara>
                </a14:m>
                <a:endParaRPr lang="en-US"/>
              </a:p>
            </p:txBody>
          </p:sp>
        </mc:Choice>
        <mc:Fallback xmlns="">
          <p:sp>
            <p:nvSpPr>
              <p:cNvPr id="70" name="CaixaDeTexto 69">
                <a:extLst>
                  <a:ext uri="{FF2B5EF4-FFF2-40B4-BE49-F238E27FC236}">
                    <a16:creationId xmlns:a16="http://schemas.microsoft.com/office/drawing/2014/main" id="{9B1CA937-986C-2942-F587-D7D1777D1C93}"/>
                  </a:ext>
                </a:extLst>
              </p:cNvPr>
              <p:cNvSpPr txBox="1">
                <a:spLocks noRot="1" noChangeAspect="1" noMove="1" noResize="1" noEditPoints="1" noAdjustHandles="1" noChangeArrowheads="1" noChangeShapeType="1" noTextEdit="1"/>
              </p:cNvSpPr>
              <p:nvPr/>
            </p:nvSpPr>
            <p:spPr>
              <a:xfrm>
                <a:off x="6117322" y="4288101"/>
                <a:ext cx="5190639" cy="437043"/>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5F4E5046-FAD1-4CA8-3416-68707FD9EB48}"/>
                  </a:ext>
                </a:extLst>
              </p:cNvPr>
              <p:cNvSpPr txBox="1"/>
              <p:nvPr/>
            </p:nvSpPr>
            <p:spPr>
              <a:xfrm>
                <a:off x="6124819" y="1340768"/>
                <a:ext cx="5192469" cy="338554"/>
              </a:xfrm>
              <a:prstGeom prst="rect">
                <a:avLst/>
              </a:prstGeom>
              <a:noFill/>
            </p:spPr>
            <p:txBody>
              <a:bodyPr wrap="square">
                <a:spAutoFit/>
              </a:bodyPr>
              <a:lstStyle>
                <a:defPPr>
                  <a:defRPr lang="pt-BR"/>
                </a:defPPr>
                <a:lvl1pPr>
                  <a:defRPr sz="1600"/>
                </a:lvl1pPr>
              </a:lstStyle>
              <a:p>
                <a:r>
                  <a:rPr lang="en-US"/>
                  <a:t>If </a:t>
                </a:r>
                <a14:m>
                  <m:oMath xmlns:m="http://schemas.openxmlformats.org/officeDocument/2006/math">
                    <m:r>
                      <a:rPr lang="en-US" i="1" smtClean="0">
                        <a:latin typeface="Cambria Math" panose="02040503050406030204" pitchFamily="18" charset="0"/>
                      </a:rPr>
                      <m:t>𝑝</m:t>
                    </m:r>
                  </m:oMath>
                </a14:m>
                <a:r>
                  <a:rPr lang="en-US"/>
                  <a:t>th-conductor is solid,</a:t>
                </a:r>
                <a:endParaRPr lang="pt-BR"/>
              </a:p>
            </p:txBody>
          </p:sp>
        </mc:Choice>
        <mc:Fallback xmlns="">
          <p:sp>
            <p:nvSpPr>
              <p:cNvPr id="2" name="CaixaDeTexto 1">
                <a:extLst>
                  <a:ext uri="{FF2B5EF4-FFF2-40B4-BE49-F238E27FC236}">
                    <a16:creationId xmlns:a16="http://schemas.microsoft.com/office/drawing/2014/main" id="{5F4E5046-FAD1-4CA8-3416-68707FD9EB48}"/>
                  </a:ext>
                </a:extLst>
              </p:cNvPr>
              <p:cNvSpPr txBox="1">
                <a:spLocks noRot="1" noChangeAspect="1" noMove="1" noResize="1" noEditPoints="1" noAdjustHandles="1" noChangeArrowheads="1" noChangeShapeType="1" noTextEdit="1"/>
              </p:cNvSpPr>
              <p:nvPr/>
            </p:nvSpPr>
            <p:spPr>
              <a:xfrm>
                <a:off x="6124819" y="1340768"/>
                <a:ext cx="5192469" cy="338554"/>
              </a:xfrm>
              <a:prstGeom prst="rect">
                <a:avLst/>
              </a:prstGeom>
              <a:blipFill>
                <a:blip r:embed="rId15"/>
                <a:stretch>
                  <a:fillRect l="-704"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3BFA5389-C648-E072-8A98-9F62C7AC95E2}"/>
                  </a:ext>
                </a:extLst>
              </p:cNvPr>
              <p:cNvSpPr txBox="1"/>
              <p:nvPr/>
            </p:nvSpPr>
            <p:spPr>
              <a:xfrm>
                <a:off x="6139679" y="1742257"/>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1"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𝑝</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sub>
                                <m:sup>
                                  <m:d>
                                    <m:dPr>
                                      <m:ctrlPr>
                                        <a:rPr lang="pt-BR" i="1">
                                          <a:latin typeface="Cambria Math" panose="02040503050406030204" pitchFamily="18" charset="0"/>
                                        </a:rPr>
                                      </m:ctrlPr>
                                    </m:dPr>
                                    <m:e>
                                      <m:r>
                                        <a:rPr lang="pt-BR" i="1">
                                          <a:latin typeface="Cambria Math" panose="02040503050406030204" pitchFamily="18" charset="0"/>
                                        </a:rPr>
                                        <m:t>𝑝</m:t>
                                      </m:r>
                                    </m:e>
                                  </m:d>
                                </m:sup>
                              </m:sSubSup>
                            </m:e>
                          </m:d>
                        </m:e>
                        <m:sup>
                          <m:r>
                            <m:rPr>
                              <m:sty m:val="p"/>
                            </m:rPr>
                            <a:rPr lang="pt-BR">
                              <a:latin typeface="Cambria Math" panose="02040503050406030204" pitchFamily="18" charset="0"/>
                            </a:rPr>
                            <m:t>T</m:t>
                          </m:r>
                        </m:sup>
                      </m:sSup>
                    </m:oMath>
                  </m:oMathPara>
                </a14:m>
                <a:endParaRPr lang="en-US"/>
              </a:p>
            </p:txBody>
          </p:sp>
        </mc:Choice>
        <mc:Fallback xmlns="">
          <p:sp>
            <p:nvSpPr>
              <p:cNvPr id="3" name="CaixaDeTexto 2">
                <a:extLst>
                  <a:ext uri="{FF2B5EF4-FFF2-40B4-BE49-F238E27FC236}">
                    <a16:creationId xmlns:a16="http://schemas.microsoft.com/office/drawing/2014/main" id="{3BFA5389-C648-E072-8A98-9F62C7AC95E2}"/>
                  </a:ext>
                </a:extLst>
              </p:cNvPr>
              <p:cNvSpPr txBox="1">
                <a:spLocks noRot="1" noChangeAspect="1" noMove="1" noResize="1" noEditPoints="1" noAdjustHandles="1" noChangeArrowheads="1" noChangeShapeType="1" noTextEdit="1"/>
              </p:cNvSpPr>
              <p:nvPr/>
            </p:nvSpPr>
            <p:spPr>
              <a:xfrm>
                <a:off x="6139679" y="1742257"/>
                <a:ext cx="5190639" cy="519181"/>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47EC93A1-8D66-50F2-3F44-1DA036EED29C}"/>
                  </a:ext>
                </a:extLst>
              </p:cNvPr>
              <p:cNvSpPr txBox="1"/>
              <p:nvPr/>
            </p:nvSpPr>
            <p:spPr>
              <a:xfrm>
                <a:off x="6083101" y="2406370"/>
                <a:ext cx="5205499" cy="338554"/>
              </a:xfrm>
              <a:prstGeom prst="rect">
                <a:avLst/>
              </a:prstGeom>
              <a:noFill/>
            </p:spPr>
            <p:txBody>
              <a:bodyPr wrap="square">
                <a:spAutoFit/>
              </a:bodyPr>
              <a:lstStyle>
                <a:defPPr>
                  <a:defRPr lang="pt-BR"/>
                </a:defPPr>
                <a:lvl1pPr>
                  <a:defRPr sz="1600"/>
                </a:lvl1pPr>
              </a:lstStyle>
              <a:p>
                <a:r>
                  <a:rPr lang="en-US"/>
                  <a:t>otherwise, if </a:t>
                </a:r>
                <a14:m>
                  <m:oMath xmlns:m="http://schemas.openxmlformats.org/officeDocument/2006/math">
                    <m:r>
                      <a:rPr lang="en-US" i="1" smtClean="0">
                        <a:latin typeface="Cambria Math" panose="02040503050406030204" pitchFamily="18" charset="0"/>
                      </a:rPr>
                      <m:t>𝑞</m:t>
                    </m:r>
                  </m:oMath>
                </a14:m>
                <a:r>
                  <a:rPr lang="en-US"/>
                  <a:t>th-conductor is hollow then,</a:t>
                </a:r>
                <a:endParaRPr lang="pt-BR"/>
              </a:p>
            </p:txBody>
          </p:sp>
        </mc:Choice>
        <mc:Fallback xmlns="">
          <p:sp>
            <p:nvSpPr>
              <p:cNvPr id="5" name="CaixaDeTexto 4">
                <a:extLst>
                  <a:ext uri="{FF2B5EF4-FFF2-40B4-BE49-F238E27FC236}">
                    <a16:creationId xmlns:a16="http://schemas.microsoft.com/office/drawing/2014/main" id="{47EC93A1-8D66-50F2-3F44-1DA036EED29C}"/>
                  </a:ext>
                </a:extLst>
              </p:cNvPr>
              <p:cNvSpPr txBox="1">
                <a:spLocks noRot="1" noChangeAspect="1" noMove="1" noResize="1" noEditPoints="1" noAdjustHandles="1" noChangeArrowheads="1" noChangeShapeType="1" noTextEdit="1"/>
              </p:cNvSpPr>
              <p:nvPr/>
            </p:nvSpPr>
            <p:spPr>
              <a:xfrm>
                <a:off x="6083101" y="2406370"/>
                <a:ext cx="5205499" cy="338554"/>
              </a:xfrm>
              <a:prstGeom prst="rect">
                <a:avLst/>
              </a:prstGeom>
              <a:blipFill>
                <a:blip r:embed="rId17"/>
                <a:stretch>
                  <a:fillRect l="-703" t="-5455" b="-2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D96D10D0-D58C-B778-D303-CD2BD1C13C16}"/>
                  </a:ext>
                </a:extLst>
              </p:cNvPr>
              <p:cNvSpPr txBox="1"/>
              <p:nvPr/>
            </p:nvSpPr>
            <p:spPr>
              <a:xfrm>
                <a:off x="6139679" y="2837811"/>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1"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𝑞</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𝑟</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𝑟</m:t>
                                      </m:r>
                                    </m:sub>
                                  </m:sSub>
                                </m:sub>
                                <m:sup>
                                  <m:d>
                                    <m:dPr>
                                      <m:ctrlPr>
                                        <a:rPr lang="pt-BR" i="1" smtClean="0">
                                          <a:latin typeface="Cambria Math" panose="02040503050406030204" pitchFamily="18" charset="0"/>
                                        </a:rPr>
                                      </m:ctrlPr>
                                    </m:dPr>
                                    <m:e>
                                      <m:r>
                                        <a:rPr lang="pt-BR" b="0" i="1" smtClean="0">
                                          <a:latin typeface="Cambria Math" panose="02040503050406030204" pitchFamily="18" charset="0"/>
                                        </a:rPr>
                                        <m:t>𝑟</m:t>
                                      </m:r>
                                    </m:e>
                                  </m:d>
                                </m:sup>
                              </m:sSubSup>
                              <m:r>
                                <a:rPr lang="pt-BR" b="0" i="1" smtClean="0">
                                  <a:latin typeface="Cambria Math" panose="02040503050406030204" pitchFamily="18" charset="0"/>
                                </a:rPr>
                                <m:t>  </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0</m:t>
                                  </m:r>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e>
                          </m:d>
                        </m:e>
                        <m:sup>
                          <m:r>
                            <m:rPr>
                              <m:sty m:val="p"/>
                            </m:rPr>
                            <a:rPr lang="pt-BR">
                              <a:latin typeface="Cambria Math" panose="02040503050406030204" pitchFamily="18" charset="0"/>
                            </a:rPr>
                            <m:t>T</m:t>
                          </m:r>
                        </m:sup>
                      </m:sSup>
                    </m:oMath>
                  </m:oMathPara>
                </a14:m>
                <a:endParaRPr lang="en-US"/>
              </a:p>
            </p:txBody>
          </p:sp>
        </mc:Choice>
        <mc:Fallback xmlns="">
          <p:sp>
            <p:nvSpPr>
              <p:cNvPr id="7" name="CaixaDeTexto 6">
                <a:extLst>
                  <a:ext uri="{FF2B5EF4-FFF2-40B4-BE49-F238E27FC236}">
                    <a16:creationId xmlns:a16="http://schemas.microsoft.com/office/drawing/2014/main" id="{D96D10D0-D58C-B778-D303-CD2BD1C13C16}"/>
                  </a:ext>
                </a:extLst>
              </p:cNvPr>
              <p:cNvSpPr txBox="1">
                <a:spLocks noRot="1" noChangeAspect="1" noMove="1" noResize="1" noEditPoints="1" noAdjustHandles="1" noChangeArrowheads="1" noChangeShapeType="1" noTextEdit="1"/>
              </p:cNvSpPr>
              <p:nvPr/>
            </p:nvSpPr>
            <p:spPr>
              <a:xfrm>
                <a:off x="6139679" y="2837811"/>
                <a:ext cx="5190639" cy="519181"/>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D86EA7A2-A1C0-1258-B263-A2F345916762}"/>
                  </a:ext>
                </a:extLst>
              </p:cNvPr>
              <p:cNvSpPr txBox="1"/>
              <p:nvPr/>
            </p:nvSpPr>
            <p:spPr>
              <a:xfrm>
                <a:off x="6102462" y="3529540"/>
                <a:ext cx="5466146" cy="584775"/>
              </a:xfrm>
              <a:prstGeom prst="rect">
                <a:avLst/>
              </a:prstGeom>
              <a:noFill/>
            </p:spPr>
            <p:txBody>
              <a:bodyPr wrap="square">
                <a:spAutoFit/>
              </a:bodyPr>
              <a:lstStyle>
                <a:defPPr>
                  <a:defRPr lang="pt-BR"/>
                </a:defPPr>
                <a:lvl1pPr>
                  <a:defRPr sz="1600"/>
                </a:lvl1pPr>
              </a:lstStyle>
              <a:p>
                <a:r>
                  <a:rPr lang="en-US"/>
                  <a:t>The electric field coefficients from all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oMath>
                </a14:m>
                <a:r>
                  <a:rPr lang="en-US"/>
                  <a:t> surface conductors can be assemble into a global vector of unknowns, </a:t>
                </a:r>
                <a14:m>
                  <m:oMath xmlns:m="http://schemas.openxmlformats.org/officeDocument/2006/math">
                    <m:r>
                      <a:rPr lang="en-US" b="1" i="1" smtClean="0">
                        <a:latin typeface="Cambria Math" panose="02040503050406030204" pitchFamily="18" charset="0"/>
                      </a:rPr>
                      <m:t>𝑬</m:t>
                    </m:r>
                  </m:oMath>
                </a14:m>
                <a:r>
                  <a:rPr lang="en-US"/>
                  <a:t>.</a:t>
                </a:r>
                <a:endParaRPr lang="pt-BR"/>
              </a:p>
            </p:txBody>
          </p:sp>
        </mc:Choice>
        <mc:Fallback xmlns="">
          <p:sp>
            <p:nvSpPr>
              <p:cNvPr id="10" name="CaixaDeTexto 9">
                <a:extLst>
                  <a:ext uri="{FF2B5EF4-FFF2-40B4-BE49-F238E27FC236}">
                    <a16:creationId xmlns:a16="http://schemas.microsoft.com/office/drawing/2014/main" id="{D86EA7A2-A1C0-1258-B263-A2F345916762}"/>
                  </a:ext>
                </a:extLst>
              </p:cNvPr>
              <p:cNvSpPr txBox="1">
                <a:spLocks noRot="1" noChangeAspect="1" noMove="1" noResize="1" noEditPoints="1" noAdjustHandles="1" noChangeArrowheads="1" noChangeShapeType="1" noTextEdit="1"/>
              </p:cNvSpPr>
              <p:nvPr/>
            </p:nvSpPr>
            <p:spPr>
              <a:xfrm>
                <a:off x="6102462" y="3529540"/>
                <a:ext cx="5466146" cy="584775"/>
              </a:xfrm>
              <a:prstGeom prst="rect">
                <a:avLst/>
              </a:prstGeom>
              <a:blipFill>
                <a:blip r:embed="rId19"/>
                <a:stretch>
                  <a:fillRect l="-557" t="-3125" r="-111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66802B92-6147-8246-DAFF-70970DA63A8A}"/>
                  </a:ext>
                </a:extLst>
              </p:cNvPr>
              <p:cNvSpPr txBox="1"/>
              <p:nvPr/>
            </p:nvSpPr>
            <p:spPr>
              <a:xfrm>
                <a:off x="6139679" y="5334713"/>
                <a:ext cx="5190639" cy="81105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m:rPr>
                          <m:sty m:val="p"/>
                        </m:rPr>
                        <a:rPr lang="pt-BR" smtClean="0">
                          <a:latin typeface="Cambria Math" panose="02040503050406030204" pitchFamily="18" charset="0"/>
                        </a:rPr>
                        <m:t>N</m:t>
                      </m:r>
                      <m:r>
                        <a:rPr lang="pt-BR" b="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𝑝</m:t>
                          </m:r>
                          <m:r>
                            <a:rPr lang="pt-BR" i="1" smtClean="0">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ctrlPr>
                                <a:rPr lang="pt-BR" b="0" i="1" smtClean="0">
                                  <a:latin typeface="Cambria Math" panose="02040503050406030204" pitchFamily="18" charset="0"/>
                                </a:rPr>
                              </m:ctrlPr>
                            </m:dPr>
                            <m:e>
                              <m:r>
                                <a:rPr lang="pt-BR" b="0" i="1" smtClean="0">
                                  <a:latin typeface="Cambria Math" panose="02040503050406030204" pitchFamily="18" charset="0"/>
                                </a:rPr>
                                <m:t>2</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+1</m:t>
                              </m:r>
                            </m:e>
                          </m:d>
                        </m:e>
                      </m:nary>
                    </m:oMath>
                  </m:oMathPara>
                </a14:m>
                <a:endParaRPr lang="en-US"/>
              </a:p>
            </p:txBody>
          </p:sp>
        </mc:Choice>
        <mc:Fallback xmlns="">
          <p:sp>
            <p:nvSpPr>
              <p:cNvPr id="11" name="CaixaDeTexto 10">
                <a:extLst>
                  <a:ext uri="{FF2B5EF4-FFF2-40B4-BE49-F238E27FC236}">
                    <a16:creationId xmlns:a16="http://schemas.microsoft.com/office/drawing/2014/main" id="{66802B92-6147-8246-DAFF-70970DA63A8A}"/>
                  </a:ext>
                </a:extLst>
              </p:cNvPr>
              <p:cNvSpPr txBox="1">
                <a:spLocks noRot="1" noChangeAspect="1" noMove="1" noResize="1" noEditPoints="1" noAdjustHandles="1" noChangeArrowheads="1" noChangeShapeType="1" noTextEdit="1"/>
              </p:cNvSpPr>
              <p:nvPr/>
            </p:nvSpPr>
            <p:spPr>
              <a:xfrm>
                <a:off x="6139679" y="5334713"/>
                <a:ext cx="5190639" cy="811056"/>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A5E1EE2E-2929-C14A-5422-046D2B505A32}"/>
                  </a:ext>
                </a:extLst>
              </p:cNvPr>
              <p:cNvSpPr txBox="1"/>
              <p:nvPr/>
            </p:nvSpPr>
            <p:spPr>
              <a:xfrm>
                <a:off x="6127661" y="4898929"/>
                <a:ext cx="5466146" cy="338554"/>
              </a:xfrm>
              <a:prstGeom prst="rect">
                <a:avLst/>
              </a:prstGeom>
              <a:noFill/>
            </p:spPr>
            <p:txBody>
              <a:bodyPr wrap="square">
                <a:spAutoFit/>
              </a:bodyPr>
              <a:lstStyle>
                <a:defPPr>
                  <a:defRPr lang="pt-BR"/>
                </a:defPPr>
                <a:lvl1pPr>
                  <a:defRPr sz="1600"/>
                </a:lvl1pPr>
              </a:lstStyle>
              <a:p>
                <a:r>
                  <a:rPr lang="en-US"/>
                  <a:t>The size of </a:t>
                </a:r>
                <a14:m>
                  <m:oMath xmlns:m="http://schemas.openxmlformats.org/officeDocument/2006/math">
                    <m:r>
                      <a:rPr lang="en-US" b="1" i="0" smtClean="0">
                        <a:latin typeface="Cambria Math" panose="02040503050406030204" pitchFamily="18" charset="0"/>
                      </a:rPr>
                      <m:t>𝐄</m:t>
                    </m:r>
                  </m:oMath>
                </a14:m>
                <a:r>
                  <a:rPr lang="en-US"/>
                  <a:t> is </a:t>
                </a:r>
                <a14:m>
                  <m:oMath xmlns:m="http://schemas.openxmlformats.org/officeDocument/2006/math">
                    <m:r>
                      <a:rPr lang="en-US" i="1" smtClean="0">
                        <a:latin typeface="Cambria Math" panose="02040503050406030204" pitchFamily="18" charset="0"/>
                      </a:rPr>
                      <m:t>𝑁</m:t>
                    </m:r>
                    <m:r>
                      <a:rPr lang="en-US" i="1" smtClean="0">
                        <a:latin typeface="Cambria Math" panose="02040503050406030204" pitchFamily="18" charset="0"/>
                      </a:rPr>
                      <m:t>×1</m:t>
                    </m:r>
                  </m:oMath>
                </a14:m>
                <a:r>
                  <a:rPr lang="en-US"/>
                  <a:t>, where</a:t>
                </a:r>
                <a:endParaRPr lang="pt-BR"/>
              </a:p>
            </p:txBody>
          </p:sp>
        </mc:Choice>
        <mc:Fallback xmlns="">
          <p:sp>
            <p:nvSpPr>
              <p:cNvPr id="12" name="CaixaDeTexto 11">
                <a:extLst>
                  <a:ext uri="{FF2B5EF4-FFF2-40B4-BE49-F238E27FC236}">
                    <a16:creationId xmlns:a16="http://schemas.microsoft.com/office/drawing/2014/main" id="{A5E1EE2E-2929-C14A-5422-046D2B505A32}"/>
                  </a:ext>
                </a:extLst>
              </p:cNvPr>
              <p:cNvSpPr txBox="1">
                <a:spLocks noRot="1" noChangeAspect="1" noMove="1" noResize="1" noEditPoints="1" noAdjustHandles="1" noChangeArrowheads="1" noChangeShapeType="1" noTextEdit="1"/>
              </p:cNvSpPr>
              <p:nvPr/>
            </p:nvSpPr>
            <p:spPr>
              <a:xfrm>
                <a:off x="6127661" y="4898929"/>
                <a:ext cx="5466146" cy="338554"/>
              </a:xfrm>
              <a:prstGeom prst="rect">
                <a:avLst/>
              </a:prstGeom>
              <a:blipFill>
                <a:blip r:embed="rId21"/>
                <a:stretch>
                  <a:fillRect l="-557" t="-5455" b="-23636"/>
                </a:stretch>
              </a:blipFill>
            </p:spPr>
            <p:txBody>
              <a:bodyPr/>
              <a:lstStyle/>
              <a:p>
                <a:r>
                  <a:rPr lang="pt-BR">
                    <a:noFill/>
                  </a:rPr>
                  <a:t> </a:t>
                </a:r>
              </a:p>
            </p:txBody>
          </p:sp>
        </mc:Fallback>
      </mc:AlternateContent>
      <p:sp>
        <p:nvSpPr>
          <p:cNvPr id="13" name="CaixaDeTexto 12">
            <a:extLst>
              <a:ext uri="{FF2B5EF4-FFF2-40B4-BE49-F238E27FC236}">
                <a16:creationId xmlns:a16="http://schemas.microsoft.com/office/drawing/2014/main" id="{063083B4-B7E4-4222-85C0-4E0A4042B6E8}"/>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2749496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72802" y="6480904"/>
            <a:ext cx="414586" cy="252029"/>
          </a:xfrm>
        </p:spPr>
        <p:txBody>
          <a:bodyPr/>
          <a:lstStyle/>
          <a:p>
            <a:fld id="{6023531A-24AE-4EE7-A19A-D3968154BEE1}" type="slidenum">
              <a:rPr lang="pt-BR" smtClean="0"/>
              <a:t>10</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849976"/>
              </a:xfrm>
              <a:prstGeom prst="rect">
                <a:avLst/>
              </a:prstGeom>
              <a:noFill/>
            </p:spPr>
            <p:txBody>
              <a:bodyPr wrap="square">
                <a:spAutoFit/>
              </a:bodyPr>
              <a:lstStyle>
                <a:defPPr>
                  <a:defRPr lang="pt-BR"/>
                </a:defPPr>
                <a:lvl1pPr>
                  <a:defRPr sz="1600"/>
                </a:lvl1pPr>
              </a:lstStyle>
              <a:p>
                <a:r>
                  <a:rPr lang="en-US"/>
                  <a:t>The equivalent surface current on the boundary of the conductors, </a:t>
                </a:r>
                <a14:m>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r>
                          <a:rPr lang="pt-BR" b="0" i="1" smtClean="0">
                            <a:latin typeface="Cambria Math" panose="02040503050406030204" pitchFamily="18" charset="0"/>
                          </a:rPr>
                          <m:t> </m:t>
                        </m:r>
                      </m:sup>
                    </m:sSubSup>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a:t>
                </a:r>
                <a:r>
                  <a:rPr lang="pt-BR"/>
                  <a:t>:</a:t>
                </a: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849976"/>
              </a:xfrm>
              <a:prstGeom prst="rect">
                <a:avLst/>
              </a:prstGeom>
              <a:blipFill>
                <a:blip r:embed="rId14"/>
                <a:stretch>
                  <a:fillRect l="-583" t="-2158" b="-86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2318211"/>
                <a:ext cx="5190639"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f>
                        <m:fPr>
                          <m:ctrlPr>
                            <a:rPr lang="pt-BR" b="0" i="1" smtClean="0">
                              <a:latin typeface="Cambria Math" panose="02040503050406030204" pitchFamily="18" charset="0"/>
                            </a:rPr>
                          </m:ctrlPr>
                        </m:fPr>
                        <m:num>
                          <m:r>
                            <a:rPr lang="pt-BR" b="0" i="0" smtClean="0">
                              <a:latin typeface="Cambria Math" panose="02040503050406030204" pitchFamily="18" charset="0"/>
                            </a:rPr>
                            <m:t>1</m:t>
                          </m:r>
                        </m:num>
                        <m:den>
                          <m:r>
                            <a:rPr lang="pt-BR" b="0" i="1" smtClean="0">
                              <a:latin typeface="Cambria Math" panose="02040503050406030204" pitchFamily="18" charset="0"/>
                            </a:rPr>
                            <m:t>2</m:t>
                          </m:r>
                          <m:r>
                            <a:rPr lang="pt-BR" b="0" i="1" smtClean="0">
                              <a:latin typeface="Cambria Math" panose="02040503050406030204" pitchFamily="18" charset="0"/>
                            </a:rPr>
                            <m:t>𝜋</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xmlns="">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2318211"/>
                <a:ext cx="5190639" cy="858761"/>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3443120"/>
                <a:ext cx="5221288" cy="913070"/>
              </a:xfrm>
              <a:prstGeom prst="rect">
                <a:avLst/>
              </a:prstGeom>
              <a:noFill/>
            </p:spPr>
            <p:txBody>
              <a:bodyPr wrap="square">
                <a:spAutoFit/>
              </a:bodyPr>
              <a:lstStyle>
                <a:defPPr>
                  <a:defRPr lang="pt-BR"/>
                </a:defPPr>
                <a:lvl1pPr>
                  <a:defRPr sz="1600"/>
                </a:lvl1pPr>
              </a:lstStyle>
              <a:p>
                <a:r>
                  <a:rPr lang="en-US"/>
                  <a:t>The scaling factor </a:t>
                </a:r>
                <a14:m>
                  <m:oMath xmlns:m="http://schemas.openxmlformats.org/officeDocument/2006/math">
                    <m:r>
                      <a:rPr lang="en-US" i="1" smtClean="0">
                        <a:latin typeface="Cambria Math" panose="02040503050406030204" pitchFamily="18" charset="0"/>
                      </a:rPr>
                      <m:t>1/(2</m:t>
                    </m:r>
                    <m:r>
                      <a:rPr lang="en-US" i="1" smtClean="0">
                        <a:latin typeface="Cambria Math" panose="02040503050406030204" pitchFamily="18" charset="0"/>
                      </a:rPr>
                      <m:t>𝜋</m:t>
                    </m:r>
                    <m:sSub>
                      <m:sSubPr>
                        <m:ctrlPr>
                          <a:rPr lang="pt-BR" b="0" i="1" smtClean="0">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𝑝</m:t>
                        </m:r>
                      </m:sub>
                    </m:sSub>
                    <m:r>
                      <a:rPr lang="en-US" i="1" smtClean="0">
                        <a:latin typeface="Cambria Math" panose="02040503050406030204" pitchFamily="18" charset="0"/>
                      </a:rPr>
                      <m:t>)</m:t>
                    </m:r>
                  </m:oMath>
                </a14:m>
                <a:r>
                  <a:rPr lang="en-US"/>
                  <a:t> has been introduced to make the coefficient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0</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equal to the current flowing in the </a:t>
                </a:r>
                <a14:m>
                  <m:oMath xmlns:m="http://schemas.openxmlformats.org/officeDocument/2006/math">
                    <m:r>
                      <a:rPr lang="en-US" i="1" smtClean="0">
                        <a:latin typeface="Cambria Math" panose="02040503050406030204" pitchFamily="18" charset="0"/>
                      </a:rPr>
                      <m:t>𝑝</m:t>
                    </m:r>
                  </m:oMath>
                </a14:m>
                <a:r>
                  <a:rPr lang="en-US"/>
                  <a:t>-th conductor [7].</a:t>
                </a:r>
                <a:endParaRPr lang="pt-BR"/>
              </a:p>
            </p:txBody>
          </p:sp>
        </mc:Choice>
        <mc:Fallback xmlns="">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3443120"/>
                <a:ext cx="5221288" cy="913070"/>
              </a:xfrm>
              <a:prstGeom prst="rect">
                <a:avLst/>
              </a:prstGeom>
              <a:blipFill>
                <a:blip r:embed="rId16"/>
                <a:stretch>
                  <a:fillRect l="-583" t="-1333" r="-700" b="-7333"/>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51BAFE5B-9882-7D88-CF15-32FF36FA252C}"/>
              </a:ext>
            </a:extLst>
          </p:cNvPr>
          <p:cNvSpPr txBox="1"/>
          <p:nvPr/>
        </p:nvSpPr>
        <p:spPr>
          <a:xfrm>
            <a:off x="6119287" y="4498954"/>
            <a:ext cx="5221288" cy="584775"/>
          </a:xfrm>
          <a:prstGeom prst="rect">
            <a:avLst/>
          </a:prstGeom>
          <a:noFill/>
        </p:spPr>
        <p:txBody>
          <a:bodyPr wrap="square">
            <a:spAutoFit/>
          </a:bodyPr>
          <a:lstStyle>
            <a:defPPr>
              <a:defRPr lang="pt-BR"/>
            </a:defPPr>
            <a:lvl1pPr>
              <a:defRPr sz="1600"/>
            </a:lvl1pPr>
          </a:lstStyle>
          <a:p>
            <a:r>
              <a:rPr lang="en-US"/>
              <a:t>In a similar manner, we collect all the Fourier coefficients of the equivalent currents into a global vector</a:t>
            </a:r>
            <a:endParaRPr lang="pt-BR"/>
          </a:p>
        </p:txBody>
      </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B305DCE-2540-6FFB-DD07-5D1F64AD9DD5}"/>
                  </a:ext>
                </a:extLst>
              </p:cNvPr>
              <p:cNvSpPr txBox="1"/>
              <p:nvPr/>
            </p:nvSpPr>
            <p:spPr>
              <a:xfrm>
                <a:off x="6161945" y="5204242"/>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i="1">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1" smtClean="0">
                                  <a:latin typeface="Cambria Math" panose="02040503050406030204" pitchFamily="18" charset="0"/>
                                </a:rPr>
                                <m:t> </m:t>
                              </m:r>
                              <m:r>
                                <a:rPr lang="pt-BR" i="1">
                                  <a:latin typeface="Cambria Math" panose="02040503050406030204" pitchFamily="18" charset="0"/>
                                </a:rPr>
                                <m:t>⋯</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a:rPr lang="pt-BR" i="1">
                              <a:latin typeface="Cambria Math" panose="02040503050406030204" pitchFamily="18" charset="0"/>
                            </a:rPr>
                            <m:t>𝑇</m:t>
                          </m:r>
                        </m:sup>
                      </m:sSup>
                    </m:oMath>
                  </m:oMathPara>
                </a14:m>
                <a:endParaRPr lang="en-US" i="1"/>
              </a:p>
            </p:txBody>
          </p:sp>
        </mc:Choice>
        <mc:Fallback xmlns="">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6161945" y="5204242"/>
                <a:ext cx="5190639" cy="437043"/>
              </a:xfrm>
              <a:prstGeom prst="rect">
                <a:avLst/>
              </a:prstGeom>
              <a:blipFill>
                <a:blip r:embed="rId17"/>
                <a:stretch>
                  <a:fillRect/>
                </a:stretch>
              </a:blipFill>
            </p:spPr>
            <p:txBody>
              <a:bodyPr/>
              <a:lstStyle/>
              <a:p>
                <a:r>
                  <a:rPr lang="pt-BR">
                    <a:noFill/>
                  </a:rPr>
                  <a:t> </a:t>
                </a:r>
              </a:p>
            </p:txBody>
          </p:sp>
        </mc:Fallback>
      </mc:AlternateContent>
      <p:sp>
        <p:nvSpPr>
          <p:cNvPr id="5" name="CaixaDeTexto 4">
            <a:extLst>
              <a:ext uri="{FF2B5EF4-FFF2-40B4-BE49-F238E27FC236}">
                <a16:creationId xmlns:a16="http://schemas.microsoft.com/office/drawing/2014/main" id="{91F9B305-4642-DD49-F4D1-79137D8A722C}"/>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518384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11</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584775"/>
              </a:xfrm>
              <a:prstGeom prst="rect">
                <a:avLst/>
              </a:prstGeom>
              <a:noFill/>
            </p:spPr>
            <p:txBody>
              <a:bodyPr wrap="square">
                <a:spAutoFit/>
              </a:bodyPr>
              <a:lstStyle>
                <a:defPPr>
                  <a:defRPr lang="pt-BR"/>
                </a:defPPr>
                <a:lvl1pPr>
                  <a:defRPr sz="1600"/>
                </a:lvl1pPr>
              </a:lstStyle>
              <a:p>
                <a:r>
                  <a:rPr lang="en-US"/>
                  <a:t>At this point, we can relate vectors </a:t>
                </a:r>
                <a14:m>
                  <m:oMath xmlns:m="http://schemas.openxmlformats.org/officeDocument/2006/math">
                    <m:r>
                      <a:rPr lang="en-US" b="1" i="1" smtClean="0">
                        <a:latin typeface="Cambria Math" panose="02040503050406030204" pitchFamily="18" charset="0"/>
                      </a:rPr>
                      <m:t>𝑬</m:t>
                    </m:r>
                  </m:oMath>
                </a14:m>
                <a:r>
                  <a:rPr lang="en-US"/>
                  <a:t> and </a:t>
                </a:r>
                <a14:m>
                  <m:oMath xmlns:m="http://schemas.openxmlformats.org/officeDocument/2006/math">
                    <m:r>
                      <a:rPr lang="en-US" b="1" i="1" smtClean="0">
                        <a:latin typeface="Cambria Math" panose="02040503050406030204" pitchFamily="18" charset="0"/>
                      </a:rPr>
                      <m:t>𝑱</m:t>
                    </m:r>
                  </m:oMath>
                </a14:m>
                <a:r>
                  <a:rPr lang="en-US"/>
                  <a:t> by a global surface admittance operator,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as</a:t>
                </a:r>
                <a:endParaRPr lang="pt-BR"/>
              </a:p>
            </p:txBody>
          </p:sp>
        </mc:Choice>
        <mc:Fallback xmlns="">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584775"/>
              </a:xfrm>
              <a:prstGeom prst="rect">
                <a:avLst/>
              </a:prstGeom>
              <a:blipFill>
                <a:blip r:embed="rId14"/>
                <a:stretch>
                  <a:fillRect l="-583" t="-3125" b="-125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7B305DCE-2540-6FFB-DD07-5D1F64AD9DD5}"/>
                  </a:ext>
                </a:extLst>
              </p:cNvPr>
              <p:cNvSpPr txBox="1"/>
              <p:nvPr/>
            </p:nvSpPr>
            <p:spPr>
              <a:xfrm>
                <a:off x="8040216" y="2073830"/>
                <a:ext cx="1391637" cy="369332"/>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800" b="1" i="1" smtClean="0">
                          <a:latin typeface="Cambria Math" panose="02040503050406030204" pitchFamily="18" charset="0"/>
                        </a:rPr>
                        <m:t>𝑱</m:t>
                      </m:r>
                      <m:r>
                        <a:rPr lang="pt-BR" sz="1800" i="1">
                          <a:latin typeface="Cambria Math" panose="02040503050406030204" pitchFamily="18" charset="0"/>
                        </a:rPr>
                        <m:t>=</m:t>
                      </m:r>
                      <m:sSub>
                        <m:sSubPr>
                          <m:ctrlPr>
                            <a:rPr lang="pt-BR"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 </m:t>
                      </m:r>
                      <m:r>
                        <a:rPr lang="pt-BR" sz="1800" b="1" i="1" smtClean="0">
                          <a:latin typeface="Cambria Math" panose="02040503050406030204" pitchFamily="18" charset="0"/>
                          <a:ea typeface="Cambria Math" panose="02040503050406030204" pitchFamily="18" charset="0"/>
                        </a:rPr>
                        <m:t>𝑬</m:t>
                      </m:r>
                    </m:oMath>
                  </m:oMathPara>
                </a14:m>
                <a:endParaRPr lang="en-US" sz="1800" i="1"/>
              </a:p>
            </p:txBody>
          </p:sp>
        </mc:Choice>
        <mc:Fallback xmlns="">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8040216" y="2073830"/>
                <a:ext cx="1391637" cy="369332"/>
              </a:xfrm>
              <a:prstGeom prst="rect">
                <a:avLst/>
              </a:prstGeom>
              <a:blipFill>
                <a:blip r:embed="rId15"/>
                <a:stretch>
                  <a:fillRect b="-9836"/>
                </a:stretch>
              </a:blipFill>
            </p:spPr>
            <p:txBody>
              <a:bodyPr/>
              <a:lstStyle/>
              <a:p>
                <a:r>
                  <a:rPr lang="pt-BR">
                    <a:noFill/>
                  </a:rPr>
                  <a:t> </a:t>
                </a:r>
              </a:p>
            </p:txBody>
          </p:sp>
        </mc:Fallback>
      </mc:AlternateContent>
      <p:sp>
        <p:nvSpPr>
          <p:cNvPr id="5" name="Retângulo: Cantos Arredondados 4">
            <a:extLst>
              <a:ext uri="{FF2B5EF4-FFF2-40B4-BE49-F238E27FC236}">
                <a16:creationId xmlns:a16="http://schemas.microsoft.com/office/drawing/2014/main" id="{8063A2EC-67DF-16FC-04C9-17B22464C224}"/>
              </a:ext>
            </a:extLst>
          </p:cNvPr>
          <p:cNvSpPr/>
          <p:nvPr/>
        </p:nvSpPr>
        <p:spPr>
          <a:xfrm>
            <a:off x="8040216" y="2060848"/>
            <a:ext cx="1391637"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F0A6077C-E2D4-6983-8AF3-FF77E566AD4D}"/>
                  </a:ext>
                </a:extLst>
              </p:cNvPr>
              <p:cNvSpPr txBox="1"/>
              <p:nvPr/>
            </p:nvSpPr>
            <p:spPr>
              <a:xfrm>
                <a:off x="6129490" y="5424294"/>
                <a:ext cx="5475122" cy="902811"/>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is a block diagonal matrix; </a:t>
                </a:r>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is the sub-matrix of the surface admittance operator of the solid conductor; and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those of the hollow conductor.</a:t>
                </a:r>
                <a:endParaRPr lang="pt-BR"/>
              </a:p>
            </p:txBody>
          </p:sp>
        </mc:Choice>
        <mc:Fallback xmlns="">
          <p:sp>
            <p:nvSpPr>
              <p:cNvPr id="7" name="CaixaDeTexto 6">
                <a:extLst>
                  <a:ext uri="{FF2B5EF4-FFF2-40B4-BE49-F238E27FC236}">
                    <a16:creationId xmlns:a16="http://schemas.microsoft.com/office/drawing/2014/main" id="{F0A6077C-E2D4-6983-8AF3-FF77E566AD4D}"/>
                  </a:ext>
                </a:extLst>
              </p:cNvPr>
              <p:cNvSpPr txBox="1">
                <a:spLocks noRot="1" noChangeAspect="1" noMove="1" noResize="1" noEditPoints="1" noAdjustHandles="1" noChangeArrowheads="1" noChangeShapeType="1" noTextEdit="1"/>
              </p:cNvSpPr>
              <p:nvPr/>
            </p:nvSpPr>
            <p:spPr>
              <a:xfrm>
                <a:off x="6129490" y="5424294"/>
                <a:ext cx="5475122" cy="902811"/>
              </a:xfrm>
              <a:prstGeom prst="rect">
                <a:avLst/>
              </a:prstGeom>
              <a:blipFill>
                <a:blip r:embed="rId16"/>
                <a:stretch>
                  <a:fillRect l="-556" t="-676" r="-111" b="-743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5D62F853-91CD-03F9-8832-E48B9134B710}"/>
                  </a:ext>
                </a:extLst>
              </p:cNvPr>
              <p:cNvSpPr txBox="1"/>
              <p:nvPr/>
            </p:nvSpPr>
            <p:spPr>
              <a:xfrm>
                <a:off x="6088943" y="2384884"/>
                <a:ext cx="8786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800" b="1" i="1" smtClean="0">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 </m:t>
                      </m:r>
                    </m:oMath>
                  </m:oMathPara>
                </a14:m>
                <a:endParaRPr lang="pt-BR"/>
              </a:p>
            </p:txBody>
          </p:sp>
        </mc:Choice>
        <mc:Fallback xmlns="">
          <p:sp>
            <p:nvSpPr>
              <p:cNvPr id="11" name="CaixaDeTexto 10">
                <a:extLst>
                  <a:ext uri="{FF2B5EF4-FFF2-40B4-BE49-F238E27FC236}">
                    <a16:creationId xmlns:a16="http://schemas.microsoft.com/office/drawing/2014/main" id="{5D62F853-91CD-03F9-8832-E48B9134B710}"/>
                  </a:ext>
                </a:extLst>
              </p:cNvPr>
              <p:cNvSpPr txBox="1">
                <a:spLocks noRot="1" noChangeAspect="1" noMove="1" noResize="1" noEditPoints="1" noAdjustHandles="1" noChangeArrowheads="1" noChangeShapeType="1" noTextEdit="1"/>
              </p:cNvSpPr>
              <p:nvPr/>
            </p:nvSpPr>
            <p:spPr>
              <a:xfrm>
                <a:off x="6088943" y="2384884"/>
                <a:ext cx="878624" cy="369332"/>
              </a:xfrm>
              <a:prstGeom prst="rect">
                <a:avLst/>
              </a:prstGeom>
              <a:blipFill>
                <a:blip r:embed="rId17"/>
                <a:stretch>
                  <a:fillRect/>
                </a:stretch>
              </a:blipFill>
            </p:spPr>
            <p:txBody>
              <a:bodyPr/>
              <a:lstStyle/>
              <a:p>
                <a:r>
                  <a:rPr lang="pt-BR">
                    <a:noFill/>
                  </a:rPr>
                  <a:t> </a:t>
                </a:r>
              </a:p>
            </p:txBody>
          </p:sp>
        </mc:Fallback>
      </mc:AlternateContent>
      <p:pic>
        <p:nvPicPr>
          <p:cNvPr id="18" name="Gráfico 17">
            <a:extLst>
              <a:ext uri="{FF2B5EF4-FFF2-40B4-BE49-F238E27FC236}">
                <a16:creationId xmlns:a16="http://schemas.microsoft.com/office/drawing/2014/main" id="{D71D12F1-159A-B1FC-AB79-D11B7B21EE77}"/>
              </a:ext>
            </a:extLst>
          </p:cNvPr>
          <p:cNvPicPr>
            <a:picLocks noChangeAspect="1"/>
          </p:cNvPicPr>
          <p:nvPr/>
        </p:nvPicPr>
        <p:blipFill rotWithShape="1">
          <a:blip r:embed="rId18">
            <a:extLst>
              <a:ext uri="{96DAC541-7B7A-43D3-8B79-37D633B846F1}">
                <asvg:svgBlip xmlns:asvg="http://schemas.microsoft.com/office/drawing/2016/SVG/main" r:embed="rId19"/>
              </a:ext>
            </a:extLst>
          </a:blip>
          <a:srcRect l="2053" t="2172" r="1726" b="10369"/>
          <a:stretch/>
        </p:blipFill>
        <p:spPr>
          <a:xfrm>
            <a:off x="6125942" y="2784167"/>
            <a:ext cx="5181608" cy="2481037"/>
          </a:xfrm>
          <a:prstGeom prst="rect">
            <a:avLst/>
          </a:prstGeom>
        </p:spPr>
      </p:pic>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539B2072-3B39-0823-247A-9D5C70C2ED12}"/>
                  </a:ext>
                </a:extLst>
              </p:cNvPr>
              <p:cNvSpPr txBox="1"/>
              <p:nvPr/>
            </p:nvSpPr>
            <p:spPr>
              <a:xfrm>
                <a:off x="1248029"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rgbClr val="00B050"/>
                            </a:solidFill>
                            <a:latin typeface="Cambria Math" panose="02040503050406030204" pitchFamily="18" charset="0"/>
                          </a:rPr>
                        </m:ctrlPr>
                      </m:sSubPr>
                      <m:e>
                        <m:r>
                          <a:rPr lang="pt-BR" sz="1400" b="0" i="1" smtClean="0">
                            <a:solidFill>
                              <a:srgbClr val="00B050"/>
                            </a:solidFill>
                            <a:latin typeface="Cambria Math" panose="02040503050406030204" pitchFamily="18" charset="0"/>
                          </a:rPr>
                          <m:t>𝑚</m:t>
                        </m:r>
                      </m:e>
                      <m:sub>
                        <m:r>
                          <a:rPr lang="pt-BR" sz="1400" b="0" i="1" smtClean="0">
                            <a:solidFill>
                              <a:srgbClr val="00B050"/>
                            </a:solidFill>
                            <a:latin typeface="Cambria Math" panose="02040503050406030204" pitchFamily="18" charset="0"/>
                          </a:rPr>
                          <m:t>1</m:t>
                        </m:r>
                      </m:sub>
                    </m:sSub>
                  </m:oMath>
                </a14:m>
                <a:r>
                  <a:rPr lang="pt-BR" sz="1400"/>
                  <a:t> solid conductors</a:t>
                </a:r>
              </a:p>
            </p:txBody>
          </p:sp>
        </mc:Choice>
        <mc:Fallback xmlns="">
          <p:sp>
            <p:nvSpPr>
              <p:cNvPr id="19" name="CaixaDeTexto 18">
                <a:extLst>
                  <a:ext uri="{FF2B5EF4-FFF2-40B4-BE49-F238E27FC236}">
                    <a16:creationId xmlns:a16="http://schemas.microsoft.com/office/drawing/2014/main" id="{539B2072-3B39-0823-247A-9D5C70C2ED12}"/>
                  </a:ext>
                </a:extLst>
              </p:cNvPr>
              <p:cNvSpPr txBox="1">
                <a:spLocks noRot="1" noChangeAspect="1" noMove="1" noResize="1" noEditPoints="1" noAdjustHandles="1" noChangeArrowheads="1" noChangeShapeType="1" noTextEdit="1"/>
              </p:cNvSpPr>
              <p:nvPr/>
            </p:nvSpPr>
            <p:spPr>
              <a:xfrm>
                <a:off x="1248029" y="4488134"/>
                <a:ext cx="1103556" cy="523220"/>
              </a:xfrm>
              <a:prstGeom prst="rect">
                <a:avLst/>
              </a:prstGeom>
              <a:blipFill>
                <a:blip r:embed="rId20"/>
                <a:stretch>
                  <a:fillRect t="-2326" b="-1162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B9AD4F47-8CB5-19A3-6B32-40BC37FCC7A4}"/>
                  </a:ext>
                </a:extLst>
              </p:cNvPr>
              <p:cNvSpPr txBox="1"/>
              <p:nvPr/>
            </p:nvSpPr>
            <p:spPr>
              <a:xfrm>
                <a:off x="3768308"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chemeClr val="tx2"/>
                            </a:solidFill>
                            <a:latin typeface="Cambria Math" panose="02040503050406030204" pitchFamily="18" charset="0"/>
                          </a:rPr>
                        </m:ctrlPr>
                      </m:sSubPr>
                      <m:e>
                        <m:r>
                          <a:rPr lang="pt-BR" sz="1400" b="0" i="1" smtClean="0">
                            <a:solidFill>
                              <a:schemeClr val="tx2"/>
                            </a:solidFill>
                            <a:latin typeface="Cambria Math" panose="02040503050406030204" pitchFamily="18" charset="0"/>
                          </a:rPr>
                          <m:t>𝑚</m:t>
                        </m:r>
                      </m:e>
                      <m:sub>
                        <m:r>
                          <a:rPr lang="pt-BR" sz="1400" b="0" i="1" smtClean="0">
                            <a:solidFill>
                              <a:schemeClr val="tx2"/>
                            </a:solidFill>
                            <a:latin typeface="Cambria Math" panose="02040503050406030204" pitchFamily="18" charset="0"/>
                          </a:rPr>
                          <m:t>2</m:t>
                        </m:r>
                      </m:sub>
                    </m:sSub>
                  </m:oMath>
                </a14:m>
                <a:r>
                  <a:rPr lang="pt-BR" sz="1400">
                    <a:solidFill>
                      <a:schemeClr val="tx2"/>
                    </a:solidFill>
                  </a:rPr>
                  <a:t> </a:t>
                </a:r>
                <a:r>
                  <a:rPr lang="pt-BR" sz="1400"/>
                  <a:t>hollow conductors</a:t>
                </a:r>
              </a:p>
            </p:txBody>
          </p:sp>
        </mc:Choice>
        <mc:Fallback xmlns="">
          <p:sp>
            <p:nvSpPr>
              <p:cNvPr id="20" name="CaixaDeTexto 19">
                <a:extLst>
                  <a:ext uri="{FF2B5EF4-FFF2-40B4-BE49-F238E27FC236}">
                    <a16:creationId xmlns:a16="http://schemas.microsoft.com/office/drawing/2014/main" id="{B9AD4F47-8CB5-19A3-6B32-40BC37FCC7A4}"/>
                  </a:ext>
                </a:extLst>
              </p:cNvPr>
              <p:cNvSpPr txBox="1">
                <a:spLocks noRot="1" noChangeAspect="1" noMove="1" noResize="1" noEditPoints="1" noAdjustHandles="1" noChangeArrowheads="1" noChangeShapeType="1" noTextEdit="1"/>
              </p:cNvSpPr>
              <p:nvPr/>
            </p:nvSpPr>
            <p:spPr>
              <a:xfrm>
                <a:off x="3768308" y="4488134"/>
                <a:ext cx="1103556" cy="523220"/>
              </a:xfrm>
              <a:prstGeom prst="rect">
                <a:avLst/>
              </a:prstGeom>
              <a:blipFill>
                <a:blip r:embed="rId21"/>
                <a:stretch>
                  <a:fillRect t="-2326" b="-11628"/>
                </a:stretch>
              </a:blipFill>
            </p:spPr>
            <p:txBody>
              <a:bodyPr/>
              <a:lstStyle/>
              <a:p>
                <a:r>
                  <a:rPr lang="pt-BR">
                    <a:noFill/>
                  </a:rPr>
                  <a:t> </a:t>
                </a:r>
              </a:p>
            </p:txBody>
          </p:sp>
        </mc:Fallback>
      </mc:AlternateContent>
      <p:sp>
        <p:nvSpPr>
          <p:cNvPr id="21" name="Retângulo: Cantos Arredondados 20">
            <a:extLst>
              <a:ext uri="{FF2B5EF4-FFF2-40B4-BE49-F238E27FC236}">
                <a16:creationId xmlns:a16="http://schemas.microsoft.com/office/drawing/2014/main" id="{17E1618A-749C-EA94-05BE-DD3DF72928BB}"/>
              </a:ext>
            </a:extLst>
          </p:cNvPr>
          <p:cNvSpPr/>
          <p:nvPr/>
        </p:nvSpPr>
        <p:spPr>
          <a:xfrm>
            <a:off x="6235131" y="2839260"/>
            <a:ext cx="1404156" cy="769478"/>
          </a:xfrm>
          <a:prstGeom prst="roundRect">
            <a:avLst>
              <a:gd name="adj" fmla="val 9934"/>
            </a:avLst>
          </a:prstGeom>
          <a:noFill/>
          <a:ln w="1270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Retângulo: Cantos Arredondados 21">
            <a:extLst>
              <a:ext uri="{FF2B5EF4-FFF2-40B4-BE49-F238E27FC236}">
                <a16:creationId xmlns:a16="http://schemas.microsoft.com/office/drawing/2014/main" id="{306180F9-5365-457C-1C00-53DC7C021842}"/>
              </a:ext>
            </a:extLst>
          </p:cNvPr>
          <p:cNvSpPr/>
          <p:nvPr/>
        </p:nvSpPr>
        <p:spPr>
          <a:xfrm>
            <a:off x="7639287" y="3565399"/>
            <a:ext cx="3456384" cy="1656184"/>
          </a:xfrm>
          <a:prstGeom prst="roundRect">
            <a:avLst>
              <a:gd name="adj" fmla="val 6686"/>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A15C927B-3422-F1A0-EEB8-DBA02555C9B5}"/>
                  </a:ext>
                </a:extLst>
              </p:cNvPr>
              <p:cNvSpPr txBox="1"/>
              <p:nvPr/>
            </p:nvSpPr>
            <p:spPr>
              <a:xfrm>
                <a:off x="1161974" y="5634837"/>
                <a:ext cx="2364029" cy="794256"/>
              </a:xfrm>
              <a:prstGeom prst="rect">
                <a:avLst/>
              </a:prstGeom>
              <a:noFill/>
            </p:spPr>
            <p:txBody>
              <a:bodyPr wrap="square">
                <a:spAutoFit/>
              </a:bodyPr>
              <a:lstStyle/>
              <a:p>
                <a:pPr>
                  <a:lnSpc>
                    <a:spcPct val="150000"/>
                  </a:lnSpc>
                </a:pPr>
                <a14:m>
                  <m:oMath xmlns:m="http://schemas.openxmlformats.org/officeDocument/2006/math">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𝑐</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1</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2</m:t>
                        </m:r>
                      </m:sub>
                    </m:sSub>
                  </m:oMath>
                </a14:m>
                <a:r>
                  <a:rPr lang="pt-BR" sz="1600"/>
                  <a:t>; and </a:t>
                </a:r>
                <a14:m>
                  <m:oMath xmlns:m="http://schemas.openxmlformats.org/officeDocument/2006/math">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𝑠</m:t>
                        </m:r>
                      </m:sub>
                    </m:sSub>
                    <m:r>
                      <a:rPr lang="en-US" sz="1600" i="1">
                        <a:latin typeface="Cambria Math" panose="02040503050406030204" pitchFamily="18" charset="0"/>
                      </a:rPr>
                      <m:t> = </m:t>
                    </m:r>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1</m:t>
                        </m:r>
                      </m:sub>
                    </m:sSub>
                    <m:r>
                      <a:rPr lang="en-US" sz="1600" i="1">
                        <a:latin typeface="Cambria Math" panose="02040503050406030204" pitchFamily="18" charset="0"/>
                      </a:rPr>
                      <m:t> + 2</m:t>
                    </m:r>
                    <m:sSub>
                      <m:sSubPr>
                        <m:ctrlPr>
                          <a:rPr lang="pt-BR" sz="1600" i="1">
                            <a:latin typeface="Cambria Math" panose="02040503050406030204" pitchFamily="18" charset="0"/>
                          </a:rPr>
                        </m:ctrlPr>
                      </m:sSubPr>
                      <m:e>
                        <m:r>
                          <a:rPr lang="en-US" sz="1600" i="1">
                            <a:latin typeface="Cambria Math" panose="02040503050406030204" pitchFamily="18" charset="0"/>
                          </a:rPr>
                          <m:t>𝑚</m:t>
                        </m:r>
                      </m:e>
                      <m:sub>
                        <m:r>
                          <a:rPr lang="en-US" sz="1600" i="1">
                            <a:latin typeface="Cambria Math" panose="02040503050406030204" pitchFamily="18" charset="0"/>
                          </a:rPr>
                          <m:t>2</m:t>
                        </m:r>
                      </m:sub>
                    </m:sSub>
                    <m:r>
                      <a:rPr lang="en-US" sz="1600" i="1">
                        <a:latin typeface="Cambria Math" panose="02040503050406030204" pitchFamily="18" charset="0"/>
                      </a:rPr>
                      <m:t> </m:t>
                    </m:r>
                  </m:oMath>
                </a14:m>
                <a:endParaRPr lang="pt-BR" sz="1600"/>
              </a:p>
            </p:txBody>
          </p:sp>
        </mc:Choice>
        <mc:Fallback xmlns="">
          <p:sp>
            <p:nvSpPr>
              <p:cNvPr id="28" name="CaixaDeTexto 27">
                <a:extLst>
                  <a:ext uri="{FF2B5EF4-FFF2-40B4-BE49-F238E27FC236}">
                    <a16:creationId xmlns:a16="http://schemas.microsoft.com/office/drawing/2014/main" id="{A15C927B-3422-F1A0-EEB8-DBA02555C9B5}"/>
                  </a:ext>
                </a:extLst>
              </p:cNvPr>
              <p:cNvSpPr txBox="1">
                <a:spLocks noRot="1" noChangeAspect="1" noMove="1" noResize="1" noEditPoints="1" noAdjustHandles="1" noChangeArrowheads="1" noChangeShapeType="1" noTextEdit="1"/>
              </p:cNvSpPr>
              <p:nvPr/>
            </p:nvSpPr>
            <p:spPr>
              <a:xfrm>
                <a:off x="1161974" y="5634837"/>
                <a:ext cx="2364029" cy="794256"/>
              </a:xfrm>
              <a:prstGeom prst="rect">
                <a:avLst/>
              </a:prstGeom>
              <a:blipFill>
                <a:blip r:embed="rId22"/>
                <a:stretch>
                  <a:fillRect/>
                </a:stretch>
              </a:blipFill>
            </p:spPr>
            <p:txBody>
              <a:bodyPr/>
              <a:lstStyle/>
              <a:p>
                <a:r>
                  <a:rPr lang="pt-BR">
                    <a:noFill/>
                  </a:rPr>
                  <a:t> </a:t>
                </a:r>
              </a:p>
            </p:txBody>
          </p:sp>
        </mc:Fallback>
      </mc:AlternateContent>
      <p:sp>
        <p:nvSpPr>
          <p:cNvPr id="34" name="CaixaDeTexto 33">
            <a:extLst>
              <a:ext uri="{FF2B5EF4-FFF2-40B4-BE49-F238E27FC236}">
                <a16:creationId xmlns:a16="http://schemas.microsoft.com/office/drawing/2014/main" id="{60DA8235-591F-55FE-F9E2-AFF701BBDB95}"/>
              </a:ext>
            </a:extLst>
          </p:cNvPr>
          <p:cNvSpPr txBox="1"/>
          <p:nvPr/>
        </p:nvSpPr>
        <p:spPr>
          <a:xfrm>
            <a:off x="1161201" y="5354733"/>
            <a:ext cx="1526650" cy="338554"/>
          </a:xfrm>
          <a:prstGeom prst="rect">
            <a:avLst/>
          </a:prstGeom>
          <a:noFill/>
        </p:spPr>
        <p:txBody>
          <a:bodyPr wrap="square">
            <a:spAutoFit/>
          </a:bodyPr>
          <a:lstStyle>
            <a:defPPr>
              <a:defRPr lang="pt-BR"/>
            </a:defPPr>
            <a:lvl1pPr>
              <a:defRPr sz="1600"/>
            </a:lvl1pPr>
          </a:lstStyle>
          <a:p>
            <a:r>
              <a:rPr lang="en-US"/>
              <a:t>Recalling that,</a:t>
            </a:r>
            <a:endParaRPr lang="pt-BR"/>
          </a:p>
        </p:txBody>
      </p: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D591BF2E-8C0A-C419-B04A-191ACA539A58}"/>
                  </a:ext>
                </a:extLst>
              </p:cNvPr>
              <p:cNvSpPr txBox="1"/>
              <p:nvPr/>
            </p:nvSpPr>
            <p:spPr>
              <a:xfrm>
                <a:off x="11098833" y="4955409"/>
                <a:ext cx="748631"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𝑁</m:t>
                      </m:r>
                      <m:r>
                        <a:rPr lang="pt-BR" sz="1400" b="0" i="1" smtClean="0">
                          <a:latin typeface="Cambria Math" panose="02040503050406030204" pitchFamily="18" charset="0"/>
                        </a:rPr>
                        <m:t>×</m:t>
                      </m:r>
                      <m:r>
                        <a:rPr lang="pt-BR" sz="1400" b="0" i="1" smtClean="0">
                          <a:latin typeface="Cambria Math" panose="02040503050406030204" pitchFamily="18" charset="0"/>
                        </a:rPr>
                        <m:t>𝑁</m:t>
                      </m:r>
                    </m:oMath>
                  </m:oMathPara>
                </a14:m>
                <a:endParaRPr lang="pt-BR" sz="1400"/>
              </a:p>
            </p:txBody>
          </p:sp>
        </mc:Choice>
        <mc:Fallback xmlns="">
          <p:sp>
            <p:nvSpPr>
              <p:cNvPr id="46" name="CaixaDeTexto 45">
                <a:extLst>
                  <a:ext uri="{FF2B5EF4-FFF2-40B4-BE49-F238E27FC236}">
                    <a16:creationId xmlns:a16="http://schemas.microsoft.com/office/drawing/2014/main" id="{D591BF2E-8C0A-C419-B04A-191ACA539A58}"/>
                  </a:ext>
                </a:extLst>
              </p:cNvPr>
              <p:cNvSpPr txBox="1">
                <a:spLocks noRot="1" noChangeAspect="1" noMove="1" noResize="1" noEditPoints="1" noAdjustHandles="1" noChangeArrowheads="1" noChangeShapeType="1" noTextEdit="1"/>
              </p:cNvSpPr>
              <p:nvPr/>
            </p:nvSpPr>
            <p:spPr>
              <a:xfrm>
                <a:off x="11098833" y="4955409"/>
                <a:ext cx="748631" cy="307777"/>
              </a:xfrm>
              <a:prstGeom prst="rect">
                <a:avLst/>
              </a:prstGeom>
              <a:blipFill>
                <a:blip r:embed="rId23"/>
                <a:stretch>
                  <a:fillRect/>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31E53CA0-E714-7094-B530-33F2094ADC33}"/>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4288203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mc:AlternateContent xmlns:mc="http://schemas.openxmlformats.org/markup-compatibility/2006" xmlns:a14="http://schemas.microsoft.com/office/drawing/2010/main">
        <mc:Choice Requires="a14">
          <p:sp>
            <p:nvSpPr>
              <p:cNvPr id="2" name="CaixaDeTexto 1">
                <a:extLst>
                  <a:ext uri="{FF2B5EF4-FFF2-40B4-BE49-F238E27FC236}">
                    <a16:creationId xmlns:a16="http://schemas.microsoft.com/office/drawing/2014/main" id="{DA8CF963-DFBA-191D-6226-8C319EF88352}"/>
                  </a:ext>
                </a:extLst>
              </p:cNvPr>
              <p:cNvSpPr txBox="1"/>
              <p:nvPr/>
            </p:nvSpPr>
            <p:spPr>
              <a:xfrm>
                <a:off x="510280" y="1956213"/>
                <a:ext cx="5549716" cy="680699"/>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r>
                                    <a:rPr lang="pt-BR" b="0" i="1" smtClean="0">
                                      <a:latin typeface="Cambria Math" panose="02040503050406030204" pitchFamily="18" charset="0"/>
                                    </a:rPr>
                                    <m:t>𝑘</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sSubSup>
                                    <m:sSubSupPr>
                                      <m:ctrlPr>
                                        <a:rPr lang="pt-BR" b="0" i="1" smtClean="0">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𝒥</m:t>
                                      </m:r>
                                    </m:e>
                                    <m:sub>
                                      <m:d>
                                        <m:dPr>
                                          <m:begChr m:val="|"/>
                                          <m:endChr m:val="|"/>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m:t>
                                      </m:r>
                                    </m:sup>
                                  </m:sSubSup>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r>
                                    <a:rPr lang="pt-BR" b="0" i="1" smtClean="0">
                                      <a:latin typeface="Cambria Math" panose="02040503050406030204" pitchFamily="18" charset="0"/>
                                    </a:rPr>
                                    <m:t>𝜇</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b="0" i="1" smtClean="0">
                                          <a:latin typeface="Cambria Math" panose="02040503050406030204" pitchFamily="18" charset="0"/>
                                        </a:rPr>
                                      </m:ctrlPr>
                                    </m:sSubPr>
                                    <m:e>
                                      <m:r>
                                        <a:rPr lang="pt-BR" i="1">
                                          <a:latin typeface="Cambria Math" panose="02040503050406030204" pitchFamily="18" charset="0"/>
                                        </a:rPr>
                                        <m:t>𝜇</m:t>
                                      </m:r>
                                    </m:e>
                                    <m:sub>
                                      <m:r>
                                        <a:rPr lang="pt-BR" b="0" i="1" smtClean="0">
                                          <a:latin typeface="Cambria Math" panose="02040503050406030204" pitchFamily="18" charset="0"/>
                                        </a:rPr>
                                        <m:t>0</m:t>
                                      </m:r>
                                    </m:sub>
                                  </m:sSub>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𝒥</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den>
                              </m:f>
                            </m:e>
                          </m:d>
                        </m:e>
                        <m:sup>
                          <m:r>
                            <a:rPr lang="pt-BR" b="0" i="1" smtClean="0">
                              <a:latin typeface="Cambria Math" panose="02040503050406030204" pitchFamily="18" charset="0"/>
                            </a:rPr>
                            <m:t> </m:t>
                          </m:r>
                        </m:sup>
                      </m:sSup>
                    </m:oMath>
                  </m:oMathPara>
                </a14:m>
                <a:endParaRPr lang="en-US" i="1"/>
              </a:p>
            </p:txBody>
          </p:sp>
        </mc:Choice>
        <mc:Fallback xmlns="">
          <p:sp>
            <p:nvSpPr>
              <p:cNvPr id="2" name="CaixaDeTexto 1">
                <a:extLst>
                  <a:ext uri="{FF2B5EF4-FFF2-40B4-BE49-F238E27FC236}">
                    <a16:creationId xmlns:a16="http://schemas.microsoft.com/office/drawing/2014/main" id="{DA8CF963-DFBA-191D-6226-8C319EF88352}"/>
                  </a:ext>
                </a:extLst>
              </p:cNvPr>
              <p:cNvSpPr txBox="1">
                <a:spLocks noRot="1" noChangeAspect="1" noMove="1" noResize="1" noEditPoints="1" noAdjustHandles="1" noChangeArrowheads="1" noChangeShapeType="1" noTextEdit="1"/>
              </p:cNvSpPr>
              <p:nvPr/>
            </p:nvSpPr>
            <p:spPr>
              <a:xfrm>
                <a:off x="510280" y="1956213"/>
                <a:ext cx="5549716" cy="680699"/>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ECC959B-2CB3-08E2-D335-48580B8FCF25}"/>
                  </a:ext>
                </a:extLst>
              </p:cNvPr>
              <p:cNvSpPr txBox="1"/>
              <p:nvPr/>
            </p:nvSpPr>
            <p:spPr>
              <a:xfrm>
                <a:off x="479376" y="2724030"/>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11,</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0" name="CaixaDeTexto 9">
                <a:extLst>
                  <a:ext uri="{FF2B5EF4-FFF2-40B4-BE49-F238E27FC236}">
                    <a16:creationId xmlns:a16="http://schemas.microsoft.com/office/drawing/2014/main" id="{2ECC959B-2CB3-08E2-D335-48580B8FCF25}"/>
                  </a:ext>
                </a:extLst>
              </p:cNvPr>
              <p:cNvSpPr txBox="1">
                <a:spLocks noRot="1" noChangeAspect="1" noMove="1" noResize="1" noEditPoints="1" noAdjustHandles="1" noChangeArrowheads="1" noChangeShapeType="1" noTextEdit="1"/>
              </p:cNvSpPr>
              <p:nvPr/>
            </p:nvSpPr>
            <p:spPr>
              <a:xfrm>
                <a:off x="479376" y="2724030"/>
                <a:ext cx="5506167" cy="668966"/>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86EAF052-B16C-E1BE-D275-B3CA6D5CD179}"/>
                  </a:ext>
                </a:extLst>
              </p:cNvPr>
              <p:cNvSpPr txBox="1"/>
              <p:nvPr/>
            </p:nvSpPr>
            <p:spPr>
              <a:xfrm>
                <a:off x="479376" y="3516118"/>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12,</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2</m:t>
                                          </m:r>
                                        </m:sub>
                                      </m:sSub>
                                    </m:sub>
                                  </m:sSub>
                                  <m:r>
                                    <a:rPr lang="pt-BR" i="1">
                                      <a:latin typeface="Cambria Math" panose="02040503050406030204" pitchFamily="18" charset="0"/>
                                    </a:rPr>
                                    <m:t>,</m:t>
                                  </m:r>
                                  <m:r>
                                    <a:rPr lang="pt-BR" b="0" i="1" smtClean="0">
                                      <a:latin typeface="Cambria Math" panose="02040503050406030204" pitchFamily="18" charset="0"/>
                                    </a:rPr>
                                    <m:t> </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2" name="CaixaDeTexto 11">
                <a:extLst>
                  <a:ext uri="{FF2B5EF4-FFF2-40B4-BE49-F238E27FC236}">
                    <a16:creationId xmlns:a16="http://schemas.microsoft.com/office/drawing/2014/main" id="{86EAF052-B16C-E1BE-D275-B3CA6D5CD179}"/>
                  </a:ext>
                </a:extLst>
              </p:cNvPr>
              <p:cNvSpPr txBox="1">
                <a:spLocks noRot="1" noChangeAspect="1" noMove="1" noResize="1" noEditPoints="1" noAdjustHandles="1" noChangeArrowheads="1" noChangeShapeType="1" noTextEdit="1"/>
              </p:cNvSpPr>
              <p:nvPr/>
            </p:nvSpPr>
            <p:spPr>
              <a:xfrm>
                <a:off x="479376" y="3516118"/>
                <a:ext cx="5506167" cy="668966"/>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AC6F5E15-18DC-4E9E-DF3F-AA1C67C44FC4}"/>
                  </a:ext>
                </a:extLst>
              </p:cNvPr>
              <p:cNvSpPr txBox="1"/>
              <p:nvPr/>
            </p:nvSpPr>
            <p:spPr>
              <a:xfrm>
                <a:off x="479376" y="4344210"/>
                <a:ext cx="5506167"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21,</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 </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b="0" i="1" smtClean="0">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3" name="CaixaDeTexto 12">
                <a:extLst>
                  <a:ext uri="{FF2B5EF4-FFF2-40B4-BE49-F238E27FC236}">
                    <a16:creationId xmlns:a16="http://schemas.microsoft.com/office/drawing/2014/main" id="{AC6F5E15-18DC-4E9E-DF3F-AA1C67C44FC4}"/>
                  </a:ext>
                </a:extLst>
              </p:cNvPr>
              <p:cNvSpPr txBox="1">
                <a:spLocks noRot="1" noChangeAspect="1" noMove="1" noResize="1" noEditPoints="1" noAdjustHandles="1" noChangeArrowheads="1" noChangeShapeType="1" noTextEdit="1"/>
              </p:cNvSpPr>
              <p:nvPr/>
            </p:nvSpPr>
            <p:spPr>
              <a:xfrm>
                <a:off x="479376" y="4344210"/>
                <a:ext cx="5506167" cy="668966"/>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48FA6079-991B-4683-141A-93E337636B1A}"/>
                  </a:ext>
                </a:extLst>
              </p:cNvPr>
              <p:cNvSpPr txBox="1"/>
              <p:nvPr/>
            </p:nvSpPr>
            <p:spPr>
              <a:xfrm>
                <a:off x="479376" y="5136298"/>
                <a:ext cx="5190639" cy="66896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𝑌</m:t>
                          </m:r>
                        </m:e>
                        <m:sub>
                          <m:r>
                            <a:rPr lang="pt-BR" b="0" i="1" smtClean="0">
                              <a:latin typeface="Cambria Math" panose="02040503050406030204" pitchFamily="18" charset="0"/>
                            </a:rPr>
                            <m:t>22,</m:t>
                          </m:r>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a:latin typeface="Cambria Math" panose="02040503050406030204" pitchFamily="18" charset="0"/>
                        </a:rPr>
                        <m:t>=</m:t>
                      </m:r>
                      <m:sSup>
                        <m:sSupPr>
                          <m:ctrlPr>
                            <a:rPr lang="pt-BR" i="1">
                              <a:latin typeface="Cambria Math" panose="02040503050406030204" pitchFamily="18" charset="0"/>
                            </a:rPr>
                          </m:ctrlPr>
                        </m:sSupPr>
                        <m:e>
                          <m:f>
                            <m:fPr>
                              <m:ctrlPr>
                                <a:rPr lang="pt-BR" b="0" i="1" smtClean="0">
                                  <a:latin typeface="Cambria Math" panose="02040503050406030204" pitchFamily="18" charset="0"/>
                                </a:rPr>
                              </m:ctrlPr>
                            </m:fPr>
                            <m:num>
                              <m:r>
                                <a:rPr lang="pt-BR" b="0" i="1" smtClean="0">
                                  <a:latin typeface="Cambria Math" panose="02040503050406030204" pitchFamily="18" charset="0"/>
                                </a:rPr>
                                <m:t>2</m:t>
                              </m:r>
                              <m:r>
                                <a:rPr lang="pt-BR" b="0" i="1" smtClean="0">
                                  <a:latin typeface="Cambria Math" panose="02040503050406030204" pitchFamily="18" charset="0"/>
                                </a:rPr>
                                <m:t>𝜋</m:t>
                              </m:r>
                            </m:num>
                            <m:den>
                              <m:r>
                                <a:rPr lang="pt-BR" b="0" i="1" smtClean="0">
                                  <a:latin typeface="Cambria Math" panose="02040503050406030204" pitchFamily="18" charset="0"/>
                                </a:rPr>
                                <m:t>𝑗</m:t>
                              </m:r>
                              <m:r>
                                <a:rPr lang="pt-BR" b="0" i="1" smtClean="0">
                                  <a:latin typeface="Cambria Math" panose="02040503050406030204" pitchFamily="18" charset="0"/>
                                </a:rPr>
                                <m:t>𝜔</m:t>
                              </m:r>
                            </m:den>
                          </m:f>
                          <m:d>
                            <m:dPr>
                              <m:begChr m:val="["/>
                              <m:endChr m:val="]"/>
                              <m:ctrlPr>
                                <a:rPr lang="pt-BR" i="1">
                                  <a:latin typeface="Cambria Math" panose="02040503050406030204" pitchFamily="18" charset="0"/>
                                </a:rPr>
                              </m:ctrlPr>
                            </m:dPr>
                            <m:e>
                              <m:f>
                                <m:fPr>
                                  <m:ctrlPr>
                                    <a:rPr lang="pt-BR" b="0" i="1" smtClean="0">
                                      <a:latin typeface="Cambria Math" panose="02040503050406030204" pitchFamily="18" charset="0"/>
                                    </a:rPr>
                                  </m:ctrlPr>
                                </m:fPr>
                                <m:num>
                                  <m:sSub>
                                    <m:sSubPr>
                                      <m:ctrlPr>
                                        <a:rPr lang="pt-BR" b="0" i="1" smtClean="0">
                                          <a:latin typeface="Cambria Math" panose="02040503050406030204" pitchFamily="18" charset="0"/>
                                        </a:rPr>
                                      </m:ctrlPr>
                                    </m:sSubPr>
                                    <m:e>
                                      <m:r>
                                        <a:rPr lang="pt-BR" b="0" i="1" smtClean="0">
                                          <a:latin typeface="Cambria Math" panose="02040503050406030204" pitchFamily="18" charset="0"/>
                                        </a:rPr>
                                        <m:t>𝜒</m:t>
                                      </m:r>
                                    </m:e>
                                    <m:sub>
                                      <m:r>
                                        <a:rPr lang="pt-BR" b="0" i="1" smtClean="0">
                                          <a:latin typeface="Cambria Math" panose="02040503050406030204" pitchFamily="18" charset="0"/>
                                        </a:rPr>
                                        <m:t>𝑛</m:t>
                                      </m:r>
                                    </m:sub>
                                  </m:sSub>
                                  <m:r>
                                    <a:rPr lang="pt-BR" b="0" i="1" smtClean="0">
                                      <a:latin typeface="Cambria Math" panose="02040503050406030204" pitchFamily="18" charset="0"/>
                                      <a:ea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b="0" i="1" smtClean="0">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r>
                                        <a:rPr lang="pt-BR" i="1">
                                          <a:latin typeface="Cambria Math" panose="02040503050406030204" pitchFamily="18" charset="0"/>
                                        </a:rPr>
                                        <m:t>𝑘</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r>
                                    <a:rPr lang="pt-BR" b="0" i="1" smtClean="0">
                                      <a:latin typeface="Cambria Math" panose="02040503050406030204" pitchFamily="18" charset="0"/>
                                      <a:ea typeface="Cambria Math" panose="02040503050406030204" pitchFamily="18" charset="0"/>
                                    </a:rPr>
                                    <m:t>𝜇</m:t>
                                  </m:r>
                                </m:den>
                              </m:f>
                              <m:r>
                                <a:rPr lang="pt-BR" b="0" i="1" smtClean="0">
                                  <a:latin typeface="Cambria Math" panose="02040503050406030204" pitchFamily="18" charset="0"/>
                                </a:rPr>
                                <m:t>−</m:t>
                              </m:r>
                              <m:f>
                                <m:fPr>
                                  <m:ctrlPr>
                                    <a:rPr lang="pt-BR" i="1">
                                      <a:latin typeface="Cambria Math" panose="02040503050406030204" pitchFamily="18" charset="0"/>
                                    </a:rPr>
                                  </m:ctrlPr>
                                </m:fPr>
                                <m:num>
                                  <m:sSub>
                                    <m:sSubPr>
                                      <m:ctrlPr>
                                        <a:rPr lang="pt-BR" i="1">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r>
                                    <a:rPr lang="pt-BR"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ea typeface="Cambria Math" panose="02040503050406030204" pitchFamily="18" charset="0"/>
                                    </a:rPr>
                                    <m:t>)</m:t>
                                  </m:r>
                                </m:num>
                                <m:den>
                                  <m:sSub>
                                    <m:sSubPr>
                                      <m:ctrlPr>
                                        <a:rPr lang="pt-BR" i="1">
                                          <a:latin typeface="Cambria Math" panose="02040503050406030204" pitchFamily="18" charset="0"/>
                                        </a:rPr>
                                      </m:ctrlPr>
                                    </m:sSubPr>
                                    <m:e>
                                      <m:r>
                                        <a:rPr lang="pt-BR" i="1">
                                          <a:latin typeface="Cambria Math" panose="02040503050406030204" pitchFamily="18" charset="0"/>
                                        </a:rPr>
                                        <m:t>𝛾</m:t>
                                      </m:r>
                                    </m:e>
                                    <m:sub>
                                      <m:r>
                                        <a:rPr lang="pt-BR" i="1">
                                          <a:latin typeface="Cambria Math" panose="02040503050406030204" pitchFamily="18" charset="0"/>
                                        </a:rPr>
                                        <m:t>𝑛</m:t>
                                      </m:r>
                                    </m:sub>
                                  </m:sSub>
                                  <m:d>
                                    <m:dPr>
                                      <m:ctrlPr>
                                        <a:rPr lang="pt-BR" i="1">
                                          <a:latin typeface="Cambria Math" panose="02040503050406030204" pitchFamily="18" charset="0"/>
                                          <a:ea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𝑘</m:t>
                                          </m:r>
                                        </m:e>
                                        <m:sub>
                                          <m:r>
                                            <a:rPr lang="pt-BR" i="1">
                                              <a:latin typeface="Cambria Math" panose="02040503050406030204" pitchFamily="18" charset="0"/>
                                            </a:rPr>
                                            <m:t>0</m:t>
                                          </m:r>
                                        </m:sub>
                                      </m:sSub>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2</m:t>
                                              </m:r>
                                            </m:sub>
                                          </m:sSub>
                                        </m:sub>
                                      </m:sSub>
                                    </m:e>
                                  </m:d>
                                  <m:sSub>
                                    <m:sSubPr>
                                      <m:ctrlPr>
                                        <a:rPr lang="pt-BR" b="0" i="1" smtClean="0">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𝜇</m:t>
                                      </m:r>
                                    </m:e>
                                    <m:sub>
                                      <m:r>
                                        <a:rPr lang="pt-BR" b="0" i="1" smtClean="0">
                                          <a:latin typeface="Cambria Math" panose="02040503050406030204" pitchFamily="18" charset="0"/>
                                          <a:ea typeface="Cambria Math" panose="02040503050406030204" pitchFamily="18" charset="0"/>
                                        </a:rPr>
                                        <m:t>0</m:t>
                                      </m:r>
                                    </m:sub>
                                  </m:sSub>
                                </m:den>
                              </m:f>
                            </m:e>
                          </m:d>
                        </m:e>
                        <m:sup>
                          <m:r>
                            <a:rPr lang="pt-BR" b="0" i="1" smtClean="0">
                              <a:latin typeface="Cambria Math" panose="02040503050406030204" pitchFamily="18" charset="0"/>
                            </a:rPr>
                            <m:t> </m:t>
                          </m:r>
                        </m:sup>
                      </m:sSup>
                    </m:oMath>
                  </m:oMathPara>
                </a14:m>
                <a:endParaRPr lang="en-US" i="1"/>
              </a:p>
            </p:txBody>
          </p:sp>
        </mc:Choice>
        <mc:Fallback xmlns="">
          <p:sp>
            <p:nvSpPr>
              <p:cNvPr id="16" name="CaixaDeTexto 15">
                <a:extLst>
                  <a:ext uri="{FF2B5EF4-FFF2-40B4-BE49-F238E27FC236}">
                    <a16:creationId xmlns:a16="http://schemas.microsoft.com/office/drawing/2014/main" id="{48FA6079-991B-4683-141A-93E337636B1A}"/>
                  </a:ext>
                </a:extLst>
              </p:cNvPr>
              <p:cNvSpPr txBox="1">
                <a:spLocks noRot="1" noChangeAspect="1" noMove="1" noResize="1" noEditPoints="1" noAdjustHandles="1" noChangeArrowheads="1" noChangeShapeType="1" noTextEdit="1"/>
              </p:cNvSpPr>
              <p:nvPr/>
            </p:nvSpPr>
            <p:spPr>
              <a:xfrm>
                <a:off x="479376" y="5136298"/>
                <a:ext cx="5190639" cy="668966"/>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07CEF847-8888-F5EF-1FA6-DDC6B4A36C1B}"/>
                  </a:ext>
                </a:extLst>
              </p:cNvPr>
              <p:cNvSpPr txBox="1"/>
              <p:nvPr/>
            </p:nvSpPr>
            <p:spPr>
              <a:xfrm>
                <a:off x="6126649" y="2069344"/>
                <a:ext cx="5190639" cy="384144"/>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𝜒</m:t>
                          </m:r>
                        </m:e>
                        <m:sub>
                          <m:r>
                            <a:rPr lang="pt-BR" i="1">
                              <a:latin typeface="Cambria Math" panose="02040503050406030204" pitchFamily="18" charset="0"/>
                            </a:rPr>
                            <m:t>𝑛</m:t>
                          </m:r>
                        </m:sub>
                      </m:sSub>
                      <m:r>
                        <a:rPr lang="pt-BR" b="0" i="1" smtClean="0">
                          <a:latin typeface="Cambria Math" panose="02040503050406030204" pitchFamily="18" charset="0"/>
                        </a:rPr>
                        <m:t>(</m:t>
                      </m:r>
                      <m:r>
                        <a:rPr lang="pt-BR" b="0" i="1" smtClean="0">
                          <a:latin typeface="Cambria Math" panose="02040503050406030204" pitchFamily="18" charset="0"/>
                        </a:rPr>
                        <m:t>𝛼</m:t>
                      </m:r>
                      <m:r>
                        <a:rPr lang="pt-BR" b="0" i="1" smtClean="0">
                          <a:latin typeface="Cambria Math" panose="02040503050406030204" pitchFamily="18" charset="0"/>
                        </a:rPr>
                        <m:t>, </m:t>
                      </m:r>
                      <m:r>
                        <a:rPr lang="pt-BR" b="0" i="1" smtClean="0">
                          <a:latin typeface="Cambria Math" panose="02040503050406030204" pitchFamily="18" charset="0"/>
                        </a:rPr>
                        <m:t>𝛽</m:t>
                      </m:r>
                      <m:r>
                        <a:rPr lang="pt-BR" b="0" i="1" smtClean="0">
                          <a:latin typeface="Cambria Math" panose="02040503050406030204" pitchFamily="18" charset="0"/>
                        </a:rPr>
                        <m:t>)=</m:t>
                      </m:r>
                      <m:sSup>
                        <m:sSupPr>
                          <m:ctrlPr>
                            <a:rPr lang="pt-BR" i="1">
                              <a:latin typeface="Cambria Math" panose="02040503050406030204" pitchFamily="18" charset="0"/>
                            </a:rPr>
                          </m:ctrlPr>
                        </m:sSupPr>
                        <m:e>
                          <m:r>
                            <a:rPr lang="pt-BR" i="1">
                              <a:latin typeface="Cambria Math" panose="02040503050406030204" pitchFamily="18" charset="0"/>
                            </a:rPr>
                            <m:t>𝛽</m:t>
                          </m:r>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b="0" i="1" smtClean="0">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e>
                          </m:d>
                        </m:e>
                        <m:sup>
                          <m:r>
                            <a:rPr lang="pt-BR" b="0" i="1" smtClean="0">
                              <a:latin typeface="Cambria Math" panose="02040503050406030204" pitchFamily="18" charset="0"/>
                            </a:rPr>
                            <m:t> </m:t>
                          </m:r>
                        </m:sup>
                      </m:sSup>
                    </m:oMath>
                  </m:oMathPara>
                </a14:m>
                <a:endParaRPr lang="en-US" i="1"/>
              </a:p>
            </p:txBody>
          </p:sp>
        </mc:Choice>
        <mc:Fallback xmlns="">
          <p:sp>
            <p:nvSpPr>
              <p:cNvPr id="17" name="CaixaDeTexto 16">
                <a:extLst>
                  <a:ext uri="{FF2B5EF4-FFF2-40B4-BE49-F238E27FC236}">
                    <a16:creationId xmlns:a16="http://schemas.microsoft.com/office/drawing/2014/main" id="{07CEF847-8888-F5EF-1FA6-DDC6B4A36C1B}"/>
                  </a:ext>
                </a:extLst>
              </p:cNvPr>
              <p:cNvSpPr txBox="1">
                <a:spLocks noRot="1" noChangeAspect="1" noMove="1" noResize="1" noEditPoints="1" noAdjustHandles="1" noChangeArrowheads="1" noChangeShapeType="1" noTextEdit="1"/>
              </p:cNvSpPr>
              <p:nvPr/>
            </p:nvSpPr>
            <p:spPr>
              <a:xfrm>
                <a:off x="6126649" y="2069344"/>
                <a:ext cx="5190639" cy="384144"/>
              </a:xfrm>
              <a:prstGeom prst="rect">
                <a:avLst/>
              </a:prstGeom>
              <a:blipFill>
                <a:blip r:embed="rId9"/>
                <a:stretch>
                  <a:fillRect b="-31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50F9B6F9-FE68-B0A1-8D70-A34D008534BB}"/>
                  </a:ext>
                </a:extLst>
              </p:cNvPr>
              <p:cNvSpPr txBox="1"/>
              <p:nvPr/>
            </p:nvSpPr>
            <p:spPr>
              <a:xfrm>
                <a:off x="6126649" y="2539218"/>
                <a:ext cx="5190639" cy="36651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𝛾</m:t>
                          </m:r>
                        </m:e>
                        <m:sub>
                          <m:r>
                            <a:rPr lang="pt-BR" i="1">
                              <a:latin typeface="Cambria Math" panose="02040503050406030204" pitchFamily="18" charset="0"/>
                            </a:rPr>
                            <m:t>𝑛</m:t>
                          </m:r>
                        </m:sub>
                      </m:sSub>
                      <m:r>
                        <a:rPr lang="pt-BR" b="0" i="1" smtClean="0">
                          <a:latin typeface="Cambria Math" panose="02040503050406030204" pitchFamily="18" charset="0"/>
                        </a:rPr>
                        <m:t>(</m:t>
                      </m:r>
                      <m:r>
                        <a:rPr lang="pt-BR" b="0" i="1" smtClean="0">
                          <a:latin typeface="Cambria Math" panose="02040503050406030204" pitchFamily="18" charset="0"/>
                        </a:rPr>
                        <m:t>𝛼</m:t>
                      </m:r>
                      <m:r>
                        <a:rPr lang="pt-BR" b="0" i="1" smtClean="0">
                          <a:latin typeface="Cambria Math" panose="02040503050406030204" pitchFamily="18" charset="0"/>
                        </a:rPr>
                        <m:t>, </m:t>
                      </m:r>
                      <m:r>
                        <a:rPr lang="pt-BR" b="0" i="1" smtClean="0">
                          <a:latin typeface="Cambria Math" panose="02040503050406030204" pitchFamily="18" charset="0"/>
                        </a:rPr>
                        <m:t>𝛽</m:t>
                      </m:r>
                      <m:r>
                        <a:rPr lang="pt-BR" b="0" i="1" smtClean="0">
                          <a:latin typeface="Cambria Math" panose="02040503050406030204" pitchFamily="18" charset="0"/>
                        </a:rPr>
                        <m:t>)=</m:t>
                      </m:r>
                      <m:sSup>
                        <m:sSupPr>
                          <m:ctrlPr>
                            <a:rPr lang="pt-BR" i="1">
                              <a:latin typeface="Cambria Math" panose="02040503050406030204" pitchFamily="18" charset="0"/>
                            </a:rPr>
                          </m:ctrlPr>
                        </m:sSupPr>
                        <m:e>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𝛼</m:t>
                              </m:r>
                            </m:e>
                          </m:d>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rPr>
                                <m:t>𝛽</m:t>
                              </m:r>
                            </m:e>
                          </m:d>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ℋ</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b="0" i="1" smtClean="0">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rPr>
                            <m:t>𝛽</m:t>
                          </m:r>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d>
                                <m:dPr>
                                  <m:begChr m:val="|"/>
                                  <m:endChr m:val="|"/>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𝑛</m:t>
                                  </m:r>
                                </m:e>
                              </m:d>
                            </m:sub>
                            <m:sup>
                              <m:r>
                                <a:rPr lang="pt-BR" i="1">
                                  <a:latin typeface="Cambria Math" panose="02040503050406030204" pitchFamily="18" charset="0"/>
                                  <a:ea typeface="Cambria Math" panose="02040503050406030204" pitchFamily="18" charset="0"/>
                                </a:rPr>
                                <m:t> </m:t>
                              </m:r>
                            </m:sup>
                          </m:sSubSup>
                          <m:r>
                            <a:rPr lang="pt-BR"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𝛼</m:t>
                          </m:r>
                          <m:r>
                            <a:rPr lang="pt-BR" i="1">
                              <a:latin typeface="Cambria Math" panose="02040503050406030204" pitchFamily="18" charset="0"/>
                              <a:ea typeface="Cambria Math" panose="02040503050406030204" pitchFamily="18" charset="0"/>
                            </a:rPr>
                            <m:t>)</m:t>
                          </m:r>
                        </m:e>
                        <m:sup>
                          <m:r>
                            <a:rPr lang="pt-BR" b="0" i="1" smtClean="0">
                              <a:latin typeface="Cambria Math" panose="02040503050406030204" pitchFamily="18" charset="0"/>
                            </a:rPr>
                            <m:t> </m:t>
                          </m:r>
                        </m:sup>
                      </m:sSup>
                    </m:oMath>
                  </m:oMathPara>
                </a14:m>
                <a:endParaRPr lang="en-US" i="1"/>
              </a:p>
            </p:txBody>
          </p:sp>
        </mc:Choice>
        <mc:Fallback xmlns="">
          <p:sp>
            <p:nvSpPr>
              <p:cNvPr id="27" name="CaixaDeTexto 26">
                <a:extLst>
                  <a:ext uri="{FF2B5EF4-FFF2-40B4-BE49-F238E27FC236}">
                    <a16:creationId xmlns:a16="http://schemas.microsoft.com/office/drawing/2014/main" id="{50F9B6F9-FE68-B0A1-8D70-A34D008534BB}"/>
                  </a:ext>
                </a:extLst>
              </p:cNvPr>
              <p:cNvSpPr txBox="1">
                <a:spLocks noRot="1" noChangeAspect="1" noMove="1" noResize="1" noEditPoints="1" noAdjustHandles="1" noChangeArrowheads="1" noChangeShapeType="1" noTextEdit="1"/>
              </p:cNvSpPr>
              <p:nvPr/>
            </p:nvSpPr>
            <p:spPr>
              <a:xfrm>
                <a:off x="6126649" y="2539218"/>
                <a:ext cx="5190639" cy="366511"/>
              </a:xfrm>
              <a:prstGeom prst="rect">
                <a:avLst/>
              </a:prstGeom>
              <a:blipFill>
                <a:blip r:embed="rId10"/>
                <a:stretch>
                  <a:fillRect b="-3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0E950DE1-C6C8-5F2E-4F3E-042649CB4B1C}"/>
                  </a:ext>
                </a:extLst>
              </p:cNvPr>
              <p:cNvSpPr txBox="1"/>
              <p:nvPr/>
            </p:nvSpPr>
            <p:spPr>
              <a:xfrm>
                <a:off x="6126649" y="3032956"/>
                <a:ext cx="5190639" cy="390492"/>
              </a:xfrm>
              <a:prstGeom prst="rect">
                <a:avLst/>
              </a:prstGeom>
              <a:noFill/>
            </p:spPr>
            <p:txBody>
              <a:bodyPr wrap="square">
                <a:spAutoFit/>
              </a:bodyPr>
              <a:lstStyle>
                <a:defPPr>
                  <a:defRPr lang="pt-BR"/>
                </a:defPPr>
                <a:lvl1pPr>
                  <a:defRPr sz="1600"/>
                </a:lvl1pPr>
              </a:lstStyle>
              <a:p>
                <a14:m>
                  <m:oMath xmlns:m="http://schemas.openxmlformats.org/officeDocument/2006/math">
                    <m:r>
                      <a:rPr lang="pt-BR" i="1" smtClean="0">
                        <a:latin typeface="Cambria Math" panose="02040503050406030204" pitchFamily="18" charset="0"/>
                      </a:rPr>
                      <m:t>𝑘</m:t>
                    </m:r>
                    <m:r>
                      <a:rPr lang="pt-BR" b="0" i="1" smtClean="0">
                        <a:latin typeface="Cambria Math" panose="02040503050406030204" pitchFamily="18" charset="0"/>
                      </a:rPr>
                      <m:t>=</m:t>
                    </m:r>
                    <m:rad>
                      <m:radPr>
                        <m:degHide m:val="on"/>
                        <m:ctrlPr>
                          <a:rPr lang="pt-BR" b="0" i="1" smtClean="0">
                            <a:latin typeface="Cambria Math" panose="02040503050406030204" pitchFamily="18" charset="0"/>
                          </a:rPr>
                        </m:ctrlPr>
                      </m:radPr>
                      <m:deg/>
                      <m:e>
                        <m:r>
                          <a:rPr lang="pt-BR" b="0" i="1" smtClean="0">
                            <a:latin typeface="Cambria Math" panose="02040503050406030204" pitchFamily="18" charset="0"/>
                          </a:rPr>
                          <m:t>𝜔𝜇</m:t>
                        </m:r>
                        <m:r>
                          <a:rPr lang="pt-BR" b="0" i="1" smtClean="0">
                            <a:latin typeface="Cambria Math" panose="02040503050406030204" pitchFamily="18" charset="0"/>
                          </a:rPr>
                          <m:t>(</m:t>
                        </m:r>
                        <m:r>
                          <a:rPr lang="pt-BR" b="0" i="1" smtClean="0">
                            <a:latin typeface="Cambria Math" panose="02040503050406030204" pitchFamily="18" charset="0"/>
                          </a:rPr>
                          <m:t>𝜔𝜀</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𝜎</m:t>
                        </m:r>
                        <m:r>
                          <a:rPr lang="pt-BR" b="0" i="1" smtClean="0">
                            <a:latin typeface="Cambria Math" panose="02040503050406030204" pitchFamily="18" charset="0"/>
                          </a:rPr>
                          <m:t>)</m:t>
                        </m:r>
                      </m:e>
                    </m:rad>
                  </m:oMath>
                </a14:m>
                <a:r>
                  <a:rPr lang="en-US" i="1"/>
                  <a:t>,     </a:t>
                </a:r>
                <a14:m>
                  <m:oMath xmlns:m="http://schemas.openxmlformats.org/officeDocument/2006/math">
                    <m:sSub>
                      <m:sSubPr>
                        <m:ctrlPr>
                          <a:rPr lang="pt-BR" b="0" i="1" smtClean="0">
                            <a:latin typeface="Cambria Math" panose="02040503050406030204" pitchFamily="18" charset="0"/>
                          </a:rPr>
                        </m:ctrlPr>
                      </m:sSubPr>
                      <m:e>
                        <m:r>
                          <a:rPr lang="pt-BR" i="1">
                            <a:latin typeface="Cambria Math" panose="02040503050406030204" pitchFamily="18" charset="0"/>
                          </a:rPr>
                          <m:t>𝑘</m:t>
                        </m:r>
                      </m:e>
                      <m:sub>
                        <m:r>
                          <a:rPr lang="pt-BR" b="0" i="1" smtClean="0">
                            <a:latin typeface="Cambria Math" panose="02040503050406030204" pitchFamily="18" charset="0"/>
                          </a:rPr>
                          <m:t>0</m:t>
                        </m:r>
                      </m:sub>
                    </m:sSub>
                    <m:r>
                      <a:rPr lang="pt-BR" i="1">
                        <a:latin typeface="Cambria Math" panose="02040503050406030204" pitchFamily="18" charset="0"/>
                      </a:rPr>
                      <m:t>=</m:t>
                    </m:r>
                    <m:r>
                      <a:rPr lang="pt-BR" i="1">
                        <a:latin typeface="Cambria Math" panose="02040503050406030204" pitchFamily="18" charset="0"/>
                      </a:rPr>
                      <m:t>𝜔</m:t>
                    </m:r>
                    <m:rad>
                      <m:radPr>
                        <m:degHide m:val="on"/>
                        <m:ctrlPr>
                          <a:rPr lang="pt-BR" i="1">
                            <a:latin typeface="Cambria Math" panose="02040503050406030204" pitchFamily="18" charset="0"/>
                          </a:rPr>
                        </m:ctrlPr>
                      </m:radPr>
                      <m:deg/>
                      <m:e>
                        <m:sSub>
                          <m:sSubPr>
                            <m:ctrlPr>
                              <a:rPr lang="pt-BR" b="0" i="1" smtClean="0">
                                <a:latin typeface="Cambria Math" panose="02040503050406030204" pitchFamily="18" charset="0"/>
                              </a:rPr>
                            </m:ctrlPr>
                          </m:sSubPr>
                          <m:e>
                            <m:r>
                              <a:rPr lang="pt-BR" i="1">
                                <a:latin typeface="Cambria Math" panose="02040503050406030204" pitchFamily="18" charset="0"/>
                              </a:rPr>
                              <m:t>𝜇</m:t>
                            </m:r>
                          </m:e>
                          <m:sub>
                            <m:r>
                              <a:rPr lang="pt-BR" b="0" i="1" smtClean="0">
                                <a:latin typeface="Cambria Math" panose="02040503050406030204" pitchFamily="18" charset="0"/>
                              </a:rPr>
                              <m:t>0</m:t>
                            </m:r>
                          </m:sub>
                        </m:sSub>
                        <m:sSub>
                          <m:sSubPr>
                            <m:ctrlPr>
                              <a:rPr lang="pt-BR" b="0"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e>
                    </m:rad>
                  </m:oMath>
                </a14:m>
                <a:endParaRPr lang="en-US" i="1"/>
              </a:p>
            </p:txBody>
          </p:sp>
        </mc:Choice>
        <mc:Fallback xmlns="">
          <p:sp>
            <p:nvSpPr>
              <p:cNvPr id="47" name="CaixaDeTexto 46">
                <a:extLst>
                  <a:ext uri="{FF2B5EF4-FFF2-40B4-BE49-F238E27FC236}">
                    <a16:creationId xmlns:a16="http://schemas.microsoft.com/office/drawing/2014/main" id="{0E950DE1-C6C8-5F2E-4F3E-042649CB4B1C}"/>
                  </a:ext>
                </a:extLst>
              </p:cNvPr>
              <p:cNvSpPr txBox="1">
                <a:spLocks noRot="1" noChangeAspect="1" noMove="1" noResize="1" noEditPoints="1" noAdjustHandles="1" noChangeArrowheads="1" noChangeShapeType="1" noTextEdit="1"/>
              </p:cNvSpPr>
              <p:nvPr/>
            </p:nvSpPr>
            <p:spPr>
              <a:xfrm>
                <a:off x="6126649" y="3032956"/>
                <a:ext cx="5190639" cy="390492"/>
              </a:xfrm>
              <a:prstGeom prst="rect">
                <a:avLst/>
              </a:prstGeom>
              <a:blipFill>
                <a:blip r:embed="rId11"/>
                <a:stretch>
                  <a:fillRect b="-1718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C2B293B5-7F56-F9D2-9B12-0AD0544FF3FC}"/>
                  </a:ext>
                </a:extLst>
              </p:cNvPr>
              <p:cNvSpPr txBox="1"/>
              <p:nvPr/>
            </p:nvSpPr>
            <p:spPr>
              <a:xfrm>
                <a:off x="479425" y="1365250"/>
                <a:ext cx="5603676" cy="400110"/>
              </a:xfrm>
              <a:prstGeom prst="rect">
                <a:avLst/>
              </a:prstGeom>
              <a:noFill/>
            </p:spPr>
            <p:txBody>
              <a:bodyPr wrap="square">
                <a:spAutoFit/>
              </a:bodyPr>
              <a:lstStyle>
                <a:defPPr>
                  <a:defRPr lang="pt-BR"/>
                </a:defPPr>
                <a:lvl1pPr>
                  <a:defRPr sz="1600"/>
                </a:lvl1pPr>
              </a:lstStyle>
              <a:p>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1" i="1" smtClean="0">
                            <a:latin typeface="Cambria Math" panose="02040503050406030204" pitchFamily="18" charset="0"/>
                          </a:rPr>
                          <m:t>𝒑</m:t>
                        </m:r>
                        <m:r>
                          <a:rPr lang="pt-BR" b="1" i="1" smtClean="0">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diagonal matrices with entries:</a:t>
                </a:r>
                <a:endParaRPr lang="pt-BR"/>
              </a:p>
            </p:txBody>
          </p:sp>
        </mc:Choice>
        <mc:Fallback xmlns="">
          <p:sp>
            <p:nvSpPr>
              <p:cNvPr id="51" name="CaixaDeTexto 50">
                <a:extLst>
                  <a:ext uri="{FF2B5EF4-FFF2-40B4-BE49-F238E27FC236}">
                    <a16:creationId xmlns:a16="http://schemas.microsoft.com/office/drawing/2014/main" id="{C2B293B5-7F56-F9D2-9B12-0AD0544FF3FC}"/>
                  </a:ext>
                </a:extLst>
              </p:cNvPr>
              <p:cNvSpPr txBox="1">
                <a:spLocks noRot="1" noChangeAspect="1" noMove="1" noResize="1" noEditPoints="1" noAdjustHandles="1" noChangeArrowheads="1" noChangeShapeType="1" noTextEdit="1"/>
              </p:cNvSpPr>
              <p:nvPr/>
            </p:nvSpPr>
            <p:spPr>
              <a:xfrm>
                <a:off x="479425" y="1365250"/>
                <a:ext cx="5603676" cy="400110"/>
              </a:xfrm>
              <a:prstGeom prst="rect">
                <a:avLst/>
              </a:prstGeom>
              <a:blipFill>
                <a:blip r:embed="rId12"/>
                <a:stretch>
                  <a:fillRect b="-1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4EF34342-3A16-41A5-661C-6076FEB49EAA}"/>
                  </a:ext>
                </a:extLst>
              </p:cNvPr>
              <p:cNvSpPr txBox="1"/>
              <p:nvPr/>
            </p:nvSpPr>
            <p:spPr>
              <a:xfrm>
                <a:off x="6083100" y="3673400"/>
                <a:ext cx="5485508" cy="1903534"/>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𝒥</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 </m:t>
                        </m:r>
                      </m:sup>
                    </m:sSubSup>
                    <m:r>
                      <a:rPr lang="pt-BR" sz="1600" i="1">
                        <a:latin typeface="Cambria Math" panose="02040503050406030204" pitchFamily="18" charset="0"/>
                        <a:ea typeface="Cambria Math" panose="02040503050406030204" pitchFamily="18" charset="0"/>
                      </a:rPr>
                      <m:t>(</m:t>
                    </m:r>
                    <m:r>
                      <a:rPr lang="pt-BR" sz="1600" b="0" i="1" smtClean="0">
                        <a:latin typeface="Cambria Math" panose="02040503050406030204" pitchFamily="18" charset="0"/>
                        <a:ea typeface="Cambria Math" panose="02040503050406030204" pitchFamily="18" charset="0"/>
                      </a:rPr>
                      <m:t>.</m:t>
                    </m:r>
                    <m:r>
                      <a:rPr lang="pt-BR" sz="1600" i="1" smtClean="0">
                        <a:latin typeface="Cambria Math" panose="02040503050406030204" pitchFamily="18" charset="0"/>
                        <a:ea typeface="Cambria Math" panose="02040503050406030204" pitchFamily="18" charset="0"/>
                      </a:rPr>
                      <m:t>)</m:t>
                    </m:r>
                    <m:r>
                      <a:rPr lang="pt-BR" sz="1600" i="1">
                        <a:latin typeface="Cambria Math" panose="02040503050406030204" pitchFamily="18" charset="0"/>
                        <a:ea typeface="Cambria Math" panose="02040503050406030204" pitchFamily="18" charset="0"/>
                      </a:rPr>
                      <m:t> </m:t>
                    </m:r>
                  </m:oMath>
                </a14:m>
                <a:r>
                  <a:rPr lang="en-US"/>
                  <a:t>is the </a:t>
                </a:r>
                <a:r>
                  <a:rPr lang="en-US" i="1"/>
                  <a:t>Bessel</a:t>
                </a:r>
                <a:r>
                  <a:rPr lang="en-US"/>
                  <a:t> function of the </a:t>
                </a:r>
                <a14:m>
                  <m:oMath xmlns:m="http://schemas.openxmlformats.org/officeDocument/2006/math">
                    <m:r>
                      <a:rPr lang="en-US" i="1" smtClean="0">
                        <a:latin typeface="Cambria Math" panose="02040503050406030204" pitchFamily="18" charset="0"/>
                      </a:rPr>
                      <m:t>𝑛</m:t>
                    </m:r>
                  </m:oMath>
                </a14:m>
                <a:r>
                  <a:rPr lang="en-US"/>
                  <a:t>-th order of the first kind;</a:t>
                </a:r>
              </a:p>
              <a:p>
                <a:pPr>
                  <a:lnSpc>
                    <a:spcPct val="150000"/>
                  </a:lnSpc>
                </a:pPr>
                <a14:m>
                  <m:oMath xmlns:m="http://schemas.openxmlformats.org/officeDocument/2006/math">
                    <m:sSubSup>
                      <m:sSubSupPr>
                        <m:ctrlPr>
                          <a:rPr lang="pt-BR" sz="1400" i="1" smtClean="0">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b="0" i="1" smtClean="0">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denote </a:t>
                </a:r>
                <a:r>
                  <a:rPr lang="en-US" i="1"/>
                  <a:t>Hankel</a:t>
                </a:r>
                <a:r>
                  <a:rPr lang="en-US"/>
                  <a:t> functions of the </a:t>
                </a:r>
                <a14:m>
                  <m:oMath xmlns:m="http://schemas.openxmlformats.org/officeDocument/2006/math">
                    <m:r>
                      <a:rPr lang="en-US" i="1">
                        <a:latin typeface="Cambria Math" panose="02040503050406030204" pitchFamily="18" charset="0"/>
                      </a:rPr>
                      <m:t>𝑛</m:t>
                    </m:r>
                  </m:oMath>
                </a14:m>
                <a:r>
                  <a:rPr lang="en-US"/>
                  <a:t>-th order, respectively, first and second kind;</a:t>
                </a:r>
              </a:p>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ℋ</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m:t>
                        </m:r>
                      </m:sup>
                    </m:sSubSup>
                    <m:d>
                      <m:dPr>
                        <m:ctrlPr>
                          <a:rPr lang="pt-BR" sz="1600" i="1">
                            <a:latin typeface="Cambria Math" panose="02040503050406030204" pitchFamily="18" charset="0"/>
                            <a:ea typeface="Cambria Math" panose="02040503050406030204" pitchFamily="18" charset="0"/>
                          </a:rPr>
                        </m:ctrlPr>
                      </m:dPr>
                      <m:e>
                        <m:r>
                          <a:rPr lang="pt-BR" sz="16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b="0" i="1" smtClean="0">
                            <a:latin typeface="Cambria Math" panose="02040503050406030204" pitchFamily="18" charset="0"/>
                            <a:ea typeface="Cambria Math" panose="02040503050406030204" pitchFamily="18" charset="0"/>
                          </a:rPr>
                          <m:t>′</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are the derivatives of the </a:t>
                </a:r>
                <a:r>
                  <a:rPr lang="en-US" i="1"/>
                  <a:t>Hankel</a:t>
                </a:r>
                <a:r>
                  <a:rPr lang="en-US"/>
                  <a:t> functions </a:t>
                </a:r>
                <a14:m>
                  <m:oMath xmlns:m="http://schemas.openxmlformats.org/officeDocument/2006/math">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i="1">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respectively.</a:t>
                </a:r>
                <a:endParaRPr lang="pt-BR"/>
              </a:p>
            </p:txBody>
          </p:sp>
        </mc:Choice>
        <mc:Fallback xmlns="">
          <p:sp>
            <p:nvSpPr>
              <p:cNvPr id="52" name="CaixaDeTexto 51">
                <a:extLst>
                  <a:ext uri="{FF2B5EF4-FFF2-40B4-BE49-F238E27FC236}">
                    <a16:creationId xmlns:a16="http://schemas.microsoft.com/office/drawing/2014/main" id="{4EF34342-3A16-41A5-661C-6076FEB49EAA}"/>
                  </a:ext>
                </a:extLst>
              </p:cNvPr>
              <p:cNvSpPr txBox="1">
                <a:spLocks noRot="1" noChangeAspect="1" noMove="1" noResize="1" noEditPoints="1" noAdjustHandles="1" noChangeArrowheads="1" noChangeShapeType="1" noTextEdit="1"/>
              </p:cNvSpPr>
              <p:nvPr/>
            </p:nvSpPr>
            <p:spPr>
              <a:xfrm>
                <a:off x="6083100" y="3673400"/>
                <a:ext cx="5485508" cy="1903534"/>
              </a:xfrm>
              <a:prstGeom prst="rect">
                <a:avLst/>
              </a:prstGeom>
              <a:blipFill>
                <a:blip r:embed="rId13"/>
                <a:stretch>
                  <a:fillRect l="-667" b="-320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9BC13F89-A614-8E97-21B6-C1B2DD8295AA}"/>
                  </a:ext>
                </a:extLst>
              </p:cNvPr>
              <p:cNvSpPr txBox="1"/>
              <p:nvPr/>
            </p:nvSpPr>
            <p:spPr>
              <a:xfrm>
                <a:off x="479376" y="5951786"/>
                <a:ext cx="5573027" cy="357534"/>
              </a:xfrm>
              <a:prstGeom prst="rect">
                <a:avLst/>
              </a:prstGeom>
              <a:noFill/>
            </p:spPr>
            <p:txBody>
              <a:bodyPr wrap="square">
                <a:spAutoFit/>
              </a:bodyPr>
              <a:lstStyle>
                <a:defPPr>
                  <a:defRPr lang="pt-BR"/>
                </a:defPPr>
                <a:lvl1pPr>
                  <a:defRPr sz="1600"/>
                </a:lvl1pPr>
              </a:lstStyle>
              <a:p>
                <a:r>
                  <a:rPr lang="en-US"/>
                  <a:t>for </a:t>
                </a:r>
                <a14:m>
                  <m:oMath xmlns:m="http://schemas.openxmlformats.org/officeDocument/2006/math">
                    <m:r>
                      <a:rPr lang="en-US" i="1" smtClean="0">
                        <a:latin typeface="Cambria Math" panose="02040503050406030204" pitchFamily="18" charset="0"/>
                      </a:rPr>
                      <m:t>𝑛</m:t>
                    </m:r>
                    <m:r>
                      <a:rPr lang="en-US"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 …,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oMath>
                </a14:m>
                <a:endParaRPr lang="pt-BR"/>
              </a:p>
            </p:txBody>
          </p:sp>
        </mc:Choice>
        <mc:Fallback xmlns="">
          <p:sp>
            <p:nvSpPr>
              <p:cNvPr id="53" name="CaixaDeTexto 52">
                <a:extLst>
                  <a:ext uri="{FF2B5EF4-FFF2-40B4-BE49-F238E27FC236}">
                    <a16:creationId xmlns:a16="http://schemas.microsoft.com/office/drawing/2014/main" id="{9BC13F89-A614-8E97-21B6-C1B2DD8295AA}"/>
                  </a:ext>
                </a:extLst>
              </p:cNvPr>
              <p:cNvSpPr txBox="1">
                <a:spLocks noRot="1" noChangeAspect="1" noMove="1" noResize="1" noEditPoints="1" noAdjustHandles="1" noChangeArrowheads="1" noChangeShapeType="1" noTextEdit="1"/>
              </p:cNvSpPr>
              <p:nvPr/>
            </p:nvSpPr>
            <p:spPr>
              <a:xfrm>
                <a:off x="479376" y="5951786"/>
                <a:ext cx="5573027" cy="357534"/>
              </a:xfrm>
              <a:prstGeom prst="rect">
                <a:avLst/>
              </a:prstGeom>
              <a:blipFill>
                <a:blip r:embed="rId14"/>
                <a:stretch>
                  <a:fillRect l="-656" t="-3390" b="-16949"/>
                </a:stretch>
              </a:blipFill>
            </p:spPr>
            <p:txBody>
              <a:bodyPr/>
              <a:lstStyle/>
              <a:p>
                <a:r>
                  <a:rPr lang="pt-BR">
                    <a:noFill/>
                  </a:rPr>
                  <a:t> </a:t>
                </a:r>
              </a:p>
            </p:txBody>
          </p:sp>
        </mc:Fallback>
      </mc:AlternateContent>
      <p:sp>
        <p:nvSpPr>
          <p:cNvPr id="3" name="CaixaDeTexto 2">
            <a:extLst>
              <a:ext uri="{FF2B5EF4-FFF2-40B4-BE49-F238E27FC236}">
                <a16:creationId xmlns:a16="http://schemas.microsoft.com/office/drawing/2014/main" id="{FA914AA4-F6A4-2E83-366B-BD3AD8002F3F}"/>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3354174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13</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117" name="Agrupar 116">
            <a:extLst>
              <a:ext uri="{FF2B5EF4-FFF2-40B4-BE49-F238E27FC236}">
                <a16:creationId xmlns:a16="http://schemas.microsoft.com/office/drawing/2014/main" id="{379C69B1-298F-6C27-0487-BA168B51494B}"/>
              </a:ext>
            </a:extLst>
          </p:cNvPr>
          <p:cNvGrpSpPr/>
          <p:nvPr/>
        </p:nvGrpSpPr>
        <p:grpSpPr>
          <a:xfrm>
            <a:off x="994570" y="1172202"/>
            <a:ext cx="4739350" cy="2148786"/>
            <a:chOff x="994570" y="1172202"/>
            <a:chExt cx="4739350" cy="2148786"/>
          </a:xfrm>
        </p:grpSpPr>
        <p:sp>
          <p:nvSpPr>
            <p:cNvPr id="14" name="Elipse 13">
              <a:extLst>
                <a:ext uri="{FF2B5EF4-FFF2-40B4-BE49-F238E27FC236}">
                  <a16:creationId xmlns:a16="http://schemas.microsoft.com/office/drawing/2014/main" id="{94D5144B-E0E6-8D48-55E3-0B5A16C49B15}"/>
                </a:ext>
              </a:extLst>
            </p:cNvPr>
            <p:cNvSpPr/>
            <p:nvPr/>
          </p:nvSpPr>
          <p:spPr>
            <a:xfrm>
              <a:off x="994570" y="1583628"/>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2106500"/>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xmlns="">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2106500"/>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1838058"/>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1583628"/>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1857948"/>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1991985"/>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xmlns="">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1991985"/>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2195845"/>
              <a:ext cx="843193" cy="460323"/>
              <a:chOff x="2262768" y="2266357"/>
              <a:chExt cx="1496807" cy="836851"/>
            </a:xfrm>
          </p:grpSpPr>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1275851"/>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xmlns="">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1275851"/>
                  <a:ext cx="630301" cy="307777"/>
                </a:xfrm>
                <a:prstGeom prst="rect">
                  <a:avLst/>
                </a:prstGeom>
                <a:blipFill>
                  <a:blip r:embed="rId7"/>
                  <a:stretch>
                    <a:fillRect/>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2032032"/>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1224267"/>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xmlns="">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1224267"/>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1172202"/>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xmlns="">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1172202"/>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1550866"/>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xmlns="">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1550866"/>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1737227"/>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xmlns="">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3448"/>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2924944"/>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2543703"/>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xmlns="">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2543703"/>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2213928"/>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p:grpSp>
      <p:sp>
        <p:nvSpPr>
          <p:cNvPr id="69" name="CaixaDeTexto 68">
            <a:extLst>
              <a:ext uri="{FF2B5EF4-FFF2-40B4-BE49-F238E27FC236}">
                <a16:creationId xmlns:a16="http://schemas.microsoft.com/office/drawing/2014/main" id="{FC60B356-1ADE-381F-211A-58EAAC72A0C0}"/>
              </a:ext>
            </a:extLst>
          </p:cNvPr>
          <p:cNvSpPr txBox="1"/>
          <p:nvPr/>
        </p:nvSpPr>
        <p:spPr>
          <a:xfrm>
            <a:off x="994570" y="3753036"/>
            <a:ext cx="4824536" cy="2554545"/>
          </a:xfrm>
          <a:prstGeom prst="rect">
            <a:avLst/>
          </a:prstGeom>
          <a:noFill/>
        </p:spPr>
        <p:txBody>
          <a:bodyPr wrap="square">
            <a:spAutoFit/>
          </a:bodyPr>
          <a:lstStyle>
            <a:defPPr>
              <a:defRPr lang="pt-BR"/>
            </a:defPPr>
            <a:lvl1pPr>
              <a:defRPr sz="1600"/>
            </a:lvl1pPr>
          </a:lstStyle>
          <a:p>
            <a:pPr algn="just"/>
            <a:r>
              <a:rPr lang="en-US"/>
              <a:t>In essence, the surface admittance concept is a simpler representation of the conductor which will allow us to simplify our original problem, just like </a:t>
            </a:r>
            <a:r>
              <a:rPr lang="en-US" u="sng"/>
              <a:t>Norton theorem</a:t>
            </a:r>
            <a:r>
              <a:rPr lang="en-US"/>
              <a:t> helps simplify a circuit.</a:t>
            </a:r>
          </a:p>
          <a:p>
            <a:pPr algn="just"/>
            <a:endParaRPr lang="en-US"/>
          </a:p>
          <a:p>
            <a:pPr algn="just"/>
            <a:r>
              <a:rPr lang="en-US"/>
              <a:t>Using the surface admittance relationship, one can replace the conductor by an equivalent current source. Analogously, the surface admittance operator is the ratio of equivalent current and the electric fields on the boundary of the conductor. </a:t>
            </a:r>
            <a:endParaRPr lang="pt-BR"/>
          </a:p>
        </p:txBody>
      </p:sp>
      <mc:AlternateContent xmlns:mc="http://schemas.openxmlformats.org/markup-compatibility/2006" xmlns:a14="http://schemas.microsoft.com/office/drawing/2010/main">
        <mc:Choice Requires="a14">
          <p:sp>
            <p:nvSpPr>
              <p:cNvPr id="10" name="Fluxograma: Processo 9">
                <a:extLst>
                  <a:ext uri="{FF2B5EF4-FFF2-40B4-BE49-F238E27FC236}">
                    <a16:creationId xmlns:a16="http://schemas.microsoft.com/office/drawing/2014/main" id="{00F59AF1-A885-285E-7083-E5E2D4B1F00C}"/>
                  </a:ext>
                </a:extLst>
              </p:cNvPr>
              <p:cNvSpPr/>
              <p:nvPr/>
            </p:nvSpPr>
            <p:spPr>
              <a:xfrm>
                <a:off x="6523161" y="3260019"/>
                <a:ext cx="2036187"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10" name="Fluxograma: Processo 9">
                <a:extLst>
                  <a:ext uri="{FF2B5EF4-FFF2-40B4-BE49-F238E27FC236}">
                    <a16:creationId xmlns:a16="http://schemas.microsoft.com/office/drawing/2014/main" id="{00F59AF1-A885-285E-7083-E5E2D4B1F00C}"/>
                  </a:ext>
                </a:extLst>
              </p:cNvPr>
              <p:cNvSpPr>
                <a:spLocks noRot="1" noChangeAspect="1" noMove="1" noResize="1" noEditPoints="1" noAdjustHandles="1" noChangeArrowheads="1" noChangeShapeType="1" noTextEdit="1"/>
              </p:cNvSpPr>
              <p:nvPr/>
            </p:nvSpPr>
            <p:spPr>
              <a:xfrm>
                <a:off x="6523161" y="3260019"/>
                <a:ext cx="2036187" cy="612648"/>
              </a:xfrm>
              <a:prstGeom prst="flowChartProcess">
                <a:avLst/>
              </a:prstGeom>
              <a:blipFill>
                <a:blip r:embed="rId14"/>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Fluxograma: Processo 16">
                <a:extLst>
                  <a:ext uri="{FF2B5EF4-FFF2-40B4-BE49-F238E27FC236}">
                    <a16:creationId xmlns:a16="http://schemas.microsoft.com/office/drawing/2014/main" id="{6CD08D51-2273-AF57-C7BA-599C5CC23C35}"/>
                  </a:ext>
                </a:extLst>
              </p:cNvPr>
              <p:cNvSpPr/>
              <p:nvPr/>
            </p:nvSpPr>
            <p:spPr>
              <a:xfrm>
                <a:off x="8843565" y="2144530"/>
                <a:ext cx="2292995" cy="60753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a:solidFill>
                      <a:schemeClr val="tx1"/>
                    </a:solidFill>
                  </a:rPr>
                  <a:t>Apply the Equivalence Principle and introduce an equivalent surface current density, </a:t>
                </a:r>
                <a14:m>
                  <m:oMath xmlns:m="http://schemas.openxmlformats.org/officeDocument/2006/math">
                    <m:sSub>
                      <m:sSubPr>
                        <m:ctrlPr>
                          <a:rPr lang="pt-BR" sz="1200" i="1" smtClean="0">
                            <a:solidFill>
                              <a:schemeClr val="tx1"/>
                            </a:solidFill>
                            <a:latin typeface="Cambria Math" panose="02040503050406030204" pitchFamily="18" charset="0"/>
                          </a:rPr>
                        </m:ctrlPr>
                      </m:sSubPr>
                      <m:e>
                        <m:r>
                          <a:rPr lang="pt-BR" sz="1200" i="1" smtClean="0">
                            <a:solidFill>
                              <a:schemeClr val="tx1"/>
                            </a:solidFill>
                            <a:latin typeface="Cambria Math" panose="02040503050406030204" pitchFamily="18" charset="0"/>
                          </a:rPr>
                          <m:t>𝑱</m:t>
                        </m:r>
                      </m:e>
                      <m:sub>
                        <m:r>
                          <a:rPr lang="pt-BR" sz="1200" i="1" smtClean="0">
                            <a:solidFill>
                              <a:schemeClr val="tx1"/>
                            </a:solidFill>
                            <a:latin typeface="Cambria Math" panose="02040503050406030204" pitchFamily="18" charset="0"/>
                          </a:rPr>
                          <m:t>𝑆</m:t>
                        </m:r>
                      </m:sub>
                    </m:sSub>
                  </m:oMath>
                </a14:m>
                <a:endParaRPr lang="pt-BR" sz="1200">
                  <a:solidFill>
                    <a:schemeClr val="tx1"/>
                  </a:solidFill>
                </a:endParaRPr>
              </a:p>
            </p:txBody>
          </p:sp>
        </mc:Choice>
        <mc:Fallback xmlns="">
          <p:sp>
            <p:nvSpPr>
              <p:cNvPr id="17" name="Fluxograma: Processo 16">
                <a:extLst>
                  <a:ext uri="{FF2B5EF4-FFF2-40B4-BE49-F238E27FC236}">
                    <a16:creationId xmlns:a16="http://schemas.microsoft.com/office/drawing/2014/main" id="{6CD08D51-2273-AF57-C7BA-599C5CC23C35}"/>
                  </a:ext>
                </a:extLst>
              </p:cNvPr>
              <p:cNvSpPr>
                <a:spLocks noRot="1" noChangeAspect="1" noMove="1" noResize="1" noEditPoints="1" noAdjustHandles="1" noChangeArrowheads="1" noChangeShapeType="1" noTextEdit="1"/>
              </p:cNvSpPr>
              <p:nvPr/>
            </p:nvSpPr>
            <p:spPr>
              <a:xfrm>
                <a:off x="8843565" y="2144530"/>
                <a:ext cx="2292995" cy="607539"/>
              </a:xfrm>
              <a:prstGeom prst="flowChartProcess">
                <a:avLst/>
              </a:prstGeom>
              <a:blipFill>
                <a:blip r:embed="rId15"/>
                <a:stretch>
                  <a:fillRect t="-1980" b="-9901"/>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48" name="Fluxograma: Terminação 47">
            <a:extLst>
              <a:ext uri="{FF2B5EF4-FFF2-40B4-BE49-F238E27FC236}">
                <a16:creationId xmlns:a16="http://schemas.microsoft.com/office/drawing/2014/main" id="{9EFD82CC-AB35-FA12-36EE-8EF805E477A1}"/>
              </a:ext>
            </a:extLst>
          </p:cNvPr>
          <p:cNvSpPr/>
          <p:nvPr/>
        </p:nvSpPr>
        <p:spPr>
          <a:xfrm>
            <a:off x="7752184" y="1124744"/>
            <a:ext cx="1908212" cy="556197"/>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a:solidFill>
                  <a:schemeClr val="tx1"/>
                </a:solidFill>
              </a:rPr>
              <a:t>Multiconductor</a:t>
            </a:r>
          </a:p>
          <a:p>
            <a:pPr algn="ctr"/>
            <a:r>
              <a:rPr lang="pt-BR" sz="1200">
                <a:solidFill>
                  <a:schemeClr val="tx1"/>
                </a:solidFill>
              </a:rPr>
              <a:t>Transmission Line</a:t>
            </a:r>
          </a:p>
        </p:txBody>
      </p:sp>
      <mc:AlternateContent xmlns:mc="http://schemas.openxmlformats.org/markup-compatibility/2006" xmlns:a14="http://schemas.microsoft.com/office/drawing/2010/main">
        <mc:Choice Requires="a14">
          <p:sp>
            <p:nvSpPr>
              <p:cNvPr id="49" name="Fluxograma: Processo Predefinido 48">
                <a:extLst>
                  <a:ext uri="{FF2B5EF4-FFF2-40B4-BE49-F238E27FC236}">
                    <a16:creationId xmlns:a16="http://schemas.microsoft.com/office/drawing/2014/main" id="{AE455C1F-9EF1-E8A2-D8B1-295562EE37B0}"/>
                  </a:ext>
                </a:extLst>
              </p:cNvPr>
              <p:cNvSpPr/>
              <p:nvPr/>
            </p:nvSpPr>
            <p:spPr>
              <a:xfrm>
                <a:off x="6523161" y="2124300"/>
                <a:ext cx="2036187" cy="627769"/>
              </a:xfrm>
              <a:prstGeom prst="flowChartPredefined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14:m>
                  <m:oMath xmlns:m="http://schemas.openxmlformats.org/officeDocument/2006/math">
                    <m:sSubSup>
                      <m:sSubSupPr>
                        <m:ctrlPr>
                          <a:rPr lang="pt-BR" sz="1200" b="0" i="1" smtClean="0">
                            <a:solidFill>
                              <a:schemeClr val="tx1"/>
                            </a:solidFill>
                            <a:latin typeface="Cambria Math" panose="02040503050406030204" pitchFamily="18" charset="0"/>
                          </a:rPr>
                        </m:ctrlPr>
                      </m:sSubSupPr>
                      <m:e>
                        <m:r>
                          <a:rPr lang="en-US" sz="1200" i="1" smtClean="0">
                            <a:solidFill>
                              <a:schemeClr val="tx1"/>
                            </a:solidFill>
                            <a:latin typeface="Cambria Math" panose="02040503050406030204" pitchFamily="18" charset="0"/>
                          </a:rPr>
                          <m:t>𝐸</m:t>
                        </m:r>
                      </m:e>
                      <m:sub>
                        <m:r>
                          <a:rPr lang="en-US" sz="1200" i="1" smtClean="0">
                            <a:solidFill>
                              <a:schemeClr val="tx1"/>
                            </a:solidFill>
                            <a:latin typeface="Cambria Math" panose="02040503050406030204" pitchFamily="18" charset="0"/>
                          </a:rPr>
                          <m:t>𝑧</m:t>
                        </m:r>
                      </m:sub>
                      <m: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𝑝</m:t>
                        </m:r>
                        <m:r>
                          <a:rPr lang="pt-BR" sz="1200" b="0" i="1" smtClean="0">
                            <a:solidFill>
                              <a:schemeClr val="tx1"/>
                            </a:solidFill>
                            <a:latin typeface="Cambria Math" panose="02040503050406030204" pitchFamily="18" charset="0"/>
                          </a:rPr>
                          <m:t>)</m:t>
                        </m:r>
                      </m:sup>
                    </m:sSubSup>
                    <m:r>
                      <a:rPr lang="pt-BR" sz="1200" b="0" i="1" smtClean="0">
                        <a:solidFill>
                          <a:schemeClr val="tx1"/>
                        </a:solidFill>
                        <a:latin typeface="Cambria Math" panose="02040503050406030204" pitchFamily="18" charset="0"/>
                      </a:rPr>
                      <m:t>(</m:t>
                    </m:r>
                    <m:r>
                      <a:rPr lang="pt-BR" sz="1200" b="0" i="1" smtClean="0">
                        <a:solidFill>
                          <a:schemeClr val="tx1"/>
                        </a:solidFill>
                        <a:latin typeface="Cambria Math" panose="02040503050406030204" pitchFamily="18" charset="0"/>
                      </a:rPr>
                      <m:t>𝜃</m:t>
                    </m:r>
                    <m:r>
                      <a:rPr lang="pt-BR" sz="1200" b="0" i="1" smtClean="0">
                        <a:solidFill>
                          <a:schemeClr val="tx1"/>
                        </a:solidFill>
                        <a:latin typeface="Cambria Math" panose="02040503050406030204" pitchFamily="18" charset="0"/>
                      </a:rPr>
                      <m:t>)</m:t>
                    </m:r>
                  </m:oMath>
                </a14:m>
                <a:r>
                  <a:rPr lang="en-US" sz="1200">
                    <a:solidFill>
                      <a:schemeClr val="tx1"/>
                    </a:solidFill>
                  </a:rPr>
                  <a:t> subject to a Dirichlet boundary condition</a:t>
                </a:r>
                <a:endParaRPr lang="pt-BR" sz="1200">
                  <a:solidFill>
                    <a:schemeClr val="tx1"/>
                  </a:solidFill>
                </a:endParaRPr>
              </a:p>
            </p:txBody>
          </p:sp>
        </mc:Choice>
        <mc:Fallback xmlns="">
          <p:sp>
            <p:nvSpPr>
              <p:cNvPr id="49" name="Fluxograma: Processo Predefinido 48">
                <a:extLst>
                  <a:ext uri="{FF2B5EF4-FFF2-40B4-BE49-F238E27FC236}">
                    <a16:creationId xmlns:a16="http://schemas.microsoft.com/office/drawing/2014/main" id="{AE455C1F-9EF1-E8A2-D8B1-295562EE37B0}"/>
                  </a:ext>
                </a:extLst>
              </p:cNvPr>
              <p:cNvSpPr>
                <a:spLocks noRot="1" noChangeAspect="1" noMove="1" noResize="1" noEditPoints="1" noAdjustHandles="1" noChangeArrowheads="1" noChangeShapeType="1" noTextEdit="1"/>
              </p:cNvSpPr>
              <p:nvPr/>
            </p:nvSpPr>
            <p:spPr>
              <a:xfrm>
                <a:off x="6523161" y="2124300"/>
                <a:ext cx="2036187" cy="627769"/>
              </a:xfrm>
              <a:prstGeom prst="flowChartPredefinedProcess">
                <a:avLst/>
              </a:prstGeom>
              <a:blipFill>
                <a:blip r:embed="rId16"/>
                <a:stretch>
                  <a:fillRect b="-10476"/>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cxnSp>
        <p:nvCxnSpPr>
          <p:cNvPr id="58" name="Conector: Angulado 57">
            <a:extLst>
              <a:ext uri="{FF2B5EF4-FFF2-40B4-BE49-F238E27FC236}">
                <a16:creationId xmlns:a16="http://schemas.microsoft.com/office/drawing/2014/main" id="{D945C55D-3848-1373-B102-5C37F05427A9}"/>
              </a:ext>
            </a:extLst>
          </p:cNvPr>
          <p:cNvCxnSpPr>
            <a:stCxn id="48" idx="1"/>
            <a:endCxn id="49" idx="0"/>
          </p:cNvCxnSpPr>
          <p:nvPr/>
        </p:nvCxnSpPr>
        <p:spPr>
          <a:xfrm rot="10800000" flipV="1">
            <a:off x="7541256" y="1402842"/>
            <a:ext cx="210929" cy="721457"/>
          </a:xfrm>
          <a:prstGeom prst="bentConnector2">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70" name="Conector: Angulado 69">
            <a:extLst>
              <a:ext uri="{FF2B5EF4-FFF2-40B4-BE49-F238E27FC236}">
                <a16:creationId xmlns:a16="http://schemas.microsoft.com/office/drawing/2014/main" id="{96710692-2685-604B-8381-B74C26191C82}"/>
              </a:ext>
            </a:extLst>
          </p:cNvPr>
          <p:cNvCxnSpPr>
            <a:cxnSpLocks/>
            <a:stCxn id="48" idx="3"/>
            <a:endCxn id="17" idx="0"/>
          </p:cNvCxnSpPr>
          <p:nvPr/>
        </p:nvCxnSpPr>
        <p:spPr>
          <a:xfrm>
            <a:off x="9660396" y="1402843"/>
            <a:ext cx="329667" cy="74168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Fluxograma: Processo 85">
            <a:extLst>
              <a:ext uri="{FF2B5EF4-FFF2-40B4-BE49-F238E27FC236}">
                <a16:creationId xmlns:a16="http://schemas.microsoft.com/office/drawing/2014/main" id="{E886A292-326E-B7FA-8FCE-8F572A808D99}"/>
              </a:ext>
            </a:extLst>
          </p:cNvPr>
          <p:cNvSpPr/>
          <p:nvPr/>
        </p:nvSpPr>
        <p:spPr>
          <a:xfrm>
            <a:off x="7155793" y="4833156"/>
            <a:ext cx="3085491" cy="752889"/>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marL="0" algn="ctr" rtl="0" eaLnBrk="1" latinLnBrk="0" hangingPunct="1">
              <a:spcBef>
                <a:spcPts val="0"/>
              </a:spcBef>
              <a:spcAft>
                <a:spcPts val="0"/>
              </a:spcAft>
            </a:pPr>
            <a:r>
              <a:rPr lang="en-US" sz="1200" kern="1200">
                <a:solidFill>
                  <a:srgbClr val="000000"/>
                </a:solidFill>
                <a:effectLst/>
                <a:latin typeface="Aptos" panose="020B0004020202020204" pitchFamily="34" charset="0"/>
                <a:ea typeface="+mn-ea"/>
                <a:cs typeface="+mn-cs"/>
              </a:rPr>
              <a:t>Apply the boundary conditions to the tangential field components (Uniqueness Theorem)</a:t>
            </a:r>
            <a:endParaRPr lang="pt-BR" sz="1200">
              <a:solidFill>
                <a:schemeClr val="tx1"/>
              </a:solidFill>
            </a:endParaRPr>
          </a:p>
        </p:txBody>
      </p:sp>
      <mc:AlternateContent xmlns:mc="http://schemas.openxmlformats.org/markup-compatibility/2006" xmlns:a14="http://schemas.microsoft.com/office/drawing/2010/main">
        <mc:Choice Requires="a14">
          <p:sp>
            <p:nvSpPr>
              <p:cNvPr id="87" name="Fluxograma: Processo 86">
                <a:extLst>
                  <a:ext uri="{FF2B5EF4-FFF2-40B4-BE49-F238E27FC236}">
                    <a16:creationId xmlns:a16="http://schemas.microsoft.com/office/drawing/2014/main" id="{25F8E8E1-B801-574E-38BC-CF8C449AE2B3}"/>
                  </a:ext>
                </a:extLst>
              </p:cNvPr>
              <p:cNvSpPr/>
              <p:nvPr/>
            </p:nvSpPr>
            <p:spPr>
              <a:xfrm>
                <a:off x="8854206" y="3260019"/>
                <a:ext cx="2282354" cy="612648"/>
              </a:xfrm>
              <a:prstGeom prst="flowChartProcess">
                <a:avLst/>
              </a:prstGeom>
              <a:noFill/>
              <a:ln w="9525"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pt-BR" sz="1200" b="0">
                    <a:solidFill>
                      <a:schemeClr val="tx1"/>
                    </a:solidFill>
                  </a:rPr>
                  <a:t>Express </a:t>
                </a:r>
                <a14:m>
                  <m:oMath xmlns:m="http://schemas.openxmlformats.org/officeDocument/2006/math">
                    <m:sSubSup>
                      <m:sSubSupPr>
                        <m:ctrlPr>
                          <a:rPr lang="pt-BR" sz="1200" i="1">
                            <a:solidFill>
                              <a:schemeClr val="tx1"/>
                            </a:solidFill>
                            <a:latin typeface="Cambria Math" panose="02040503050406030204" pitchFamily="18" charset="0"/>
                          </a:rPr>
                        </m:ctrlPr>
                      </m:sSubSupPr>
                      <m:e>
                        <m:r>
                          <a:rPr lang="pt-BR" sz="1200" i="1">
                            <a:solidFill>
                              <a:schemeClr val="tx1"/>
                            </a:solidFill>
                            <a:latin typeface="Cambria Math" panose="02040503050406030204" pitchFamily="18" charset="0"/>
                          </a:rPr>
                          <m:t>𝐽</m:t>
                        </m:r>
                      </m:e>
                      <m:sub>
                        <m:r>
                          <a:rPr lang="pt-BR" sz="1200" i="1">
                            <a:solidFill>
                              <a:schemeClr val="tx1"/>
                            </a:solidFill>
                            <a:latin typeface="Cambria Math" panose="02040503050406030204" pitchFamily="18" charset="0"/>
                          </a:rPr>
                          <m:t>𝑠</m:t>
                        </m:r>
                      </m:sub>
                      <m: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𝑝</m:t>
                        </m:r>
                        <m:r>
                          <a:rPr lang="pt-BR" sz="1200" i="1">
                            <a:solidFill>
                              <a:schemeClr val="tx1"/>
                            </a:solidFill>
                            <a:latin typeface="Cambria Math" panose="02040503050406030204" pitchFamily="18" charset="0"/>
                          </a:rPr>
                          <m:t>)</m:t>
                        </m:r>
                      </m:sup>
                    </m:sSubSup>
                    <m:r>
                      <a:rPr lang="pt-BR" sz="1200" i="1">
                        <a:solidFill>
                          <a:schemeClr val="tx1"/>
                        </a:solidFill>
                        <a:latin typeface="Cambria Math" panose="02040503050406030204" pitchFamily="18" charset="0"/>
                      </a:rPr>
                      <m:t>(</m:t>
                    </m:r>
                    <m:r>
                      <a:rPr lang="pt-BR" sz="1200" i="1">
                        <a:solidFill>
                          <a:schemeClr val="tx1"/>
                        </a:solidFill>
                        <a:latin typeface="Cambria Math" panose="02040503050406030204" pitchFamily="18" charset="0"/>
                      </a:rPr>
                      <m:t>𝜃</m:t>
                    </m:r>
                    <m:r>
                      <a:rPr lang="pt-BR" sz="1200" i="1">
                        <a:solidFill>
                          <a:schemeClr val="tx1"/>
                        </a:solidFill>
                        <a:latin typeface="Cambria Math" panose="02040503050406030204" pitchFamily="18" charset="0"/>
                      </a:rPr>
                      <m:t>)</m:t>
                    </m:r>
                  </m:oMath>
                </a14:m>
                <a:r>
                  <a:rPr lang="en-US" sz="1200">
                    <a:solidFill>
                      <a:schemeClr val="tx1"/>
                    </a:solidFill>
                  </a:rPr>
                  <a:t> as a truncated Fourier series</a:t>
                </a:r>
                <a:endParaRPr lang="pt-BR" sz="1200">
                  <a:solidFill>
                    <a:schemeClr val="tx1"/>
                  </a:solidFill>
                </a:endParaRPr>
              </a:p>
            </p:txBody>
          </p:sp>
        </mc:Choice>
        <mc:Fallback xmlns="">
          <p:sp>
            <p:nvSpPr>
              <p:cNvPr id="87" name="Fluxograma: Processo 86">
                <a:extLst>
                  <a:ext uri="{FF2B5EF4-FFF2-40B4-BE49-F238E27FC236}">
                    <a16:creationId xmlns:a16="http://schemas.microsoft.com/office/drawing/2014/main" id="{25F8E8E1-B801-574E-38BC-CF8C449AE2B3}"/>
                  </a:ext>
                </a:extLst>
              </p:cNvPr>
              <p:cNvSpPr>
                <a:spLocks noRot="1" noChangeAspect="1" noMove="1" noResize="1" noEditPoints="1" noAdjustHandles="1" noChangeArrowheads="1" noChangeShapeType="1" noTextEdit="1"/>
              </p:cNvSpPr>
              <p:nvPr/>
            </p:nvSpPr>
            <p:spPr>
              <a:xfrm>
                <a:off x="8854206" y="3260019"/>
                <a:ext cx="2282354" cy="612648"/>
              </a:xfrm>
              <a:prstGeom prst="flowChartProcess">
                <a:avLst/>
              </a:prstGeom>
              <a:blipFill>
                <a:blip r:embed="rId17"/>
                <a:stretch>
                  <a:fillRect/>
                </a:stretch>
              </a:blipFill>
              <a:ln w="9525" cap="flat" cmpd="sng" algn="ctr">
                <a:solidFill>
                  <a:srgbClr val="0070C0"/>
                </a:solidFill>
                <a:prstDash val="solid"/>
                <a:round/>
                <a:headEnd type="none" w="med" len="med"/>
                <a:tailEnd type="none" w="med" len="med"/>
              </a:ln>
            </p:spPr>
            <p:txBody>
              <a:bodyPr/>
              <a:lstStyle/>
              <a:p>
                <a:r>
                  <a:rPr lang="pt-BR">
                    <a:noFill/>
                  </a:rPr>
                  <a:t> </a:t>
                </a:r>
              </a:p>
            </p:txBody>
          </p:sp>
        </mc:Fallback>
      </mc:AlternateContent>
      <p:sp>
        <p:nvSpPr>
          <p:cNvPr id="72" name="Fluxograma: Conector 71">
            <a:extLst>
              <a:ext uri="{FF2B5EF4-FFF2-40B4-BE49-F238E27FC236}">
                <a16:creationId xmlns:a16="http://schemas.microsoft.com/office/drawing/2014/main" id="{A0DE604E-C84F-EAFA-4FA1-F7FC4E671D22}"/>
              </a:ext>
            </a:extLst>
          </p:cNvPr>
          <p:cNvSpPr/>
          <p:nvPr/>
        </p:nvSpPr>
        <p:spPr>
          <a:xfrm>
            <a:off x="8557984" y="4232707"/>
            <a:ext cx="274320" cy="27432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B5AF6105-5354-083B-07E3-CFBE433AC7A3}"/>
                  </a:ext>
                </a:extLst>
              </p:cNvPr>
              <p:cNvSpPr txBox="1"/>
              <p:nvPr/>
            </p:nvSpPr>
            <p:spPr>
              <a:xfrm>
                <a:off x="8458641" y="5877272"/>
                <a:ext cx="479796" cy="307777"/>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ea typeface="Cambria Math" panose="02040503050406030204" pitchFamily="18" charset="0"/>
                            </a:rPr>
                          </m:ctrlPr>
                        </m:sSubPr>
                        <m:e>
                          <m:r>
                            <a:rPr lang="en-US" sz="1400" b="1" i="1">
                              <a:latin typeface="Cambria Math" panose="02040503050406030204" pitchFamily="18" charset="0"/>
                              <a:ea typeface="Cambria Math" panose="02040503050406030204" pitchFamily="18" charset="0"/>
                            </a:rPr>
                            <m:t>𝕐</m:t>
                          </m:r>
                        </m:e>
                        <m:sub>
                          <m:r>
                            <a:rPr lang="pt-BR" sz="1400" b="1" i="1">
                              <a:latin typeface="Cambria Math" panose="02040503050406030204" pitchFamily="18" charset="0"/>
                              <a:ea typeface="Cambria Math" panose="02040503050406030204" pitchFamily="18" charset="0"/>
                            </a:rPr>
                            <m:t>𝒔</m:t>
                          </m:r>
                        </m:sub>
                      </m:sSub>
                    </m:oMath>
                  </m:oMathPara>
                </a14:m>
                <a:endParaRPr lang="en-US" sz="1400" i="1"/>
              </a:p>
            </p:txBody>
          </p:sp>
        </mc:Choice>
        <mc:Fallback xmlns="">
          <p:sp>
            <p:nvSpPr>
              <p:cNvPr id="88" name="CaixaDeTexto 87">
                <a:extLst>
                  <a:ext uri="{FF2B5EF4-FFF2-40B4-BE49-F238E27FC236}">
                    <a16:creationId xmlns:a16="http://schemas.microsoft.com/office/drawing/2014/main" id="{B5AF6105-5354-083B-07E3-CFBE433AC7A3}"/>
                  </a:ext>
                </a:extLst>
              </p:cNvPr>
              <p:cNvSpPr txBox="1">
                <a:spLocks noRot="1" noChangeAspect="1" noMove="1" noResize="1" noEditPoints="1" noAdjustHandles="1" noChangeArrowheads="1" noChangeShapeType="1" noTextEdit="1"/>
              </p:cNvSpPr>
              <p:nvPr/>
            </p:nvSpPr>
            <p:spPr>
              <a:xfrm>
                <a:off x="8458641" y="5877272"/>
                <a:ext cx="479796" cy="307777"/>
              </a:xfrm>
              <a:prstGeom prst="rect">
                <a:avLst/>
              </a:prstGeom>
              <a:blipFill>
                <a:blip r:embed="rId18"/>
                <a:stretch>
                  <a:fillRect/>
                </a:stretch>
              </a:blipFill>
            </p:spPr>
            <p:txBody>
              <a:bodyPr/>
              <a:lstStyle/>
              <a:p>
                <a:r>
                  <a:rPr lang="pt-BR">
                    <a:noFill/>
                  </a:rPr>
                  <a:t> </a:t>
                </a:r>
              </a:p>
            </p:txBody>
          </p:sp>
        </mc:Fallback>
      </mc:AlternateContent>
      <p:cxnSp>
        <p:nvCxnSpPr>
          <p:cNvPr id="96" name="Conector: Angulado 95">
            <a:extLst>
              <a:ext uri="{FF2B5EF4-FFF2-40B4-BE49-F238E27FC236}">
                <a16:creationId xmlns:a16="http://schemas.microsoft.com/office/drawing/2014/main" id="{299CA8EB-97A8-D228-77CA-129CB38A5A2F}"/>
              </a:ext>
            </a:extLst>
          </p:cNvPr>
          <p:cNvCxnSpPr>
            <a:stCxn id="10" idx="2"/>
            <a:endCxn id="72" idx="2"/>
          </p:cNvCxnSpPr>
          <p:nvPr/>
        </p:nvCxnSpPr>
        <p:spPr>
          <a:xfrm rot="16200000" flipH="1">
            <a:off x="7801019" y="3612902"/>
            <a:ext cx="497200" cy="10167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ector: Angulado 99">
            <a:extLst>
              <a:ext uri="{FF2B5EF4-FFF2-40B4-BE49-F238E27FC236}">
                <a16:creationId xmlns:a16="http://schemas.microsoft.com/office/drawing/2014/main" id="{2D114163-D9CF-5D61-9D3B-997208C115AC}"/>
              </a:ext>
            </a:extLst>
          </p:cNvPr>
          <p:cNvCxnSpPr>
            <a:cxnSpLocks/>
            <a:stCxn id="87" idx="2"/>
            <a:endCxn id="72" idx="6"/>
          </p:cNvCxnSpPr>
          <p:nvPr/>
        </p:nvCxnSpPr>
        <p:spPr>
          <a:xfrm rot="5400000">
            <a:off x="9165244" y="3539728"/>
            <a:ext cx="497200" cy="116307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Conector de Seta Reta 101">
            <a:extLst>
              <a:ext uri="{FF2B5EF4-FFF2-40B4-BE49-F238E27FC236}">
                <a16:creationId xmlns:a16="http://schemas.microsoft.com/office/drawing/2014/main" id="{F7485E65-2DC9-E888-38BA-9161DCB5FEE2}"/>
              </a:ext>
            </a:extLst>
          </p:cNvPr>
          <p:cNvCxnSpPr>
            <a:stCxn id="49" idx="2"/>
            <a:endCxn id="10" idx="0"/>
          </p:cNvCxnSpPr>
          <p:nvPr/>
        </p:nvCxnSpPr>
        <p:spPr>
          <a:xfrm>
            <a:off x="7541255" y="2752069"/>
            <a:ext cx="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Conector de Seta Reta 103">
            <a:extLst>
              <a:ext uri="{FF2B5EF4-FFF2-40B4-BE49-F238E27FC236}">
                <a16:creationId xmlns:a16="http://schemas.microsoft.com/office/drawing/2014/main" id="{DF2CF84B-2D60-4D3F-E249-6FC0B0074AB3}"/>
              </a:ext>
            </a:extLst>
          </p:cNvPr>
          <p:cNvCxnSpPr>
            <a:stCxn id="17" idx="2"/>
            <a:endCxn id="87" idx="0"/>
          </p:cNvCxnSpPr>
          <p:nvPr/>
        </p:nvCxnSpPr>
        <p:spPr>
          <a:xfrm>
            <a:off x="9990063" y="2752069"/>
            <a:ext cx="5320" cy="5079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5" name="Fluxograma: Terminação 104">
            <a:extLst>
              <a:ext uri="{FF2B5EF4-FFF2-40B4-BE49-F238E27FC236}">
                <a16:creationId xmlns:a16="http://schemas.microsoft.com/office/drawing/2014/main" id="{0FD7C22D-A8EB-F3E1-30E1-82227D2B3989}"/>
              </a:ext>
            </a:extLst>
          </p:cNvPr>
          <p:cNvSpPr/>
          <p:nvPr/>
        </p:nvSpPr>
        <p:spPr>
          <a:xfrm>
            <a:off x="8292244" y="5844584"/>
            <a:ext cx="812590" cy="369332"/>
          </a:xfrm>
          <a:prstGeom prst="flowChartTerminator">
            <a:avLst/>
          </a:prstGeom>
          <a:no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schemeClr val="tx1"/>
              </a:solidFill>
            </a:endParaRPr>
          </a:p>
        </p:txBody>
      </p:sp>
      <p:cxnSp>
        <p:nvCxnSpPr>
          <p:cNvPr id="111" name="Conector de Seta Reta 110">
            <a:extLst>
              <a:ext uri="{FF2B5EF4-FFF2-40B4-BE49-F238E27FC236}">
                <a16:creationId xmlns:a16="http://schemas.microsoft.com/office/drawing/2014/main" id="{F8631A54-C828-83DC-2328-6BC19344F967}"/>
              </a:ext>
            </a:extLst>
          </p:cNvPr>
          <p:cNvCxnSpPr>
            <a:cxnSpLocks/>
            <a:stCxn id="72" idx="4"/>
            <a:endCxn id="86" idx="0"/>
          </p:cNvCxnSpPr>
          <p:nvPr/>
        </p:nvCxnSpPr>
        <p:spPr>
          <a:xfrm>
            <a:off x="8695144" y="4507027"/>
            <a:ext cx="3395" cy="3261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Conector de Seta Reta 115">
            <a:extLst>
              <a:ext uri="{FF2B5EF4-FFF2-40B4-BE49-F238E27FC236}">
                <a16:creationId xmlns:a16="http://schemas.microsoft.com/office/drawing/2014/main" id="{735F2BF1-C6B8-AE5E-FF48-02134FF63963}"/>
              </a:ext>
            </a:extLst>
          </p:cNvPr>
          <p:cNvCxnSpPr>
            <a:cxnSpLocks/>
            <a:stCxn id="86" idx="2"/>
            <a:endCxn id="105" idx="0"/>
          </p:cNvCxnSpPr>
          <p:nvPr/>
        </p:nvCxnSpPr>
        <p:spPr>
          <a:xfrm>
            <a:off x="8698539" y="5586045"/>
            <a:ext cx="0" cy="2585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CaixaDeTexto 1">
            <a:extLst>
              <a:ext uri="{FF2B5EF4-FFF2-40B4-BE49-F238E27FC236}">
                <a16:creationId xmlns:a16="http://schemas.microsoft.com/office/drawing/2014/main" id="{B6385A72-E44A-2278-DEFD-C98CB1E468FF}"/>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942069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14</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p:sp>
        <p:nvSpPr>
          <p:cNvPr id="69" name="CaixaDeTexto 68">
            <a:extLst>
              <a:ext uri="{FF2B5EF4-FFF2-40B4-BE49-F238E27FC236}">
                <a16:creationId xmlns:a16="http://schemas.microsoft.com/office/drawing/2014/main" id="{FC60B356-1ADE-381F-211A-58EAAC72A0C0}"/>
              </a:ext>
            </a:extLst>
          </p:cNvPr>
          <p:cNvSpPr txBox="1"/>
          <p:nvPr/>
        </p:nvSpPr>
        <p:spPr>
          <a:xfrm>
            <a:off x="6113617" y="1340768"/>
            <a:ext cx="5526999" cy="584775"/>
          </a:xfrm>
          <a:prstGeom prst="rect">
            <a:avLst/>
          </a:prstGeom>
          <a:noFill/>
        </p:spPr>
        <p:txBody>
          <a:bodyPr wrap="square">
            <a:spAutoFit/>
          </a:bodyPr>
          <a:lstStyle>
            <a:defPPr>
              <a:defRPr lang="pt-BR"/>
            </a:defPPr>
            <a:lvl1pPr>
              <a:defRPr sz="1600"/>
            </a:lvl1pPr>
          </a:lstStyle>
          <a:p>
            <a:r>
              <a:rPr lang="en-US"/>
              <a:t>The effect of the equivalent current sources onto surrounding medium is modelled with the Electric Field Integral Equation:</a:t>
            </a:r>
            <a:endParaRPr lang="pt-BR"/>
          </a:p>
        </p:txBody>
      </p:sp>
      <mc:AlternateContent xmlns:mc="http://schemas.openxmlformats.org/markup-compatibility/2006">
        <mc:Choice xmlns:a14="http://schemas.microsoft.com/office/drawing/2010/main" Requires="a14">
          <p:sp>
            <p:nvSpPr>
              <p:cNvPr id="72" name="CaixaDeTexto 71">
                <a:extLst>
                  <a:ext uri="{FF2B5EF4-FFF2-40B4-BE49-F238E27FC236}">
                    <a16:creationId xmlns:a16="http://schemas.microsoft.com/office/drawing/2014/main" id="{2B2252D7-BDB0-0800-4153-D51498FB71FE}"/>
                  </a:ext>
                </a:extLst>
              </p:cNvPr>
              <p:cNvSpPr txBox="1"/>
              <p:nvPr/>
            </p:nvSpPr>
            <p:spPr>
              <a:xfrm>
                <a:off x="6083102" y="1952836"/>
                <a:ext cx="5242956" cy="56053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a:rPr lang="pt-BR" b="0" i="1">
                              <a:latin typeface="Cambria Math" panose="02040503050406030204" pitchFamily="18" charset="0"/>
                            </a:rPr>
                            <m:t>ℰ</m:t>
                          </m:r>
                        </m:e>
                        <m:sub>
                          <m:r>
                            <m:rPr>
                              <m:sty m:val="p"/>
                            </m:rPr>
                            <a:rPr lang="pt-BR" b="0" i="0" smtClean="0">
                              <a:latin typeface="Cambria Math" panose="02040503050406030204" pitchFamily="18" charset="0"/>
                            </a:rPr>
                            <m:t>z</m:t>
                          </m:r>
                        </m:sub>
                        <m:sup>
                          <m:r>
                            <a:rPr lang="pt-BR" b="0" i="1" smtClean="0">
                              <a:latin typeface="Cambria Math" panose="02040503050406030204" pitchFamily="18" charset="0"/>
                            </a:rPr>
                            <m:t> </m:t>
                          </m:r>
                        </m:sup>
                      </m:sSubSup>
                      <m:d>
                        <m:dPr>
                          <m:ctrlPr>
                            <a:rPr lang="pt-BR" b="0" i="1" smtClean="0">
                              <a:latin typeface="Cambria Math" panose="02040503050406030204" pitchFamily="18" charset="0"/>
                            </a:rPr>
                          </m:ctrlPr>
                        </m:dPr>
                        <m:e>
                          <m:r>
                            <a:rPr lang="pt-BR" b="1" i="1" smtClean="0">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𝒜</m:t>
                          </m:r>
                        </m:e>
                        <m:sub>
                          <m:r>
                            <a:rPr lang="pt-BR" b="0" i="1" smtClean="0">
                              <a:latin typeface="Cambria Math" panose="02040503050406030204" pitchFamily="18" charset="0"/>
                            </a:rPr>
                            <m:t>𝑧</m:t>
                          </m:r>
                        </m:sub>
                      </m:sSub>
                      <m:d>
                        <m:dPr>
                          <m:ctrlPr>
                            <a:rPr lang="pt-BR" b="0" i="1" smtClean="0">
                              <a:latin typeface="Cambria Math" panose="02040503050406030204" pitchFamily="18" charset="0"/>
                            </a:rPr>
                          </m:ctrlPr>
                        </m:dPr>
                        <m:e>
                          <m:r>
                            <a:rPr lang="pt-BR" b="1" i="1" smtClean="0">
                              <a:latin typeface="Cambria Math" panose="02040503050406030204" pitchFamily="18" charset="0"/>
                            </a:rPr>
                            <m:t>𝒓</m:t>
                          </m:r>
                        </m:e>
                      </m:d>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m:t>
                          </m:r>
                          <m:r>
                            <a:rPr lang="pt-BR" b="0" i="1" smtClean="0">
                              <a:latin typeface="Cambria Math" panose="02040503050406030204" pitchFamily="18" charset="0"/>
                            </a:rPr>
                            <m:t>𝑉</m:t>
                          </m:r>
                        </m:num>
                        <m:den>
                          <m:r>
                            <a:rPr lang="pt-BR" b="0" i="1" smtClean="0">
                              <a:latin typeface="Cambria Math" panose="02040503050406030204" pitchFamily="18" charset="0"/>
                            </a:rPr>
                            <m:t>𝜕</m:t>
                          </m:r>
                          <m:r>
                            <a:rPr lang="pt-BR" b="0" i="1" smtClean="0">
                              <a:latin typeface="Cambria Math" panose="02040503050406030204" pitchFamily="18" charset="0"/>
                            </a:rPr>
                            <m:t>𝑧</m:t>
                          </m:r>
                        </m:den>
                      </m:f>
                    </m:oMath>
                  </m:oMathPara>
                </a14:m>
                <a:endParaRPr lang="en-US"/>
              </a:p>
            </p:txBody>
          </p:sp>
        </mc:Choice>
        <mc:Fallback>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083102" y="1952836"/>
                <a:ext cx="5242956" cy="560538"/>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3" name="CaixaDeTexto 72">
                <a:extLst>
                  <a:ext uri="{FF2B5EF4-FFF2-40B4-BE49-F238E27FC236}">
                    <a16:creationId xmlns:a16="http://schemas.microsoft.com/office/drawing/2014/main" id="{65843819-16A7-23E6-11AF-74F186A3000C}"/>
                  </a:ext>
                </a:extLst>
              </p:cNvPr>
              <p:cNvSpPr txBox="1"/>
              <p:nvPr/>
            </p:nvSpPr>
            <p:spPr>
              <a:xfrm>
                <a:off x="6559109" y="2564904"/>
                <a:ext cx="5261527" cy="1532920"/>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sSubSup>
                      <m:sSubSupPr>
                        <m:ctrlPr>
                          <a:rPr lang="pt-BR" i="1" smtClean="0">
                            <a:latin typeface="Cambria Math" panose="02040503050406030204" pitchFamily="18" charset="0"/>
                          </a:rPr>
                        </m:ctrlPr>
                      </m:sSubSupPr>
                      <m:e>
                        <m:r>
                          <a:rPr lang="pt-BR" b="0" i="1">
                            <a:latin typeface="Cambria Math" panose="02040503050406030204" pitchFamily="18" charset="0"/>
                          </a:rPr>
                          <m:t>ℰ</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is the electric field </a:t>
                </a:r>
                <a14:m>
                  <m:oMath xmlns:m="http://schemas.openxmlformats.org/officeDocument/2006/math">
                    <m:r>
                      <a:rPr lang="en-US" i="1" smtClean="0">
                        <a:latin typeface="Cambria Math" panose="02040503050406030204" pitchFamily="18" charset="0"/>
                      </a:rPr>
                      <m:t>𝑧</m:t>
                    </m:r>
                  </m:oMath>
                </a14:m>
                <a:r>
                  <a:rPr lang="en-US"/>
                  <a:t>-component at position </a:t>
                </a:r>
                <a14:m>
                  <m:oMath xmlns:m="http://schemas.openxmlformats.org/officeDocument/2006/math">
                    <m:r>
                      <a:rPr lang="en-US" b="1" i="1" smtClean="0">
                        <a:latin typeface="Cambria Math" panose="02040503050406030204" pitchFamily="18" charset="0"/>
                      </a:rPr>
                      <m:t>𝒓</m:t>
                    </m:r>
                    <m:r>
                      <a:rPr lang="pt-BR" b="1" i="1" smtClean="0">
                        <a:latin typeface="Cambria Math" panose="02040503050406030204" pitchFamily="18" charset="0"/>
                      </a:rPr>
                      <m:t>(</m:t>
                    </m:r>
                    <m:r>
                      <a:rPr lang="pt-BR" b="0" i="1" smtClean="0">
                        <a:latin typeface="Cambria Math" panose="02040503050406030204" pitchFamily="18" charset="0"/>
                      </a:rPr>
                      <m:t>𝜃</m:t>
                    </m:r>
                    <m:r>
                      <a:rPr lang="pt-BR" b="1" i="1" smtClean="0">
                        <a:latin typeface="Cambria Math" panose="02040503050406030204" pitchFamily="18" charset="0"/>
                      </a:rPr>
                      <m:t>)</m:t>
                    </m:r>
                  </m:oMath>
                </a14:m>
                <a:r>
                  <a:rPr lang="en-US"/>
                  <a:t>; </a:t>
                </a:r>
              </a:p>
              <a:p>
                <a:pPr>
                  <a:lnSpc>
                    <a:spcPct val="150000"/>
                  </a:lnSpc>
                </a:pPr>
                <a14:m>
                  <m:oMath xmlns:m="http://schemas.openxmlformats.org/officeDocument/2006/math">
                    <m:sSubSup>
                      <m:sSubSupPr>
                        <m:ctrlPr>
                          <a:rPr lang="pt-BR" i="1">
                            <a:latin typeface="Cambria Math" panose="02040503050406030204" pitchFamily="18" charset="0"/>
                          </a:rPr>
                        </m:ctrlPr>
                      </m:sSubSupPr>
                      <m:e>
                        <m:r>
                          <a:rPr lang="pt-BR" b="0" i="1" smtClean="0">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1" i="1">
                        <a:latin typeface="Cambria Math" panose="02040503050406030204" pitchFamily="18" charset="0"/>
                      </a:rPr>
                      <m:t> </m:t>
                    </m:r>
                  </m:oMath>
                </a14:m>
                <a:r>
                  <a:rPr lang="en-US"/>
                  <a:t>is the magnetic vector potential </a:t>
                </a:r>
                <a14:m>
                  <m:oMath xmlns:m="http://schemas.openxmlformats.org/officeDocument/2006/math">
                    <m:r>
                      <a:rPr lang="en-US" i="1">
                        <a:latin typeface="Cambria Math" panose="02040503050406030204" pitchFamily="18" charset="0"/>
                      </a:rPr>
                      <m:t>𝑧</m:t>
                    </m:r>
                  </m:oMath>
                </a14:m>
                <a:r>
                  <a:rPr lang="en-US"/>
                  <a:t>-component at position </a:t>
                </a:r>
                <a14:m>
                  <m:oMath xmlns:m="http://schemas.openxmlformats.org/officeDocument/2006/math">
                    <m:r>
                      <a:rPr lang="en-US" b="1" i="1">
                        <a:latin typeface="Cambria Math" panose="02040503050406030204" pitchFamily="18" charset="0"/>
                      </a:rPr>
                      <m:t>𝒓</m:t>
                    </m:r>
                    <m:r>
                      <a:rPr lang="pt-BR" b="1" i="1">
                        <a:latin typeface="Cambria Math" panose="02040503050406030204" pitchFamily="18" charset="0"/>
                      </a:rPr>
                      <m:t>(</m:t>
                    </m:r>
                    <m:r>
                      <a:rPr lang="pt-BR" i="1">
                        <a:latin typeface="Cambria Math" panose="02040503050406030204" pitchFamily="18" charset="0"/>
                      </a:rPr>
                      <m:t>𝜃</m:t>
                    </m:r>
                    <m:r>
                      <a:rPr lang="pt-BR" b="1" i="1">
                        <a:latin typeface="Cambria Math" panose="02040503050406030204" pitchFamily="18" charset="0"/>
                      </a:rPr>
                      <m:t>)</m:t>
                    </m:r>
                  </m:oMath>
                </a14:m>
                <a:r>
                  <a:rPr lang="en-US"/>
                  <a:t>. </a:t>
                </a:r>
              </a:p>
              <a:p>
                <a:pPr>
                  <a:lnSpc>
                    <a:spcPct val="150000"/>
                  </a:lnSpc>
                </a:pPr>
                <a14:m>
                  <m:oMath xmlns:m="http://schemas.openxmlformats.org/officeDocument/2006/math">
                    <m:r>
                      <a:rPr lang="pt-BR" i="1" smtClean="0">
                        <a:latin typeface="Cambria Math" panose="02040503050406030204" pitchFamily="18" charset="0"/>
                      </a:rPr>
                      <m:t>𝑉</m:t>
                    </m:r>
                  </m:oMath>
                </a14:m>
                <a:r>
                  <a:rPr lang="en-US"/>
                  <a:t> is the scalar potential. </a:t>
                </a:r>
                <a:endParaRPr lang="pt-BR"/>
              </a:p>
            </p:txBody>
          </p:sp>
        </mc:Choice>
        <mc:Fallback>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559109" y="2564904"/>
                <a:ext cx="5261527" cy="1532920"/>
              </a:xfrm>
              <a:prstGeom prst="rect">
                <a:avLst/>
              </a:prstGeom>
              <a:blipFill>
                <a:blip r:embed="rId5"/>
                <a:stretch>
                  <a:fillRect l="-695" b="-4382"/>
                </a:stretch>
              </a:blipFill>
            </p:spPr>
            <p:txBody>
              <a:bodyPr/>
              <a:lstStyle/>
              <a:p>
                <a:r>
                  <a:rPr lang="pt-BR">
                    <a:noFill/>
                  </a:rPr>
                  <a:t> </a:t>
                </a:r>
              </a:p>
            </p:txBody>
          </p:sp>
        </mc:Fallback>
      </mc:AlternateContent>
      <p:sp>
        <p:nvSpPr>
          <p:cNvPr id="3" name="Elipse 2">
            <a:extLst>
              <a:ext uri="{FF2B5EF4-FFF2-40B4-BE49-F238E27FC236}">
                <a16:creationId xmlns:a16="http://schemas.microsoft.com/office/drawing/2014/main" id="{FC7BF6EB-E00D-7E0D-3F84-3147A5BB41DE}"/>
              </a:ext>
            </a:extLst>
          </p:cNvPr>
          <p:cNvSpPr/>
          <p:nvPr/>
        </p:nvSpPr>
        <p:spPr>
          <a:xfrm>
            <a:off x="2063552" y="1578545"/>
            <a:ext cx="1367980" cy="1384807"/>
          </a:xfrm>
          <a:prstGeom prst="ellipse">
            <a:avLst/>
          </a:prstGeom>
          <a:solidFill>
            <a:schemeClr val="accent1">
              <a:alpha val="7000"/>
            </a:schemeClr>
          </a:solidFill>
          <a:ln w="19050">
            <a:solidFill>
              <a:schemeClr val="tx2">
                <a:lumMod val="90000"/>
                <a:lumOff val="1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5" name="Conector reto 4">
            <a:extLst>
              <a:ext uri="{FF2B5EF4-FFF2-40B4-BE49-F238E27FC236}">
                <a16:creationId xmlns:a16="http://schemas.microsoft.com/office/drawing/2014/main" id="{54F71E4B-75EB-F637-034E-CAB06CB4CE21}"/>
              </a:ext>
            </a:extLst>
          </p:cNvPr>
          <p:cNvCxnSpPr>
            <a:cxnSpLocks/>
            <a:stCxn id="16" idx="7"/>
            <a:endCxn id="3" idx="7"/>
          </p:cNvCxnSpPr>
          <p:nvPr/>
        </p:nvCxnSpPr>
        <p:spPr>
          <a:xfrm flipV="1">
            <a:off x="2765041" y="1781346"/>
            <a:ext cx="466154" cy="451021"/>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Conector reto 6">
            <a:extLst>
              <a:ext uri="{FF2B5EF4-FFF2-40B4-BE49-F238E27FC236}">
                <a16:creationId xmlns:a16="http://schemas.microsoft.com/office/drawing/2014/main" id="{8C19D695-CCF3-5C67-A0D8-DF1B321042AE}"/>
              </a:ext>
            </a:extLst>
          </p:cNvPr>
          <p:cNvCxnSpPr>
            <a:cxnSpLocks/>
          </p:cNvCxnSpPr>
          <p:nvPr/>
        </p:nvCxnSpPr>
        <p:spPr>
          <a:xfrm>
            <a:off x="2743058" y="2267973"/>
            <a:ext cx="690265" cy="546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Arco 9">
            <a:extLst>
              <a:ext uri="{FF2B5EF4-FFF2-40B4-BE49-F238E27FC236}">
                <a16:creationId xmlns:a16="http://schemas.microsoft.com/office/drawing/2014/main" id="{27E47613-2086-8889-2DA3-636737A44255}"/>
              </a:ext>
            </a:extLst>
          </p:cNvPr>
          <p:cNvSpPr/>
          <p:nvPr/>
        </p:nvSpPr>
        <p:spPr>
          <a:xfrm>
            <a:off x="2094642" y="1999939"/>
            <a:ext cx="843413" cy="719048"/>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E9DD0510-2C0C-9065-7A68-228BD95F2AB2}"/>
                  </a:ext>
                </a:extLst>
              </p:cNvPr>
              <p:cNvSpPr txBox="1"/>
              <p:nvPr/>
            </p:nvSpPr>
            <p:spPr>
              <a:xfrm>
                <a:off x="2867078" y="2004471"/>
                <a:ext cx="248101" cy="2746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p:sp>
            <p:nvSpPr>
              <p:cNvPr id="11" name="CaixaDeTexto 10">
                <a:extLst>
                  <a:ext uri="{FF2B5EF4-FFF2-40B4-BE49-F238E27FC236}">
                    <a16:creationId xmlns:a16="http://schemas.microsoft.com/office/drawing/2014/main" id="{E9DD0510-2C0C-9065-7A68-228BD95F2AB2}"/>
                  </a:ext>
                </a:extLst>
              </p:cNvPr>
              <p:cNvSpPr txBox="1">
                <a:spLocks noRot="1" noChangeAspect="1" noMove="1" noResize="1" noEditPoints="1" noAdjustHandles="1" noChangeArrowheads="1" noChangeShapeType="1" noTextEdit="1"/>
              </p:cNvSpPr>
              <p:nvPr/>
            </p:nvSpPr>
            <p:spPr>
              <a:xfrm>
                <a:off x="2867078" y="2004471"/>
                <a:ext cx="248101" cy="274627"/>
              </a:xfrm>
              <a:prstGeom prst="rect">
                <a:avLst/>
              </a:prstGeom>
              <a:blipFill>
                <a:blip r:embed="rId6"/>
                <a:stretch>
                  <a:fillRect r="-731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E8174C7E-53F8-CB03-B52A-3A7136E340D3}"/>
                  </a:ext>
                </a:extLst>
              </p:cNvPr>
              <p:cNvSpPr txBox="1"/>
              <p:nvPr/>
            </p:nvSpPr>
            <p:spPr>
              <a:xfrm>
                <a:off x="2681920" y="1716422"/>
                <a:ext cx="236189"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p:sp>
            <p:nvSpPr>
              <p:cNvPr id="12" name="CaixaDeTexto 11">
                <a:extLst>
                  <a:ext uri="{FF2B5EF4-FFF2-40B4-BE49-F238E27FC236}">
                    <a16:creationId xmlns:a16="http://schemas.microsoft.com/office/drawing/2014/main" id="{E8174C7E-53F8-CB03-B52A-3A7136E340D3}"/>
                  </a:ext>
                </a:extLst>
              </p:cNvPr>
              <p:cNvSpPr txBox="1">
                <a:spLocks noRot="1" noChangeAspect="1" noMove="1" noResize="1" noEditPoints="1" noAdjustHandles="1" noChangeArrowheads="1" noChangeShapeType="1" noTextEdit="1"/>
              </p:cNvSpPr>
              <p:nvPr/>
            </p:nvSpPr>
            <p:spPr>
              <a:xfrm>
                <a:off x="2681920" y="1716422"/>
                <a:ext cx="236189" cy="302675"/>
              </a:xfrm>
              <a:prstGeom prst="rect">
                <a:avLst/>
              </a:prstGeom>
              <a:blipFill>
                <a:blip r:embed="rId7"/>
                <a:stretch>
                  <a:fillRect r="-17949"/>
                </a:stretch>
              </a:blipFill>
            </p:spPr>
            <p:txBody>
              <a:bodyPr/>
              <a:lstStyle/>
              <a:p>
                <a:r>
                  <a:rPr lang="pt-BR">
                    <a:noFill/>
                  </a:rPr>
                  <a:t> </a:t>
                </a:r>
              </a:p>
            </p:txBody>
          </p:sp>
        </mc:Fallback>
      </mc:AlternateContent>
      <p:cxnSp>
        <p:nvCxnSpPr>
          <p:cNvPr id="13" name="Conector de Seta Reta 12">
            <a:extLst>
              <a:ext uri="{FF2B5EF4-FFF2-40B4-BE49-F238E27FC236}">
                <a16:creationId xmlns:a16="http://schemas.microsoft.com/office/drawing/2014/main" id="{77C55F1C-5BD5-DF76-2F5F-1ED7DF903812}"/>
              </a:ext>
            </a:extLst>
          </p:cNvPr>
          <p:cNvCxnSpPr>
            <a:cxnSpLocks/>
            <a:stCxn id="20" idx="1"/>
            <a:endCxn id="3" idx="7"/>
          </p:cNvCxnSpPr>
          <p:nvPr/>
        </p:nvCxnSpPr>
        <p:spPr>
          <a:xfrm flipH="1" flipV="1">
            <a:off x="3231196" y="1781345"/>
            <a:ext cx="920124" cy="13763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5" name="CaixaDeTexto 14">
                <a:extLst>
                  <a:ext uri="{FF2B5EF4-FFF2-40B4-BE49-F238E27FC236}">
                    <a16:creationId xmlns:a16="http://schemas.microsoft.com/office/drawing/2014/main" id="{86092138-BD00-A438-4A5E-61F36D663977}"/>
                  </a:ext>
                </a:extLst>
              </p:cNvPr>
              <p:cNvSpPr txBox="1"/>
              <p:nvPr/>
            </p:nvSpPr>
            <p:spPr>
              <a:xfrm>
                <a:off x="3647600" y="2183099"/>
                <a:ext cx="307794" cy="3270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r>
                            <a:rPr lang="pt-BR" sz="1400" b="1" i="1" smtClean="0">
                              <a:latin typeface="Cambria Math" panose="02040503050406030204" pitchFamily="18" charset="0"/>
                            </a:rPr>
                            <m:t>𝒓</m:t>
                          </m:r>
                        </m:e>
                        <m:sub>
                          <m:r>
                            <a:rPr lang="pt-BR" sz="1400" b="1" i="1" smtClean="0">
                              <a:latin typeface="Cambria Math" panose="02040503050406030204" pitchFamily="18" charset="0"/>
                            </a:rPr>
                            <m:t>𝒑</m:t>
                          </m:r>
                        </m:sub>
                      </m:sSub>
                    </m:oMath>
                  </m:oMathPara>
                </a14:m>
                <a:endParaRPr lang="pt-BR" sz="1400" b="1"/>
              </a:p>
            </p:txBody>
          </p:sp>
        </mc:Choice>
        <mc:Fallback>
          <p:sp>
            <p:nvSpPr>
              <p:cNvPr id="15" name="CaixaDeTexto 14">
                <a:extLst>
                  <a:ext uri="{FF2B5EF4-FFF2-40B4-BE49-F238E27FC236}">
                    <a16:creationId xmlns:a16="http://schemas.microsoft.com/office/drawing/2014/main" id="{86092138-BD00-A438-4A5E-61F36D663977}"/>
                  </a:ext>
                </a:extLst>
              </p:cNvPr>
              <p:cNvSpPr txBox="1">
                <a:spLocks noRot="1" noChangeAspect="1" noMove="1" noResize="1" noEditPoints="1" noAdjustHandles="1" noChangeArrowheads="1" noChangeShapeType="1" noTextEdit="1"/>
              </p:cNvSpPr>
              <p:nvPr/>
            </p:nvSpPr>
            <p:spPr>
              <a:xfrm>
                <a:off x="3647600" y="2183099"/>
                <a:ext cx="307794" cy="327035"/>
              </a:xfrm>
              <a:prstGeom prst="rect">
                <a:avLst/>
              </a:prstGeom>
              <a:blipFill>
                <a:blip r:embed="rId8"/>
                <a:stretch>
                  <a:fillRect r="-1961"/>
                </a:stretch>
              </a:blipFill>
            </p:spPr>
            <p:txBody>
              <a:bodyPr/>
              <a:lstStyle/>
              <a:p>
                <a:r>
                  <a:rPr lang="pt-BR">
                    <a:noFill/>
                  </a:rPr>
                  <a:t> </a:t>
                </a:r>
              </a:p>
            </p:txBody>
          </p:sp>
        </mc:Fallback>
      </mc:AlternateContent>
      <p:sp>
        <p:nvSpPr>
          <p:cNvPr id="16" name="Elipse 15">
            <a:extLst>
              <a:ext uri="{FF2B5EF4-FFF2-40B4-BE49-F238E27FC236}">
                <a16:creationId xmlns:a16="http://schemas.microsoft.com/office/drawing/2014/main" id="{6616F89B-4506-6B3F-79BB-044E327DC70B}"/>
              </a:ext>
            </a:extLst>
          </p:cNvPr>
          <p:cNvSpPr/>
          <p:nvPr/>
        </p:nvSpPr>
        <p:spPr>
          <a:xfrm>
            <a:off x="2711967" y="2223147"/>
            <a:ext cx="62181" cy="6294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de Seta Reta 16">
            <a:extLst>
              <a:ext uri="{FF2B5EF4-FFF2-40B4-BE49-F238E27FC236}">
                <a16:creationId xmlns:a16="http://schemas.microsoft.com/office/drawing/2014/main" id="{8F91AF59-2EF3-64DF-7896-03F59E9EA565}"/>
              </a:ext>
            </a:extLst>
          </p:cNvPr>
          <p:cNvCxnSpPr>
            <a:cxnSpLocks/>
            <a:stCxn id="20" idx="1"/>
          </p:cNvCxnSpPr>
          <p:nvPr/>
        </p:nvCxnSpPr>
        <p:spPr>
          <a:xfrm flipH="1" flipV="1">
            <a:off x="2773097" y="2290663"/>
            <a:ext cx="1378223" cy="867024"/>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CaixaDeTexto 17">
                <a:extLst>
                  <a:ext uri="{FF2B5EF4-FFF2-40B4-BE49-F238E27FC236}">
                    <a16:creationId xmlns:a16="http://schemas.microsoft.com/office/drawing/2014/main" id="{415B0D8E-C1BD-B522-EC7F-7F1954A89333}"/>
                  </a:ext>
                </a:extLst>
              </p:cNvPr>
              <p:cNvSpPr txBox="1"/>
              <p:nvPr/>
            </p:nvSpPr>
            <p:spPr>
              <a:xfrm>
                <a:off x="3271951" y="2724195"/>
                <a:ext cx="27492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400" b="1" i="1" smtClean="0">
                          <a:solidFill>
                            <a:srgbClr val="00B050"/>
                          </a:solidFill>
                          <a:latin typeface="Cambria Math" panose="02040503050406030204" pitchFamily="18" charset="0"/>
                        </a:rPr>
                        <m:t>𝒑</m:t>
                      </m:r>
                    </m:oMath>
                  </m:oMathPara>
                </a14:m>
                <a:endParaRPr lang="pt-BR" sz="1400" b="1">
                  <a:solidFill>
                    <a:srgbClr val="00B050"/>
                  </a:solidFill>
                </a:endParaRPr>
              </a:p>
            </p:txBody>
          </p:sp>
        </mc:Choice>
        <mc:Fallback>
          <p:sp>
            <p:nvSpPr>
              <p:cNvPr id="18" name="CaixaDeTexto 17">
                <a:extLst>
                  <a:ext uri="{FF2B5EF4-FFF2-40B4-BE49-F238E27FC236}">
                    <a16:creationId xmlns:a16="http://schemas.microsoft.com/office/drawing/2014/main" id="{415B0D8E-C1BD-B522-EC7F-7F1954A89333}"/>
                  </a:ext>
                </a:extLst>
              </p:cNvPr>
              <p:cNvSpPr txBox="1">
                <a:spLocks noRot="1" noChangeAspect="1" noMove="1" noResize="1" noEditPoints="1" noAdjustHandles="1" noChangeArrowheads="1" noChangeShapeType="1" noTextEdit="1"/>
              </p:cNvSpPr>
              <p:nvPr/>
            </p:nvSpPr>
            <p:spPr>
              <a:xfrm>
                <a:off x="3271951" y="2724195"/>
                <a:ext cx="274929" cy="307777"/>
              </a:xfrm>
              <a:prstGeom prst="rect">
                <a:avLst/>
              </a:prstGeom>
              <a:blipFill>
                <a:blip r:embed="rId9"/>
                <a:stretch>
                  <a:fillRect b="-20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9" name="CaixaDeTexto 18">
                <a:extLst>
                  <a:ext uri="{FF2B5EF4-FFF2-40B4-BE49-F238E27FC236}">
                    <a16:creationId xmlns:a16="http://schemas.microsoft.com/office/drawing/2014/main" id="{353D303B-B035-D8BA-8D64-E4E682F56D3B}"/>
                  </a:ext>
                </a:extLst>
              </p:cNvPr>
              <p:cNvSpPr txBox="1"/>
              <p:nvPr/>
            </p:nvSpPr>
            <p:spPr>
              <a:xfrm>
                <a:off x="4065377" y="3194948"/>
                <a:ext cx="432048"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𝑂</m:t>
                      </m:r>
                    </m:oMath>
                  </m:oMathPara>
                </a14:m>
                <a:endParaRPr lang="pt-BR" sz="1100"/>
              </a:p>
            </p:txBody>
          </p:sp>
        </mc:Choice>
        <mc:Fallback>
          <p:sp>
            <p:nvSpPr>
              <p:cNvPr id="19" name="CaixaDeTexto 18">
                <a:extLst>
                  <a:ext uri="{FF2B5EF4-FFF2-40B4-BE49-F238E27FC236}">
                    <a16:creationId xmlns:a16="http://schemas.microsoft.com/office/drawing/2014/main" id="{353D303B-B035-D8BA-8D64-E4E682F56D3B}"/>
                  </a:ext>
                </a:extLst>
              </p:cNvPr>
              <p:cNvSpPr txBox="1">
                <a:spLocks noRot="1" noChangeAspect="1" noMove="1" noResize="1" noEditPoints="1" noAdjustHandles="1" noChangeArrowheads="1" noChangeShapeType="1" noTextEdit="1"/>
              </p:cNvSpPr>
              <p:nvPr/>
            </p:nvSpPr>
            <p:spPr>
              <a:xfrm>
                <a:off x="4065377" y="3194948"/>
                <a:ext cx="432048" cy="261610"/>
              </a:xfrm>
              <a:prstGeom prst="rect">
                <a:avLst/>
              </a:prstGeom>
              <a:blipFill>
                <a:blip r:embed="rId10"/>
                <a:stretch>
                  <a:fillRect/>
                </a:stretch>
              </a:blipFill>
            </p:spPr>
            <p:txBody>
              <a:bodyPr/>
              <a:lstStyle/>
              <a:p>
                <a:r>
                  <a:rPr lang="pt-BR">
                    <a:noFill/>
                  </a:rPr>
                  <a:t> </a:t>
                </a:r>
              </a:p>
            </p:txBody>
          </p:sp>
        </mc:Fallback>
      </mc:AlternateContent>
      <p:sp>
        <p:nvSpPr>
          <p:cNvPr id="20" name="Elipse 19">
            <a:extLst>
              <a:ext uri="{FF2B5EF4-FFF2-40B4-BE49-F238E27FC236}">
                <a16:creationId xmlns:a16="http://schemas.microsoft.com/office/drawing/2014/main" id="{9A43987F-E7D5-225D-1A27-E0B450B9249F}"/>
              </a:ext>
            </a:extLst>
          </p:cNvPr>
          <p:cNvSpPr/>
          <p:nvPr/>
        </p:nvSpPr>
        <p:spPr>
          <a:xfrm>
            <a:off x="4142214" y="3148469"/>
            <a:ext cx="62181" cy="62946"/>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4" name="Agrupar 33">
            <a:extLst>
              <a:ext uri="{FF2B5EF4-FFF2-40B4-BE49-F238E27FC236}">
                <a16:creationId xmlns:a16="http://schemas.microsoft.com/office/drawing/2014/main" id="{AEEF91CA-45FB-D1F1-080F-8302C4AF77B5}"/>
              </a:ext>
            </a:extLst>
          </p:cNvPr>
          <p:cNvGrpSpPr/>
          <p:nvPr/>
        </p:nvGrpSpPr>
        <p:grpSpPr>
          <a:xfrm>
            <a:off x="1988655" y="2190162"/>
            <a:ext cx="146905" cy="148375"/>
            <a:chOff x="2999656" y="3825766"/>
            <a:chExt cx="182880" cy="182880"/>
          </a:xfrm>
        </p:grpSpPr>
        <p:sp>
          <p:nvSpPr>
            <p:cNvPr id="47" name="Elipse 46">
              <a:extLst>
                <a:ext uri="{FF2B5EF4-FFF2-40B4-BE49-F238E27FC236}">
                  <a16:creationId xmlns:a16="http://schemas.microsoft.com/office/drawing/2014/main" id="{30BF2A5A-E417-A2CB-CF9D-188CA28D7A80}"/>
                </a:ext>
              </a:extLst>
            </p:cNvPr>
            <p:cNvSpPr/>
            <p:nvPr/>
          </p:nvSpPr>
          <p:spPr>
            <a:xfrm flipH="1" flipV="1">
              <a:off x="2999656" y="3825766"/>
              <a:ext cx="182880" cy="182880"/>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2EAD996B-0C1D-1A5D-85B1-1EAEB91413A7}"/>
                </a:ext>
              </a:extLst>
            </p:cNvPr>
            <p:cNvSpPr/>
            <p:nvPr/>
          </p:nvSpPr>
          <p:spPr>
            <a:xfrm flipH="1" flipV="1">
              <a:off x="3075614" y="3901620"/>
              <a:ext cx="30964" cy="31173"/>
            </a:xfrm>
            <a:prstGeom prst="ellipse">
              <a:avLst/>
            </a:prstGeom>
            <a:solidFill>
              <a:schemeClr val="tx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46" name="CaixaDeTexto 45">
                <a:extLst>
                  <a:ext uri="{FF2B5EF4-FFF2-40B4-BE49-F238E27FC236}">
                    <a16:creationId xmlns:a16="http://schemas.microsoft.com/office/drawing/2014/main" id="{0BA273BB-12B4-7B2D-3C3B-88DA6761AE3A}"/>
                  </a:ext>
                </a:extLst>
              </p:cNvPr>
              <p:cNvSpPr txBox="1"/>
              <p:nvPr/>
            </p:nvSpPr>
            <p:spPr>
              <a:xfrm>
                <a:off x="1643646" y="1921223"/>
                <a:ext cx="314501" cy="3539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p:sp>
            <p:nvSpPr>
              <p:cNvPr id="46" name="CaixaDeTexto 45">
                <a:extLst>
                  <a:ext uri="{FF2B5EF4-FFF2-40B4-BE49-F238E27FC236}">
                    <a16:creationId xmlns:a16="http://schemas.microsoft.com/office/drawing/2014/main" id="{0BA273BB-12B4-7B2D-3C3B-88DA6761AE3A}"/>
                  </a:ext>
                </a:extLst>
              </p:cNvPr>
              <p:cNvSpPr txBox="1">
                <a:spLocks noRot="1" noChangeAspect="1" noMove="1" noResize="1" noEditPoints="1" noAdjustHandles="1" noChangeArrowheads="1" noChangeShapeType="1" noTextEdit="1"/>
              </p:cNvSpPr>
              <p:nvPr/>
            </p:nvSpPr>
            <p:spPr>
              <a:xfrm>
                <a:off x="1643646" y="1921223"/>
                <a:ext cx="314501" cy="353943"/>
              </a:xfrm>
              <a:prstGeom prst="rect">
                <a:avLst/>
              </a:prstGeom>
              <a:blipFill>
                <a:blip r:embed="rId11"/>
                <a:stretch>
                  <a:fillRect r="-33333" b="-3448"/>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3" name="CaixaDeTexto 52">
                <a:extLst>
                  <a:ext uri="{FF2B5EF4-FFF2-40B4-BE49-F238E27FC236}">
                    <a16:creationId xmlns:a16="http://schemas.microsoft.com/office/drawing/2014/main" id="{9D306FAD-7E02-104C-B79C-EDB6ACFE4449}"/>
                  </a:ext>
                </a:extLst>
              </p:cNvPr>
              <p:cNvSpPr txBox="1"/>
              <p:nvPr/>
            </p:nvSpPr>
            <p:spPr>
              <a:xfrm>
                <a:off x="2397448" y="2447792"/>
                <a:ext cx="646012"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m:t>
                          </m:r>
                          <m:r>
                            <a:rPr lang="pt-BR" sz="1200" b="0" i="1" smtClean="0">
                              <a:latin typeface="Cambria Math" panose="02040503050406030204" pitchFamily="18" charset="0"/>
                            </a:rPr>
                            <m:t>𝑥</m:t>
                          </m:r>
                        </m:e>
                        <m:sub>
                          <m:r>
                            <a:rPr lang="pt-BR" sz="1200" i="1" smtClean="0">
                              <a:latin typeface="Cambria Math" panose="02040503050406030204" pitchFamily="18" charset="0"/>
                            </a:rPr>
                            <m:t>𝑝</m:t>
                          </m:r>
                        </m:sub>
                      </m:sSub>
                      <m:r>
                        <a:rPr lang="pt-BR" sz="1200" b="0" i="1" smtClean="0">
                          <a:latin typeface="Cambria Math" panose="02040503050406030204" pitchFamily="18" charset="0"/>
                        </a:rPr>
                        <m:t>, </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𝑦</m:t>
                          </m:r>
                        </m:e>
                        <m:sub>
                          <m:r>
                            <a:rPr lang="pt-BR" sz="1200" b="0" i="1" smtClean="0">
                              <a:latin typeface="Cambria Math" panose="02040503050406030204" pitchFamily="18" charset="0"/>
                            </a:rPr>
                            <m:t>𝑝</m:t>
                          </m:r>
                        </m:sub>
                      </m:sSub>
                      <m:r>
                        <a:rPr lang="pt-BR" sz="1200" b="0" i="1" smtClean="0">
                          <a:latin typeface="Cambria Math" panose="02040503050406030204" pitchFamily="18" charset="0"/>
                        </a:rPr>
                        <m:t>)</m:t>
                      </m:r>
                    </m:oMath>
                  </m:oMathPara>
                </a14:m>
                <a:endParaRPr lang="pt-BR" sz="1200"/>
              </a:p>
            </p:txBody>
          </p:sp>
        </mc:Choice>
        <mc:Fallback>
          <p:sp>
            <p:nvSpPr>
              <p:cNvPr id="53" name="CaixaDeTexto 52">
                <a:extLst>
                  <a:ext uri="{FF2B5EF4-FFF2-40B4-BE49-F238E27FC236}">
                    <a16:creationId xmlns:a16="http://schemas.microsoft.com/office/drawing/2014/main" id="{9D306FAD-7E02-104C-B79C-EDB6ACFE4449}"/>
                  </a:ext>
                </a:extLst>
              </p:cNvPr>
              <p:cNvSpPr txBox="1">
                <a:spLocks noRot="1" noChangeAspect="1" noMove="1" noResize="1" noEditPoints="1" noAdjustHandles="1" noChangeArrowheads="1" noChangeShapeType="1" noTextEdit="1"/>
              </p:cNvSpPr>
              <p:nvPr/>
            </p:nvSpPr>
            <p:spPr>
              <a:xfrm>
                <a:off x="2397448" y="2447792"/>
                <a:ext cx="646012" cy="302675"/>
              </a:xfrm>
              <a:prstGeom prst="rect">
                <a:avLst/>
              </a:prstGeom>
              <a:blipFill>
                <a:blip r:embed="rId12"/>
                <a:stretch>
                  <a:fillRect r="-1887" b="-2041"/>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8" name="CaixaDeTexto 57">
                <a:extLst>
                  <a:ext uri="{FF2B5EF4-FFF2-40B4-BE49-F238E27FC236}">
                    <a16:creationId xmlns:a16="http://schemas.microsoft.com/office/drawing/2014/main" id="{55C1FAED-F330-68C9-DD31-83A89821F693}"/>
                  </a:ext>
                </a:extLst>
              </p:cNvPr>
              <p:cNvSpPr txBox="1"/>
              <p:nvPr/>
            </p:nvSpPr>
            <p:spPr>
              <a:xfrm>
                <a:off x="2970095" y="1340768"/>
                <a:ext cx="236189" cy="302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b="0" i="1" smtClean="0">
                              <a:latin typeface="Cambria Math" panose="02040503050406030204" pitchFamily="18" charset="0"/>
                            </a:rPr>
                            <m:t>𝑐</m:t>
                          </m:r>
                        </m:e>
                        <m:sub>
                          <m:r>
                            <a:rPr lang="pt-BR" sz="1200" i="1" smtClean="0">
                              <a:latin typeface="Cambria Math" panose="02040503050406030204" pitchFamily="18" charset="0"/>
                            </a:rPr>
                            <m:t>𝑝</m:t>
                          </m:r>
                        </m:sub>
                      </m:sSub>
                    </m:oMath>
                  </m:oMathPara>
                </a14:m>
                <a:endParaRPr lang="pt-BR" sz="1200"/>
              </a:p>
            </p:txBody>
          </p:sp>
        </mc:Choice>
        <mc:Fallback>
          <p:sp>
            <p:nvSpPr>
              <p:cNvPr id="58" name="CaixaDeTexto 57">
                <a:extLst>
                  <a:ext uri="{FF2B5EF4-FFF2-40B4-BE49-F238E27FC236}">
                    <a16:creationId xmlns:a16="http://schemas.microsoft.com/office/drawing/2014/main" id="{55C1FAED-F330-68C9-DD31-83A89821F693}"/>
                  </a:ext>
                </a:extLst>
              </p:cNvPr>
              <p:cNvSpPr txBox="1">
                <a:spLocks noRot="1" noChangeAspect="1" noMove="1" noResize="1" noEditPoints="1" noAdjustHandles="1" noChangeArrowheads="1" noChangeShapeType="1" noTextEdit="1"/>
              </p:cNvSpPr>
              <p:nvPr/>
            </p:nvSpPr>
            <p:spPr>
              <a:xfrm>
                <a:off x="2970095" y="1340768"/>
                <a:ext cx="236189" cy="302675"/>
              </a:xfrm>
              <a:prstGeom prst="rect">
                <a:avLst/>
              </a:prstGeom>
              <a:blipFill>
                <a:blip r:embed="rId13"/>
                <a:stretch>
                  <a:fillRect r="-12821"/>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mc:Choice xmlns:a14="http://schemas.microsoft.com/office/drawing/2010/main" Requires="a14">
          <p:sp>
            <p:nvSpPr>
              <p:cNvPr id="24" name="CaixaDeTexto 23">
                <a:extLst>
                  <a:ext uri="{FF2B5EF4-FFF2-40B4-BE49-F238E27FC236}">
                    <a16:creationId xmlns:a16="http://schemas.microsoft.com/office/drawing/2014/main" id="{53BD7D7D-B52E-2B8A-1996-E3CCD928A4F8}"/>
                  </a:ext>
                </a:extLst>
              </p:cNvPr>
              <p:cNvSpPr txBox="1"/>
              <p:nvPr/>
            </p:nvSpPr>
            <p:spPr>
              <a:xfrm>
                <a:off x="6107775" y="4293096"/>
                <a:ext cx="5218284" cy="584775"/>
              </a:xfrm>
              <a:prstGeom prst="rect">
                <a:avLst/>
              </a:prstGeom>
              <a:noFill/>
            </p:spPr>
            <p:txBody>
              <a:bodyPr wrap="square">
                <a:spAutoFit/>
              </a:bodyPr>
              <a:lstStyle>
                <a:defPPr>
                  <a:defRPr lang="pt-BR"/>
                </a:defPPr>
                <a:lvl1pPr>
                  <a:defRPr sz="1600"/>
                </a:lvl1pPr>
              </a:lstStyle>
              <a:p>
                <a:r>
                  <a:rPr lang="en-US"/>
                  <a:t>Using the superposition principle, vector potential </a:t>
                </a:r>
                <a14:m>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can be expanded as</a:t>
                </a:r>
                <a:endParaRPr lang="pt-BR"/>
              </a:p>
            </p:txBody>
          </p:sp>
        </mc:Choice>
        <mc:Fallback>
          <p:sp>
            <p:nvSpPr>
              <p:cNvPr id="24" name="CaixaDeTexto 23">
                <a:extLst>
                  <a:ext uri="{FF2B5EF4-FFF2-40B4-BE49-F238E27FC236}">
                    <a16:creationId xmlns:a16="http://schemas.microsoft.com/office/drawing/2014/main" id="{53BD7D7D-B52E-2B8A-1996-E3CCD928A4F8}"/>
                  </a:ext>
                </a:extLst>
              </p:cNvPr>
              <p:cNvSpPr txBox="1">
                <a:spLocks noRot="1" noChangeAspect="1" noMove="1" noResize="1" noEditPoints="1" noAdjustHandles="1" noChangeArrowheads="1" noChangeShapeType="1" noTextEdit="1"/>
              </p:cNvSpPr>
              <p:nvPr/>
            </p:nvSpPr>
            <p:spPr>
              <a:xfrm>
                <a:off x="6107775" y="4293096"/>
                <a:ext cx="5218284" cy="584775"/>
              </a:xfrm>
              <a:prstGeom prst="rect">
                <a:avLst/>
              </a:prstGeom>
              <a:blipFill>
                <a:blip r:embed="rId14"/>
                <a:stretch>
                  <a:fillRect l="-701" t="-3125" b="-125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6" name="CaixaDeTexto 25">
                <a:extLst>
                  <a:ext uri="{FF2B5EF4-FFF2-40B4-BE49-F238E27FC236}">
                    <a16:creationId xmlns:a16="http://schemas.microsoft.com/office/drawing/2014/main" id="{93DD0F9A-89C8-D9DF-AE72-D16BFF9F5D13}"/>
                  </a:ext>
                </a:extLst>
              </p:cNvPr>
              <p:cNvSpPr txBox="1"/>
              <p:nvPr/>
            </p:nvSpPr>
            <p:spPr>
              <a:xfrm>
                <a:off x="6109260" y="4922393"/>
                <a:ext cx="5190639" cy="8108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m:rPr>
                              <m:sty m:val="p"/>
                            </m:rPr>
                            <a:rPr lang="pt-BR">
                              <a:latin typeface="Cambria Math" panose="02040503050406030204" pitchFamily="18" charset="0"/>
                            </a:rPr>
                            <m:t>z</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i="1" smtClean="0">
                          <a:latin typeface="Cambria Math" panose="02040503050406030204" pitchFamily="18" charset="0"/>
                        </a:rPr>
                        <m:t>=</m:t>
                      </m:r>
                      <m:nary>
                        <m:naryPr>
                          <m:chr m:val="∑"/>
                          <m:ctrlPr>
                            <a:rPr lang="pt-BR" b="0" i="1" smtClean="0">
                              <a:latin typeface="Cambria Math" panose="02040503050406030204" pitchFamily="18" charset="0"/>
                            </a:rPr>
                          </m:ctrlPr>
                        </m:naryPr>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1</m:t>
                          </m:r>
                        </m:sub>
                        <m:sup>
                          <m:sSub>
                            <m:sSubPr>
                              <m:ctrlPr>
                                <a:rPr lang="pt-BR" i="1">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e>
                      </m:nary>
                    </m:oMath>
                  </m:oMathPara>
                </a14:m>
                <a:endParaRPr lang="en-US"/>
              </a:p>
            </p:txBody>
          </p:sp>
        </mc:Choice>
        <mc:Fallback>
          <p:sp>
            <p:nvSpPr>
              <p:cNvPr id="26" name="CaixaDeTexto 25">
                <a:extLst>
                  <a:ext uri="{FF2B5EF4-FFF2-40B4-BE49-F238E27FC236}">
                    <a16:creationId xmlns:a16="http://schemas.microsoft.com/office/drawing/2014/main" id="{93DD0F9A-89C8-D9DF-AE72-D16BFF9F5D13}"/>
                  </a:ext>
                </a:extLst>
              </p:cNvPr>
              <p:cNvSpPr txBox="1">
                <a:spLocks noRot="1" noChangeAspect="1" noMove="1" noResize="1" noEditPoints="1" noAdjustHandles="1" noChangeArrowheads="1" noChangeShapeType="1" noTextEdit="1"/>
              </p:cNvSpPr>
              <p:nvPr/>
            </p:nvSpPr>
            <p:spPr>
              <a:xfrm>
                <a:off x="6109260" y="4922393"/>
                <a:ext cx="5190639" cy="810863"/>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7" name="CaixaDeTexto 26">
                <a:extLst>
                  <a:ext uri="{FF2B5EF4-FFF2-40B4-BE49-F238E27FC236}">
                    <a16:creationId xmlns:a16="http://schemas.microsoft.com/office/drawing/2014/main" id="{AE1D638E-B05C-4489-6A35-F46D56C9BB75}"/>
                  </a:ext>
                </a:extLst>
              </p:cNvPr>
              <p:cNvSpPr txBox="1"/>
              <p:nvPr/>
            </p:nvSpPr>
            <p:spPr>
              <a:xfrm>
                <a:off x="6107775" y="5810787"/>
                <a:ext cx="5218284" cy="622735"/>
              </a:xfrm>
              <a:prstGeom prst="rect">
                <a:avLst/>
              </a:prstGeom>
              <a:noFill/>
            </p:spPr>
            <p:txBody>
              <a:bodyPr wrap="square">
                <a:spAutoFit/>
              </a:bodyPr>
              <a:lstStyle>
                <a:defPPr>
                  <a:defRPr lang="pt-BR"/>
                </a:defPPr>
                <a:lvl1pPr>
                  <a:defRPr sz="1600"/>
                </a:lvl1pPr>
              </a:lstStyle>
              <a:p>
                <a14:m>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oMath>
                </a14:m>
                <a:r>
                  <a:rPr lang="en-US"/>
                  <a:t> is the contribution due to the equivalent currents on the </a:t>
                </a:r>
                <a14:m>
                  <m:oMath xmlns:m="http://schemas.openxmlformats.org/officeDocument/2006/math">
                    <m:r>
                      <a:rPr lang="pt-BR" i="1">
                        <a:latin typeface="Cambria Math" panose="02040503050406030204" pitchFamily="18" charset="0"/>
                      </a:rPr>
                      <m:t>𝑝</m:t>
                    </m:r>
                  </m:oMath>
                </a14:m>
                <a:r>
                  <a:rPr lang="pt-BR"/>
                  <a:t>-th surface conductor,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𝑐</m:t>
                        </m:r>
                      </m:e>
                      <m:sub>
                        <m:r>
                          <a:rPr lang="pt-BR" i="1">
                            <a:latin typeface="Cambria Math" panose="02040503050406030204" pitchFamily="18" charset="0"/>
                          </a:rPr>
                          <m:t>𝑝</m:t>
                        </m:r>
                      </m:sub>
                    </m:sSub>
                  </m:oMath>
                </a14:m>
                <a:r>
                  <a:rPr lang="pt-BR"/>
                  <a:t>.</a:t>
                </a:r>
              </a:p>
            </p:txBody>
          </p:sp>
        </mc:Choice>
        <mc:Fallback>
          <p:sp>
            <p:nvSpPr>
              <p:cNvPr id="27" name="CaixaDeTexto 26">
                <a:extLst>
                  <a:ext uri="{FF2B5EF4-FFF2-40B4-BE49-F238E27FC236}">
                    <a16:creationId xmlns:a16="http://schemas.microsoft.com/office/drawing/2014/main" id="{AE1D638E-B05C-4489-6A35-F46D56C9BB75}"/>
                  </a:ext>
                </a:extLst>
              </p:cNvPr>
              <p:cNvSpPr txBox="1">
                <a:spLocks noRot="1" noChangeAspect="1" noMove="1" noResize="1" noEditPoints="1" noAdjustHandles="1" noChangeArrowheads="1" noChangeShapeType="1" noTextEdit="1"/>
              </p:cNvSpPr>
              <p:nvPr/>
            </p:nvSpPr>
            <p:spPr>
              <a:xfrm>
                <a:off x="6107775" y="5810787"/>
                <a:ext cx="5218284" cy="622735"/>
              </a:xfrm>
              <a:prstGeom prst="rect">
                <a:avLst/>
              </a:prstGeom>
              <a:blipFill>
                <a:blip r:embed="rId16"/>
                <a:stretch>
                  <a:fillRect l="-701" t="-1961" b="-9804"/>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8" name="CaixaDeTexto 27">
                <a:extLst>
                  <a:ext uri="{FF2B5EF4-FFF2-40B4-BE49-F238E27FC236}">
                    <a16:creationId xmlns:a16="http://schemas.microsoft.com/office/drawing/2014/main" id="{AE22C686-6973-7C5C-4F22-F824EBC72058}"/>
                  </a:ext>
                </a:extLst>
              </p:cNvPr>
              <p:cNvSpPr txBox="1"/>
              <p:nvPr/>
            </p:nvSpPr>
            <p:spPr>
              <a:xfrm>
                <a:off x="479375" y="5542858"/>
                <a:ext cx="4032449" cy="6584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1" i="1" smtClean="0">
                              <a:latin typeface="Cambria Math" panose="02040503050406030204" pitchFamily="18" charset="0"/>
                            </a:rPr>
                            <m:t>𝒓</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d>
                      <m:r>
                        <a:rPr lang="pt-BR" sz="1600" b="0" i="1" smtClean="0">
                          <a:latin typeface="Cambria Math" panose="02040503050406030204" pitchFamily="18" charset="0"/>
                        </a:rPr>
                        <m:t>=</m:t>
                      </m:r>
                      <m:r>
                        <a:rPr lang="pt-BR" sz="1600" b="1" i="1" smtClean="0">
                          <a:solidFill>
                            <a:schemeClr val="tx1"/>
                          </a:solidFill>
                          <a:latin typeface="Cambria Math" panose="02040503050406030204" pitchFamily="18" charset="0"/>
                        </a:rPr>
                        <m:t>𝒑</m:t>
                      </m:r>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1" i="1" smtClean="0">
                              <a:latin typeface="Cambria Math" panose="02040503050406030204" pitchFamily="18" charset="0"/>
                            </a:rPr>
                            <m:t>𝒄</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𝜌</m:t>
                          </m:r>
                          <m:r>
                            <a:rPr lang="pt-BR" sz="1600" b="0" i="1" smtClean="0">
                              <a:latin typeface="Cambria Math" panose="02040503050406030204" pitchFamily="18" charset="0"/>
                            </a:rPr>
                            <m:t>,</m:t>
                          </m:r>
                          <m:r>
                            <a:rPr lang="pt-BR" sz="1600" b="0" i="1" smtClean="0">
                              <a:latin typeface="Cambria Math" panose="02040503050406030204" pitchFamily="18" charset="0"/>
                            </a:rPr>
                            <m:t>𝜃</m:t>
                          </m:r>
                        </m:e>
                      </m:d>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𝑥</m:t>
                          </m:r>
                        </m:sub>
                      </m:sSub>
                      <m:r>
                        <a:rPr lang="pt-BR" sz="1600" i="1">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𝑦</m:t>
                          </m:r>
                        </m:sub>
                      </m:sSub>
                    </m:oMath>
                  </m:oMathPara>
                </a14:m>
                <a:endParaRPr lang="pt-BR" sz="1600"/>
              </a:p>
            </p:txBody>
          </p:sp>
        </mc:Choice>
        <mc:Fallback>
          <p:sp>
            <p:nvSpPr>
              <p:cNvPr id="28" name="CaixaDeTexto 27">
                <a:extLst>
                  <a:ext uri="{FF2B5EF4-FFF2-40B4-BE49-F238E27FC236}">
                    <a16:creationId xmlns:a16="http://schemas.microsoft.com/office/drawing/2014/main" id="{AE22C686-6973-7C5C-4F22-F824EBC72058}"/>
                  </a:ext>
                </a:extLst>
              </p:cNvPr>
              <p:cNvSpPr txBox="1">
                <a:spLocks noRot="1" noChangeAspect="1" noMove="1" noResize="1" noEditPoints="1" noAdjustHandles="1" noChangeArrowheads="1" noChangeShapeType="1" noTextEdit="1"/>
              </p:cNvSpPr>
              <p:nvPr/>
            </p:nvSpPr>
            <p:spPr>
              <a:xfrm>
                <a:off x="479375" y="5542858"/>
                <a:ext cx="4032449" cy="658450"/>
              </a:xfrm>
              <a:prstGeom prst="rect">
                <a:avLst/>
              </a:prstGeom>
              <a:blipFill>
                <a:blip r:embed="rId17"/>
                <a:stretch>
                  <a:fillRect b="-926"/>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35" name="CaixaDeTexto 34">
                <a:extLst>
                  <a:ext uri="{FF2B5EF4-FFF2-40B4-BE49-F238E27FC236}">
                    <a16:creationId xmlns:a16="http://schemas.microsoft.com/office/drawing/2014/main" id="{120F725B-3414-4F72-505D-C3B7EBFD2D0A}"/>
                  </a:ext>
                </a:extLst>
              </p:cNvPr>
              <p:cNvSpPr txBox="1"/>
              <p:nvPr/>
            </p:nvSpPr>
            <p:spPr>
              <a:xfrm>
                <a:off x="538630" y="4415696"/>
                <a:ext cx="1753750" cy="3579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1" i="1" smtClean="0">
                          <a:solidFill>
                            <a:schemeClr val="tx1"/>
                          </a:solidFill>
                          <a:latin typeface="Cambria Math" panose="02040503050406030204" pitchFamily="18" charset="0"/>
                        </a:rPr>
                        <m:t>𝒑</m:t>
                      </m:r>
                      <m:r>
                        <a:rPr lang="pt-BR" sz="1600" b="0" i="1" smtClean="0">
                          <a:solidFill>
                            <a:schemeClr val="tx1"/>
                          </a:solidFill>
                          <a:latin typeface="Cambria Math" panose="02040503050406030204" pitchFamily="18" charset="0"/>
                        </a:rPr>
                        <m:t>=</m:t>
                      </m:r>
                      <m:sSub>
                        <m:sSubPr>
                          <m:ctrlPr>
                            <a:rPr lang="pt-BR" sz="1600" i="1" smtClean="0">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𝑥</m:t>
                          </m:r>
                        </m:e>
                        <m:sub>
                          <m:r>
                            <a:rPr lang="pt-BR" sz="1600" b="0" i="1" smtClean="0">
                              <a:solidFill>
                                <a:schemeClr val="tx1"/>
                              </a:solidFill>
                              <a:latin typeface="Cambria Math" panose="02040503050406030204" pitchFamily="18" charset="0"/>
                            </a:rPr>
                            <m:t>𝑝</m:t>
                          </m:r>
                        </m:sub>
                      </m:sSub>
                      <m:sSub>
                        <m:sSubPr>
                          <m:ctrlPr>
                            <a:rPr lang="pt-BR" sz="1600" b="0" i="1" smtClean="0">
                              <a:solidFill>
                                <a:schemeClr val="tx1"/>
                              </a:solidFill>
                              <a:latin typeface="Cambria Math" panose="02040503050406030204" pitchFamily="18" charset="0"/>
                            </a:rPr>
                          </m:ctrlPr>
                        </m:sSubPr>
                        <m:e>
                          <m:r>
                            <a:rPr lang="pt-BR" sz="1600" b="1" i="1" smtClean="0">
                              <a:solidFill>
                                <a:schemeClr val="tx1"/>
                              </a:solidFill>
                              <a:latin typeface="Cambria Math" panose="02040503050406030204" pitchFamily="18" charset="0"/>
                            </a:rPr>
                            <m:t>𝒖</m:t>
                          </m:r>
                        </m:e>
                        <m:sub>
                          <m:r>
                            <a:rPr lang="pt-BR" sz="1600" b="0" i="1" smtClean="0">
                              <a:solidFill>
                                <a:schemeClr val="tx1"/>
                              </a:solidFill>
                              <a:latin typeface="Cambria Math" panose="02040503050406030204" pitchFamily="18" charset="0"/>
                            </a:rPr>
                            <m:t>𝑥</m:t>
                          </m:r>
                        </m:sub>
                      </m:sSub>
                      <m:r>
                        <a:rPr lang="pt-BR" sz="1600" i="1">
                          <a:solidFill>
                            <a:schemeClr val="tx1"/>
                          </a:solidFill>
                          <a:latin typeface="Cambria Math" panose="02040503050406030204" pitchFamily="18" charset="0"/>
                        </a:rPr>
                        <m:t>+</m:t>
                      </m:r>
                      <m:sSub>
                        <m:sSubPr>
                          <m:ctrlPr>
                            <a:rPr lang="pt-BR" sz="1600" i="1">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𝑦</m:t>
                          </m:r>
                        </m:e>
                        <m:sub>
                          <m:r>
                            <a:rPr lang="pt-BR" sz="1600" b="0" i="1" smtClean="0">
                              <a:solidFill>
                                <a:schemeClr val="tx1"/>
                              </a:solidFill>
                              <a:latin typeface="Cambria Math" panose="02040503050406030204" pitchFamily="18" charset="0"/>
                            </a:rPr>
                            <m:t>𝑝</m:t>
                          </m:r>
                        </m:sub>
                      </m:sSub>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𝑦</m:t>
                          </m:r>
                        </m:sub>
                      </m:sSub>
                    </m:oMath>
                  </m:oMathPara>
                </a14:m>
                <a:endParaRPr lang="pt-BR" sz="1600">
                  <a:solidFill>
                    <a:schemeClr val="tx1"/>
                  </a:solidFill>
                </a:endParaRPr>
              </a:p>
            </p:txBody>
          </p:sp>
        </mc:Choice>
        <mc:Fallback>
          <p:sp>
            <p:nvSpPr>
              <p:cNvPr id="35" name="CaixaDeTexto 34">
                <a:extLst>
                  <a:ext uri="{FF2B5EF4-FFF2-40B4-BE49-F238E27FC236}">
                    <a16:creationId xmlns:a16="http://schemas.microsoft.com/office/drawing/2014/main" id="{120F725B-3414-4F72-505D-C3B7EBFD2D0A}"/>
                  </a:ext>
                </a:extLst>
              </p:cNvPr>
              <p:cNvSpPr txBox="1">
                <a:spLocks noRot="1" noChangeAspect="1" noMove="1" noResize="1" noEditPoints="1" noAdjustHandles="1" noChangeArrowheads="1" noChangeShapeType="1" noTextEdit="1"/>
              </p:cNvSpPr>
              <p:nvPr/>
            </p:nvSpPr>
            <p:spPr>
              <a:xfrm>
                <a:off x="538630" y="4415696"/>
                <a:ext cx="1753750" cy="357983"/>
              </a:xfrm>
              <a:prstGeom prst="rect">
                <a:avLst/>
              </a:prstGeom>
              <a:blipFill>
                <a:blip r:embed="rId18"/>
                <a:stretch>
                  <a:fillRect b="-339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36" name="CaixaDeTexto 35">
                <a:extLst>
                  <a:ext uri="{FF2B5EF4-FFF2-40B4-BE49-F238E27FC236}">
                    <a16:creationId xmlns:a16="http://schemas.microsoft.com/office/drawing/2014/main" id="{6B448B38-FEF0-9677-808E-32AB0F8FA830}"/>
                  </a:ext>
                </a:extLst>
              </p:cNvPr>
              <p:cNvSpPr txBox="1"/>
              <p:nvPr/>
            </p:nvSpPr>
            <p:spPr>
              <a:xfrm>
                <a:off x="479376" y="4940725"/>
                <a:ext cx="4801764" cy="3604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r>
                            <a:rPr lang="pt-BR" sz="1600" b="1" i="1" smtClean="0">
                              <a:latin typeface="Cambria Math" panose="02040503050406030204" pitchFamily="18" charset="0"/>
                            </a:rPr>
                            <m:t>𝒄</m:t>
                          </m:r>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r>
                        <a:rPr lang="pt-BR" sz="1600" b="0" i="1" smtClean="0">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b="0" i="1" smtClean="0">
                              <a:solidFill>
                                <a:schemeClr val="tx1"/>
                              </a:solidFill>
                              <a:latin typeface="Cambria Math" panose="02040503050406030204" pitchFamily="18" charset="0"/>
                            </a:rPr>
                            <m:t>𝜌</m:t>
                          </m:r>
                        </m:e>
                        <m:sub>
                          <m:r>
                            <a:rPr lang="pt-BR" sz="1600" b="0" i="1" smtClean="0">
                              <a:solidFill>
                                <a:schemeClr val="tx1"/>
                              </a:solidFill>
                              <a:latin typeface="Cambria Math" panose="02040503050406030204" pitchFamily="18" charset="0"/>
                            </a:rPr>
                            <m:t>𝑝</m:t>
                          </m:r>
                        </m:sub>
                      </m:sSub>
                      <m:sSub>
                        <m:sSubPr>
                          <m:ctrlPr>
                            <a:rPr lang="pt-BR" sz="1600" b="0" i="1" smtClean="0">
                              <a:solidFill>
                                <a:schemeClr val="tx1"/>
                              </a:solidFill>
                              <a:latin typeface="Cambria Math" panose="02040503050406030204" pitchFamily="18" charset="0"/>
                            </a:rPr>
                          </m:ctrlPr>
                        </m:sSubPr>
                        <m:e>
                          <m:r>
                            <a:rPr lang="pt-BR" sz="1600" b="1" i="1" smtClean="0">
                              <a:solidFill>
                                <a:schemeClr val="tx1"/>
                              </a:solidFill>
                              <a:latin typeface="Cambria Math" panose="02040503050406030204" pitchFamily="18" charset="0"/>
                            </a:rPr>
                            <m:t>𝒖</m:t>
                          </m:r>
                        </m:e>
                        <m:sub>
                          <m:r>
                            <a:rPr lang="pt-BR" sz="1600" b="0" i="1" smtClean="0">
                              <a:solidFill>
                                <a:schemeClr val="tx1"/>
                              </a:solidFill>
                              <a:latin typeface="Cambria Math" panose="02040503050406030204" pitchFamily="18" charset="0"/>
                            </a:rPr>
                            <m:t>𝜌</m:t>
                          </m:r>
                        </m:sub>
                      </m:sSub>
                      <m:r>
                        <a:rPr lang="pt-BR" sz="1600" i="1">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i="1" smtClean="0">
                              <a:solidFill>
                                <a:schemeClr val="tx1"/>
                              </a:solidFill>
                              <a:latin typeface="Cambria Math" panose="02040503050406030204" pitchFamily="18" charset="0"/>
                            </a:rPr>
                            <m:t>𝜃</m:t>
                          </m:r>
                        </m:e>
                        <m:sub>
                          <m:r>
                            <a:rPr lang="pt-BR" sz="1600" b="0" i="1" smtClean="0">
                              <a:solidFill>
                                <a:schemeClr val="tx1"/>
                              </a:solidFill>
                              <a:latin typeface="Cambria Math" panose="02040503050406030204" pitchFamily="18" charset="0"/>
                            </a:rPr>
                            <m:t>𝑝</m:t>
                          </m:r>
                        </m:sub>
                      </m:sSub>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b="0" i="1" smtClean="0">
                              <a:latin typeface="Cambria Math" panose="02040503050406030204" pitchFamily="18" charset="0"/>
                            </a:rPr>
                            <m:t>𝜃</m:t>
                          </m:r>
                        </m:sub>
                      </m:sSub>
                      <m:r>
                        <a:rPr lang="pt-BR" sz="1600" b="1" i="1" smtClean="0">
                          <a:solidFill>
                            <a:schemeClr val="tx1"/>
                          </a:solidFill>
                          <a:latin typeface="Cambria Math" panose="02040503050406030204" pitchFamily="18" charset="0"/>
                        </a:rPr>
                        <m:t>=</m:t>
                      </m:r>
                      <m:sSub>
                        <m:sSubPr>
                          <m:ctrlPr>
                            <a:rPr lang="pt-BR" sz="1600" i="1" smtClean="0">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𝑥</m:t>
                          </m:r>
                        </m:sub>
                      </m:sSub>
                      <m:r>
                        <a:rPr lang="pt-BR" sz="1600" i="1">
                          <a:latin typeface="Cambria Math" panose="02040503050406030204" pitchFamily="18" charset="0"/>
                        </a:rPr>
                        <m:t>+</m:t>
                      </m:r>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sSub>
                        <m:sSubPr>
                          <m:ctrlPr>
                            <a:rPr lang="pt-BR" sz="1600" i="1">
                              <a:latin typeface="Cambria Math" panose="02040503050406030204" pitchFamily="18" charset="0"/>
                            </a:rPr>
                          </m:ctrlPr>
                        </m:sSubPr>
                        <m:e>
                          <m:r>
                            <a:rPr lang="pt-BR" sz="1600" b="1" i="1">
                              <a:latin typeface="Cambria Math" panose="02040503050406030204" pitchFamily="18" charset="0"/>
                            </a:rPr>
                            <m:t>𝒖</m:t>
                          </m:r>
                        </m:e>
                        <m:sub>
                          <m:r>
                            <a:rPr lang="pt-BR" sz="1600" i="1">
                              <a:latin typeface="Cambria Math" panose="02040503050406030204" pitchFamily="18" charset="0"/>
                            </a:rPr>
                            <m:t>𝑦</m:t>
                          </m:r>
                        </m:sub>
                      </m:sSub>
                      <m:r>
                        <a:rPr lang="pt-BR" sz="1600" b="1" i="1" smtClean="0">
                          <a:latin typeface="Cambria Math" panose="02040503050406030204" pitchFamily="18" charset="0"/>
                        </a:rPr>
                        <m:t>)</m:t>
                      </m:r>
                    </m:oMath>
                  </m:oMathPara>
                </a14:m>
                <a:endParaRPr lang="pt-BR" sz="1600">
                  <a:solidFill>
                    <a:schemeClr val="tx1"/>
                  </a:solidFill>
                </a:endParaRPr>
              </a:p>
            </p:txBody>
          </p:sp>
        </mc:Choice>
        <mc:Fallback>
          <p:sp>
            <p:nvSpPr>
              <p:cNvPr id="36" name="CaixaDeTexto 35">
                <a:extLst>
                  <a:ext uri="{FF2B5EF4-FFF2-40B4-BE49-F238E27FC236}">
                    <a16:creationId xmlns:a16="http://schemas.microsoft.com/office/drawing/2014/main" id="{6B448B38-FEF0-9677-808E-32AB0F8FA830}"/>
                  </a:ext>
                </a:extLst>
              </p:cNvPr>
              <p:cNvSpPr txBox="1">
                <a:spLocks noRot="1" noChangeAspect="1" noMove="1" noResize="1" noEditPoints="1" noAdjustHandles="1" noChangeArrowheads="1" noChangeShapeType="1" noTextEdit="1"/>
              </p:cNvSpPr>
              <p:nvPr/>
            </p:nvSpPr>
            <p:spPr>
              <a:xfrm>
                <a:off x="479376" y="4940725"/>
                <a:ext cx="4801764" cy="360483"/>
              </a:xfrm>
              <a:prstGeom prst="rect">
                <a:avLst/>
              </a:prstGeom>
              <a:blipFill>
                <a:blip r:embed="rId19"/>
                <a:stretch>
                  <a:fillRect b="-3333"/>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37" name="CaixaDeTexto 36">
                <a:extLst>
                  <a:ext uri="{FF2B5EF4-FFF2-40B4-BE49-F238E27FC236}">
                    <a16:creationId xmlns:a16="http://schemas.microsoft.com/office/drawing/2014/main" id="{0CAF2F66-E424-C1B0-5270-A8EACDB9A98F}"/>
                  </a:ext>
                </a:extLst>
              </p:cNvPr>
              <p:cNvSpPr txBox="1"/>
              <p:nvPr/>
            </p:nvSpPr>
            <p:spPr>
              <a:xfrm>
                <a:off x="481167" y="3645024"/>
                <a:ext cx="5506821" cy="622735"/>
              </a:xfrm>
              <a:prstGeom prst="rect">
                <a:avLst/>
              </a:prstGeom>
              <a:noFill/>
            </p:spPr>
            <p:txBody>
              <a:bodyPr wrap="square">
                <a:spAutoFit/>
              </a:bodyPr>
              <a:lstStyle>
                <a:defPPr>
                  <a:defRPr lang="pt-BR"/>
                </a:defPPr>
                <a:lvl1pPr>
                  <a:defRPr sz="1600"/>
                </a:lvl1pPr>
              </a:lstStyle>
              <a:p>
                <a:r>
                  <a:rPr lang="pt-BR"/>
                  <a:t>The </a:t>
                </a:r>
                <a14:m>
                  <m:oMath xmlns:m="http://schemas.openxmlformats.org/officeDocument/2006/math">
                    <m:r>
                      <a:rPr lang="pt-BR" i="1">
                        <a:latin typeface="Cambria Math" panose="02040503050406030204" pitchFamily="18" charset="0"/>
                      </a:rPr>
                      <m:t>𝑝</m:t>
                    </m:r>
                  </m:oMath>
                </a14:m>
                <a:r>
                  <a:rPr lang="pt-BR"/>
                  <a:t>-th surface conductor, </a:t>
                </a:r>
                <a14:m>
                  <m:oMath xmlns:m="http://schemas.openxmlformats.org/officeDocument/2006/math">
                    <m:sSub>
                      <m:sSubPr>
                        <m:ctrlPr>
                          <a:rPr lang="pt-BR" b="0" i="1" smtClean="0">
                            <a:latin typeface="Cambria Math" panose="02040503050406030204" pitchFamily="18" charset="0"/>
                          </a:rPr>
                        </m:ctrlPr>
                      </m:sSubPr>
                      <m:e>
                        <m:r>
                          <a:rPr lang="pt-BR" i="1" smtClean="0">
                            <a:latin typeface="Cambria Math" panose="02040503050406030204" pitchFamily="18" charset="0"/>
                          </a:rPr>
                          <m:t>𝑐</m:t>
                        </m:r>
                      </m:e>
                      <m:sub>
                        <m:r>
                          <a:rPr lang="pt-BR" i="1" smtClean="0">
                            <a:latin typeface="Cambria Math" panose="02040503050406030204" pitchFamily="18" charset="0"/>
                          </a:rPr>
                          <m:t>𝑝</m:t>
                        </m:r>
                      </m:sub>
                    </m:sSub>
                  </m:oMath>
                </a14:m>
                <a:r>
                  <a:rPr lang="pt-BR"/>
                  <a:t>, can be traced by the position vector </a:t>
                </a:r>
                <a14:m>
                  <m:oMath xmlns:m="http://schemas.openxmlformats.org/officeDocument/2006/math">
                    <m:sSub>
                      <m:sSubPr>
                        <m:ctrlPr>
                          <a:rPr lang="pt-BR" b="0" i="1" smtClean="0">
                            <a:latin typeface="Cambria Math" panose="02040503050406030204" pitchFamily="18" charset="0"/>
                          </a:rPr>
                        </m:ctrlPr>
                      </m:sSubPr>
                      <m:e>
                        <m:r>
                          <a:rPr lang="pt-BR" b="1" i="1" smtClean="0">
                            <a:latin typeface="Cambria Math" panose="02040503050406030204" pitchFamily="18" charset="0"/>
                          </a:rPr>
                          <m:t>𝒓</m:t>
                        </m:r>
                      </m:e>
                      <m:sub>
                        <m:r>
                          <a:rPr lang="pt-BR" i="1" smtClean="0">
                            <a:latin typeface="Cambria Math" panose="02040503050406030204" pitchFamily="18" charset="0"/>
                          </a:rPr>
                          <m:t>𝑝</m:t>
                        </m:r>
                      </m:sub>
                    </m:sSub>
                    <m:r>
                      <a:rPr lang="pt-BR" i="1" smtClean="0">
                        <a:latin typeface="Cambria Math" panose="02040503050406030204" pitchFamily="18" charset="0"/>
                      </a:rPr>
                      <m:t>(</m:t>
                    </m:r>
                    <m:sSub>
                      <m:sSubPr>
                        <m:ctrlPr>
                          <a:rPr lang="pt-BR" b="0" i="1" smtClean="0">
                            <a:latin typeface="Cambria Math" panose="02040503050406030204" pitchFamily="18" charset="0"/>
                          </a:rPr>
                        </m:ctrlPr>
                      </m:sSubPr>
                      <m:e>
                        <m:r>
                          <a:rPr lang="pt-BR" i="1" smtClean="0">
                            <a:latin typeface="Cambria Math" panose="02040503050406030204" pitchFamily="18" charset="0"/>
                          </a:rPr>
                          <m:t>𝜃</m:t>
                        </m:r>
                      </m:e>
                      <m:sub>
                        <m:r>
                          <a:rPr lang="pt-BR" i="1" smtClean="0">
                            <a:latin typeface="Cambria Math" panose="02040503050406030204" pitchFamily="18" charset="0"/>
                          </a:rPr>
                          <m:t>𝑝</m:t>
                        </m:r>
                      </m:sub>
                    </m:sSub>
                    <m:r>
                      <a:rPr lang="pt-BR" i="1" smtClean="0">
                        <a:latin typeface="Cambria Math" panose="02040503050406030204" pitchFamily="18" charset="0"/>
                      </a:rPr>
                      <m:t>)</m:t>
                    </m:r>
                  </m:oMath>
                </a14:m>
                <a:r>
                  <a:rPr lang="pt-BR"/>
                  <a:t> in a cylindrical coordinate system:</a:t>
                </a:r>
              </a:p>
            </p:txBody>
          </p:sp>
        </mc:Choice>
        <mc:Fallback>
          <p:sp>
            <p:nvSpPr>
              <p:cNvPr id="37" name="CaixaDeTexto 36">
                <a:extLst>
                  <a:ext uri="{FF2B5EF4-FFF2-40B4-BE49-F238E27FC236}">
                    <a16:creationId xmlns:a16="http://schemas.microsoft.com/office/drawing/2014/main" id="{0CAF2F66-E424-C1B0-5270-A8EACDB9A98F}"/>
                  </a:ext>
                </a:extLst>
              </p:cNvPr>
              <p:cNvSpPr txBox="1">
                <a:spLocks noRot="1" noChangeAspect="1" noMove="1" noResize="1" noEditPoints="1" noAdjustHandles="1" noChangeArrowheads="1" noChangeShapeType="1" noTextEdit="1"/>
              </p:cNvSpPr>
              <p:nvPr/>
            </p:nvSpPr>
            <p:spPr>
              <a:xfrm>
                <a:off x="481167" y="3645024"/>
                <a:ext cx="5506821" cy="622735"/>
              </a:xfrm>
              <a:prstGeom prst="rect">
                <a:avLst/>
              </a:prstGeom>
              <a:blipFill>
                <a:blip r:embed="rId20"/>
                <a:stretch>
                  <a:fillRect l="-664" t="-1961" r="-443" b="-9804"/>
                </a:stretch>
              </a:blipFill>
            </p:spPr>
            <p:txBody>
              <a:bodyPr/>
              <a:lstStyle/>
              <a:p>
                <a:r>
                  <a:rPr lang="pt-BR">
                    <a:noFill/>
                  </a:rPr>
                  <a:t> </a:t>
                </a:r>
              </a:p>
            </p:txBody>
          </p:sp>
        </mc:Fallback>
      </mc:AlternateContent>
    </p:spTree>
    <p:extLst>
      <p:ext uri="{BB962C8B-B14F-4D97-AF65-F5344CB8AC3E}">
        <p14:creationId xmlns:p14="http://schemas.microsoft.com/office/powerpoint/2010/main" val="2053630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15</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mc:AlternateContent xmlns:mc="http://schemas.openxmlformats.org/markup-compatibility/2006">
        <mc:Choice xmlns:a14="http://schemas.microsoft.com/office/drawing/2010/main" Requires="a14">
          <p:sp>
            <p:nvSpPr>
              <p:cNvPr id="69" name="CaixaDeTexto 68">
                <a:extLst>
                  <a:ext uri="{FF2B5EF4-FFF2-40B4-BE49-F238E27FC236}">
                    <a16:creationId xmlns:a16="http://schemas.microsoft.com/office/drawing/2014/main" id="{FC60B356-1ADE-381F-211A-58EAAC72A0C0}"/>
                  </a:ext>
                </a:extLst>
              </p:cNvPr>
              <p:cNvSpPr txBox="1"/>
              <p:nvPr/>
            </p:nvSpPr>
            <p:spPr>
              <a:xfrm>
                <a:off x="499858" y="1388358"/>
                <a:ext cx="5221373" cy="338554"/>
              </a:xfrm>
              <a:prstGeom prst="rect">
                <a:avLst/>
              </a:prstGeom>
              <a:noFill/>
            </p:spPr>
            <p:txBody>
              <a:bodyPr wrap="square">
                <a:spAutoFit/>
              </a:bodyPr>
              <a:lstStyle>
                <a:defPPr>
                  <a:defRPr lang="pt-BR"/>
                </a:defPPr>
                <a:lvl1pPr>
                  <a:defRPr sz="1600"/>
                </a:lvl1pPr>
              </a:lstStyle>
              <a:p>
                <a:r>
                  <a:rPr lang="en-US"/>
                  <a:t>If conductor </a:t>
                </a:r>
                <a14:m>
                  <m:oMath xmlns:m="http://schemas.openxmlformats.org/officeDocument/2006/math">
                    <m:r>
                      <a:rPr lang="en-US" i="1" smtClean="0">
                        <a:latin typeface="Cambria Math" panose="02040503050406030204" pitchFamily="18" charset="0"/>
                      </a:rPr>
                      <m:t>𝑝</m:t>
                    </m:r>
                  </m:oMath>
                </a14:m>
                <a:r>
                  <a:rPr lang="en-US"/>
                  <a:t> is solid, then</a:t>
                </a:r>
                <a:endParaRPr lang="pt-BR"/>
              </a:p>
            </p:txBody>
          </p:sp>
        </mc:Choice>
        <mc:Fallback>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499858" y="1388358"/>
                <a:ext cx="5221373" cy="338554"/>
              </a:xfrm>
              <a:prstGeom prst="rect">
                <a:avLst/>
              </a:prstGeom>
              <a:blipFill>
                <a:blip r:embed="rId4"/>
                <a:stretch>
                  <a:fillRect l="-700" t="-5455" b="-23636"/>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2" name="CaixaDeTexto 71">
                <a:extLst>
                  <a:ext uri="{FF2B5EF4-FFF2-40B4-BE49-F238E27FC236}">
                    <a16:creationId xmlns:a16="http://schemas.microsoft.com/office/drawing/2014/main" id="{2B2252D7-BDB0-0800-4153-D51498FB71FE}"/>
                  </a:ext>
                </a:extLst>
              </p:cNvPr>
              <p:cNvSpPr txBox="1"/>
              <p:nvPr/>
            </p:nvSpPr>
            <p:spPr>
              <a:xfrm>
                <a:off x="494015" y="1826688"/>
                <a:ext cx="5218284" cy="66620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𝑝</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d>
                            <m:dPr>
                              <m:ctrlPr>
                                <a:rPr lang="pt-BR" b="0" i="1" smtClean="0">
                                  <a:latin typeface="Cambria Math" panose="02040503050406030204" pitchFamily="18" charset="0"/>
                                </a:rPr>
                              </m:ctrlPr>
                            </m:dPr>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𝜃</m:t>
                                  </m:r>
                                </m:e>
                                <m:sub>
                                  <m:r>
                                    <a:rPr lang="pt-BR" b="0" i="1" smtClean="0">
                                      <a:latin typeface="Cambria Math" panose="02040503050406030204" pitchFamily="18" charset="0"/>
                                    </a:rPr>
                                    <m:t>𝑝</m:t>
                                  </m:r>
                                </m:sub>
                                <m:sup>
                                  <m:r>
                                    <a:rPr lang="pt-BR" b="0" i="1" smtClean="0">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1" i="1" smtClean="0">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𝑝</m:t>
                              </m:r>
                            </m:sub>
                          </m:sSub>
                          <m:d>
                            <m:dPr>
                              <m:ctrlPr>
                                <a:rPr lang="pt-BR" b="0" i="1" smtClean="0">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𝑝</m:t>
                                  </m:r>
                                </m:sub>
                                <m:sup>
                                  <m:r>
                                    <a:rPr lang="pt-BR" i="1">
                                      <a:latin typeface="Cambria Math" panose="02040503050406030204" pitchFamily="18" charset="0"/>
                                    </a:rPr>
                                    <m:t>′</m:t>
                                  </m:r>
                                </m:sup>
                              </m:sSubSup>
                            </m:e>
                          </m:d>
                        </m:e>
                      </m:d>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𝑝</m:t>
                          </m:r>
                        </m:sub>
                      </m:sSub>
                      <m:r>
                        <a:rPr lang="pt-BR" b="0"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𝑝</m:t>
                          </m:r>
                        </m:sub>
                        <m:sup>
                          <m:r>
                            <a:rPr lang="pt-BR" i="1">
                              <a:latin typeface="Cambria Math" panose="02040503050406030204" pitchFamily="18" charset="0"/>
                            </a:rPr>
                            <m:t>′</m:t>
                          </m:r>
                        </m:sup>
                      </m:sSubSup>
                    </m:oMath>
                  </m:oMathPara>
                </a14:m>
                <a:endParaRPr lang="en-US"/>
              </a:p>
            </p:txBody>
          </p:sp>
        </mc:Choice>
        <mc:Fallback>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494015" y="1826688"/>
                <a:ext cx="5218284" cy="666208"/>
              </a:xfrm>
              <a:prstGeom prst="rect">
                <a:avLst/>
              </a:prstGeom>
              <a:blipFill>
                <a:blip r:embed="rId5"/>
                <a:stretch>
                  <a:fillRect/>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mc:Choice xmlns:a14="http://schemas.microsoft.com/office/drawing/2010/main" Requires="a14">
          <p:sp>
            <p:nvSpPr>
              <p:cNvPr id="21" name="CaixaDeTexto 20">
                <a:extLst>
                  <a:ext uri="{FF2B5EF4-FFF2-40B4-BE49-F238E27FC236}">
                    <a16:creationId xmlns:a16="http://schemas.microsoft.com/office/drawing/2014/main" id="{BF8FFA2B-2776-DE3F-679E-227563589BD9}"/>
                  </a:ext>
                </a:extLst>
              </p:cNvPr>
              <p:cNvSpPr txBox="1"/>
              <p:nvPr/>
            </p:nvSpPr>
            <p:spPr>
              <a:xfrm>
                <a:off x="508790" y="2633980"/>
                <a:ext cx="5212441" cy="338554"/>
              </a:xfrm>
              <a:prstGeom prst="rect">
                <a:avLst/>
              </a:prstGeom>
              <a:noFill/>
            </p:spPr>
            <p:txBody>
              <a:bodyPr wrap="square">
                <a:spAutoFit/>
              </a:bodyPr>
              <a:lstStyle>
                <a:defPPr>
                  <a:defRPr lang="pt-BR"/>
                </a:defPPr>
                <a:lvl1pPr>
                  <a:defRPr sz="1600"/>
                </a:lvl1pPr>
              </a:lstStyle>
              <a:p>
                <a:r>
                  <a:rPr lang="en-US"/>
                  <a:t>while, if conductor </a:t>
                </a:r>
                <a14:m>
                  <m:oMath xmlns:m="http://schemas.openxmlformats.org/officeDocument/2006/math">
                    <m:r>
                      <a:rPr lang="en-US" i="1" smtClean="0">
                        <a:latin typeface="Cambria Math" panose="02040503050406030204" pitchFamily="18" charset="0"/>
                      </a:rPr>
                      <m:t>𝑞</m:t>
                    </m:r>
                  </m:oMath>
                </a14:m>
                <a:r>
                  <a:rPr lang="en-US"/>
                  <a:t> is hollow</a:t>
                </a:r>
                <a:endParaRPr lang="pt-BR"/>
              </a:p>
            </p:txBody>
          </p:sp>
        </mc:Choice>
        <mc:Fallback>
          <p:sp>
            <p:nvSpPr>
              <p:cNvPr id="21" name="CaixaDeTexto 20">
                <a:extLst>
                  <a:ext uri="{FF2B5EF4-FFF2-40B4-BE49-F238E27FC236}">
                    <a16:creationId xmlns:a16="http://schemas.microsoft.com/office/drawing/2014/main" id="{BF8FFA2B-2776-DE3F-679E-227563589BD9}"/>
                  </a:ext>
                </a:extLst>
              </p:cNvPr>
              <p:cNvSpPr txBox="1">
                <a:spLocks noRot="1" noChangeAspect="1" noMove="1" noResize="1" noEditPoints="1" noAdjustHandles="1" noChangeArrowheads="1" noChangeShapeType="1" noTextEdit="1"/>
              </p:cNvSpPr>
              <p:nvPr/>
            </p:nvSpPr>
            <p:spPr>
              <a:xfrm>
                <a:off x="508790" y="2633980"/>
                <a:ext cx="5212441" cy="338554"/>
              </a:xfrm>
              <a:prstGeom prst="rect">
                <a:avLst/>
              </a:prstGeom>
              <a:blipFill>
                <a:blip r:embed="rId6"/>
                <a:stretch>
                  <a:fillRect l="-584" t="-5357" b="-21429"/>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2" name="CaixaDeTexto 21">
                <a:extLst>
                  <a:ext uri="{FF2B5EF4-FFF2-40B4-BE49-F238E27FC236}">
                    <a16:creationId xmlns:a16="http://schemas.microsoft.com/office/drawing/2014/main" id="{29CCD146-9179-887E-B55D-A39C4FE7F7F6}"/>
                  </a:ext>
                </a:extLst>
              </p:cNvPr>
              <p:cNvSpPr txBox="1"/>
              <p:nvPr/>
            </p:nvSpPr>
            <p:spPr>
              <a:xfrm>
                <a:off x="502947" y="3032956"/>
                <a:ext cx="5209352" cy="146476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b="0" i="1" smtClean="0">
                              <a:latin typeface="Cambria Math" panose="02040503050406030204" pitchFamily="18" charset="0"/>
                            </a:rPr>
                            <m:t>𝑞</m:t>
                          </m:r>
                        </m:sub>
                        <m:sup>
                          <m:r>
                            <a:rPr lang="pt-BR" i="1">
                              <a:latin typeface="Cambria Math" panose="02040503050406030204" pitchFamily="18" charset="0"/>
                            </a:rPr>
                            <m:t> </m:t>
                          </m:r>
                        </m:sup>
                      </m:sSubSup>
                      <m:d>
                        <m:dPr>
                          <m:ctrlPr>
                            <a:rPr lang="pt-BR" i="1">
                              <a:latin typeface="Cambria Math" panose="02040503050406030204" pitchFamily="18" charset="0"/>
                            </a:rPr>
                          </m:ctrlPr>
                        </m:dPr>
                        <m:e>
                          <m:r>
                            <a:rPr lang="pt-BR" b="1" i="1">
                              <a:latin typeface="Cambria Math" panose="02040503050406030204" pitchFamily="18" charset="0"/>
                            </a:rPr>
                            <m:t>𝒓</m:t>
                          </m:r>
                        </m:e>
                      </m:d>
                      <m:r>
                        <a:rPr lang="pt-BR" b="0">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0</m:t>
                          </m:r>
                        </m:sub>
                        <m:sup>
                          <m:r>
                            <a:rPr lang="pt-BR" b="0" i="1" smtClean="0">
                              <a:latin typeface="Cambria Math" panose="02040503050406030204" pitchFamily="18" charset="0"/>
                            </a:rPr>
                            <m:t>2</m:t>
                          </m:r>
                          <m:r>
                            <a:rPr lang="pt-BR" b="0" i="1" smtClean="0">
                              <a:latin typeface="Cambria Math" panose="02040503050406030204" pitchFamily="18" charset="0"/>
                            </a:rPr>
                            <m:t>𝜋</m:t>
                          </m:r>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𝑞</m:t>
                                  </m:r>
                                </m:e>
                              </m:d>
                            </m:sup>
                          </m:sSubSup>
                          <m:d>
                            <m:dPr>
                              <m:ctrlPr>
                                <a:rPr lang="pt-BR" b="0" i="1" smtClean="0">
                                  <a:latin typeface="Cambria Math" panose="02040503050406030204" pitchFamily="18" charset="0"/>
                                </a:rPr>
                              </m:ctrlPr>
                            </m:dPr>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𝜃</m:t>
                                  </m:r>
                                </m:e>
                                <m:sub>
                                  <m:r>
                                    <a:rPr lang="pt-BR" b="0" i="1" smtClean="0">
                                      <a:latin typeface="Cambria Math" panose="02040503050406030204" pitchFamily="18" charset="0"/>
                                    </a:rPr>
                                    <m:t>𝑞</m:t>
                                  </m:r>
                                </m:sub>
                                <m:sup>
                                  <m:r>
                                    <a:rPr lang="pt-BR" b="0" i="1" smtClean="0">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1" i="1" smtClean="0">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𝑞</m:t>
                              </m:r>
                            </m:sub>
                          </m:sSub>
                          <m:d>
                            <m:dPr>
                              <m:ctrlPr>
                                <a:rPr lang="pt-BR" b="0" i="1" smtClean="0">
                                  <a:latin typeface="Cambria Math" panose="02040503050406030204" pitchFamily="18" charset="0"/>
                                  <a:ea typeface="Cambria Math" panose="02040503050406030204" pitchFamily="18" charset="0"/>
                                </a:rPr>
                              </m:ctrlPr>
                            </m:dPr>
                            <m:e>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b="0" i="1" smtClean="0">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d>
                        </m:e>
                      </m:d>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b="0" i="1" smtClean="0">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b="0" i="1" smtClean="0">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r>
                            <a:rPr lang="pt-BR" b="1" i="1">
                              <a:latin typeface="Cambria Math" panose="02040503050406030204" pitchFamily="18" charset="0"/>
                              <a:ea typeface="Cambria Math" panose="02040503050406030204" pitchFamily="18" charset="0"/>
                            </a:rPr>
                            <m:t>𝒓</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𝑟</m:t>
                              </m:r>
                            </m:sub>
                          </m:sSub>
                          <m:d>
                            <m:dPr>
                              <m:ctrlPr>
                                <a:rPr lang="pt-BR" i="1">
                                  <a:latin typeface="Cambria Math" panose="02040503050406030204" pitchFamily="18" charset="0"/>
                                  <a:ea typeface="Cambria Math" panose="02040503050406030204" pitchFamily="18" charset="0"/>
                                </a:rPr>
                              </m:ctrlPr>
                            </m:dPr>
                            <m:e>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𝑟</m:t>
                                  </m:r>
                                </m:sub>
                              </m:sSub>
                              <m:r>
                                <a:rPr lang="pt-BR" i="1">
                                  <a:latin typeface="Cambria Math" panose="02040503050406030204" pitchFamily="18" charset="0"/>
                                  <a:ea typeface="Cambria Math" panose="02040503050406030204" pitchFamily="18" charset="0"/>
                                </a:rPr>
                                <m:t>,</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e>
                          </m:d>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𝑟</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𝑟</m:t>
                          </m:r>
                        </m:sub>
                        <m:sup>
                          <m:r>
                            <a:rPr lang="pt-BR" i="1">
                              <a:latin typeface="Cambria Math" panose="02040503050406030204" pitchFamily="18" charset="0"/>
                            </a:rPr>
                            <m:t>′</m:t>
                          </m:r>
                        </m:sup>
                      </m:sSubSup>
                    </m:oMath>
                  </m:oMathPara>
                </a14:m>
                <a:endParaRPr lang="en-US"/>
              </a:p>
            </p:txBody>
          </p:sp>
        </mc:Choice>
        <mc:Fallback>
          <p:sp>
            <p:nvSpPr>
              <p:cNvPr id="22" name="CaixaDeTexto 21">
                <a:extLst>
                  <a:ext uri="{FF2B5EF4-FFF2-40B4-BE49-F238E27FC236}">
                    <a16:creationId xmlns:a16="http://schemas.microsoft.com/office/drawing/2014/main" id="{29CCD146-9179-887E-B55D-A39C4FE7F7F6}"/>
                  </a:ext>
                </a:extLst>
              </p:cNvPr>
              <p:cNvSpPr txBox="1">
                <a:spLocks noRot="1" noChangeAspect="1" noMove="1" noResize="1" noEditPoints="1" noAdjustHandles="1" noChangeArrowheads="1" noChangeShapeType="1" noTextEdit="1"/>
              </p:cNvSpPr>
              <p:nvPr/>
            </p:nvSpPr>
            <p:spPr>
              <a:xfrm>
                <a:off x="502947" y="3032956"/>
                <a:ext cx="5209352" cy="1464760"/>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3" name="CaixaDeTexto 22">
                <a:extLst>
                  <a:ext uri="{FF2B5EF4-FFF2-40B4-BE49-F238E27FC236}">
                    <a16:creationId xmlns:a16="http://schemas.microsoft.com/office/drawing/2014/main" id="{4871CC2C-EA83-BD61-5E01-2D1DEA80B420}"/>
                  </a:ext>
                </a:extLst>
              </p:cNvPr>
              <p:cNvSpPr txBox="1"/>
              <p:nvPr/>
            </p:nvSpPr>
            <p:spPr>
              <a:xfrm>
                <a:off x="3110544" y="5168556"/>
                <a:ext cx="2618074" cy="999697"/>
              </a:xfrm>
              <a:prstGeom prst="rect">
                <a:avLst/>
              </a:prstGeom>
              <a:noFill/>
            </p:spPr>
            <p:txBody>
              <a:bodyPr wrap="square">
                <a:spAutoFit/>
              </a:bodyPr>
              <a:lstStyle>
                <a:defPPr>
                  <a:defRPr lang="pt-BR"/>
                </a:defPPr>
                <a:lvl1pPr>
                  <a:defRPr sz="1600"/>
                </a:lvl1pPr>
              </a:lstStyle>
              <a:p>
                <a:r>
                  <a:rPr lang="en-US" sz="1400"/>
                  <a:t>due to the superposition of the contributions from the inner, </a:t>
                </a:r>
                <a14:m>
                  <m:oMath xmlns:m="http://schemas.openxmlformats.org/officeDocument/2006/math">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𝑠</m:t>
                        </m:r>
                      </m:sub>
                      <m:sup>
                        <m:d>
                          <m:dPr>
                            <m:ctrlPr>
                              <a:rPr lang="pt-BR" sz="1400" i="1">
                                <a:latin typeface="Cambria Math" panose="02040503050406030204" pitchFamily="18" charset="0"/>
                              </a:rPr>
                            </m:ctrlPr>
                          </m:dPr>
                          <m:e>
                            <m:r>
                              <a:rPr lang="en-US" sz="1400" b="0" i="1" smtClean="0">
                                <a:latin typeface="Cambria Math" panose="02040503050406030204" pitchFamily="18" charset="0"/>
                              </a:rPr>
                              <m:t>𝑟</m:t>
                            </m:r>
                          </m:e>
                        </m:d>
                      </m:sup>
                    </m:sSubSup>
                  </m:oMath>
                </a14:m>
                <a:r>
                  <a:rPr lang="en-US" sz="1400"/>
                  <a:t>, and outer, </a:t>
                </a:r>
                <a14:m>
                  <m:oMath xmlns:m="http://schemas.openxmlformats.org/officeDocument/2006/math">
                    <m:sSubSup>
                      <m:sSubSupPr>
                        <m:ctrlPr>
                          <a:rPr lang="pt-BR" sz="1400" i="1">
                            <a:latin typeface="Cambria Math" panose="02040503050406030204" pitchFamily="18" charset="0"/>
                          </a:rPr>
                        </m:ctrlPr>
                      </m:sSubSupPr>
                      <m:e>
                        <m:r>
                          <a:rPr lang="pt-BR" sz="1400" i="1">
                            <a:latin typeface="Cambria Math" panose="02040503050406030204" pitchFamily="18" charset="0"/>
                          </a:rPr>
                          <m:t>𝐽</m:t>
                        </m:r>
                      </m:e>
                      <m:sub>
                        <m:r>
                          <a:rPr lang="pt-BR" sz="1400" i="1">
                            <a:latin typeface="Cambria Math" panose="02040503050406030204" pitchFamily="18" charset="0"/>
                          </a:rPr>
                          <m:t>𝑠</m:t>
                        </m:r>
                      </m:sub>
                      <m:sup>
                        <m:d>
                          <m:dPr>
                            <m:ctrlPr>
                              <a:rPr lang="pt-BR" sz="1400" i="1">
                                <a:latin typeface="Cambria Math" panose="02040503050406030204" pitchFamily="18" charset="0"/>
                              </a:rPr>
                            </m:ctrlPr>
                          </m:dPr>
                          <m:e>
                            <m:r>
                              <a:rPr lang="pt-BR" sz="1400" i="1">
                                <a:latin typeface="Cambria Math" panose="02040503050406030204" pitchFamily="18" charset="0"/>
                              </a:rPr>
                              <m:t>𝑞</m:t>
                            </m:r>
                          </m:e>
                        </m:d>
                      </m:sup>
                    </m:sSubSup>
                  </m:oMath>
                </a14:m>
                <a:r>
                  <a:rPr lang="en-US" sz="1400"/>
                  <a:t>, equivalent currents.</a:t>
                </a:r>
                <a:endParaRPr lang="pt-BR" sz="1400"/>
              </a:p>
            </p:txBody>
          </p:sp>
        </mc:Choice>
        <mc:Fallback>
          <p:sp>
            <p:nvSpPr>
              <p:cNvPr id="23" name="CaixaDeTexto 22">
                <a:extLst>
                  <a:ext uri="{FF2B5EF4-FFF2-40B4-BE49-F238E27FC236}">
                    <a16:creationId xmlns:a16="http://schemas.microsoft.com/office/drawing/2014/main" id="{4871CC2C-EA83-BD61-5E01-2D1DEA80B420}"/>
                  </a:ext>
                </a:extLst>
              </p:cNvPr>
              <p:cNvSpPr txBox="1">
                <a:spLocks noRot="1" noChangeAspect="1" noMove="1" noResize="1" noEditPoints="1" noAdjustHandles="1" noChangeArrowheads="1" noChangeShapeType="1" noTextEdit="1"/>
              </p:cNvSpPr>
              <p:nvPr/>
            </p:nvSpPr>
            <p:spPr>
              <a:xfrm>
                <a:off x="3110544" y="5168556"/>
                <a:ext cx="2618074" cy="999697"/>
              </a:xfrm>
              <a:prstGeom prst="rect">
                <a:avLst/>
              </a:prstGeom>
              <a:blipFill>
                <a:blip r:embed="rId8"/>
                <a:stretch>
                  <a:fillRect l="-698" t="-1220" b="-4878"/>
                </a:stretch>
              </a:blipFill>
            </p:spPr>
            <p:txBody>
              <a:bodyPr/>
              <a:lstStyle/>
              <a:p>
                <a:r>
                  <a:rPr lang="pt-BR">
                    <a:noFill/>
                  </a:rPr>
                  <a:t> </a:t>
                </a:r>
              </a:p>
            </p:txBody>
          </p:sp>
        </mc:Fallback>
      </mc:AlternateContent>
      <p:grpSp>
        <p:nvGrpSpPr>
          <p:cNvPr id="66" name="Agrupar 65">
            <a:extLst>
              <a:ext uri="{FF2B5EF4-FFF2-40B4-BE49-F238E27FC236}">
                <a16:creationId xmlns:a16="http://schemas.microsoft.com/office/drawing/2014/main" id="{D1C253F6-0F54-16EE-6D6F-4C230A354028}"/>
              </a:ext>
            </a:extLst>
          </p:cNvPr>
          <p:cNvGrpSpPr/>
          <p:nvPr/>
        </p:nvGrpSpPr>
        <p:grpSpPr>
          <a:xfrm>
            <a:off x="803412" y="4581128"/>
            <a:ext cx="1919760" cy="1820260"/>
            <a:chOff x="806277" y="4574577"/>
            <a:chExt cx="1919760" cy="1820260"/>
          </a:xfrm>
        </p:grpSpPr>
        <p:sp>
          <p:nvSpPr>
            <p:cNvPr id="31" name="Elipse 30">
              <a:extLst>
                <a:ext uri="{FF2B5EF4-FFF2-40B4-BE49-F238E27FC236}">
                  <a16:creationId xmlns:a16="http://schemas.microsoft.com/office/drawing/2014/main" id="{39FD82A8-CE4F-2A20-31EB-8BC42F85E6E6}"/>
                </a:ext>
              </a:extLst>
            </p:cNvPr>
            <p:cNvSpPr/>
            <p:nvPr/>
          </p:nvSpPr>
          <p:spPr>
            <a:xfrm>
              <a:off x="806277" y="4923100"/>
              <a:ext cx="1483268" cy="1471737"/>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32" name="Elipse 31">
              <a:extLst>
                <a:ext uri="{FF2B5EF4-FFF2-40B4-BE49-F238E27FC236}">
                  <a16:creationId xmlns:a16="http://schemas.microsoft.com/office/drawing/2014/main" id="{4B03AF94-A035-1233-BEF1-D326FB9CA55B}"/>
                </a:ext>
              </a:extLst>
            </p:cNvPr>
            <p:cNvSpPr/>
            <p:nvPr/>
          </p:nvSpPr>
          <p:spPr>
            <a:xfrm>
              <a:off x="1040477" y="5155480"/>
              <a:ext cx="1014867" cy="1006978"/>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mc:Choice xmlns:a14="http://schemas.microsoft.com/office/drawing/2010/main" Requires="a14">
            <p:sp>
              <p:nvSpPr>
                <p:cNvPr id="33" name="CaixaDeTexto 32">
                  <a:extLst>
                    <a:ext uri="{FF2B5EF4-FFF2-40B4-BE49-F238E27FC236}">
                      <a16:creationId xmlns:a16="http://schemas.microsoft.com/office/drawing/2014/main" id="{0F40E556-8CA4-5357-5DFC-570A3EC1A6C6}"/>
                    </a:ext>
                  </a:extLst>
                </p:cNvPr>
                <p:cNvSpPr txBox="1"/>
                <p:nvPr/>
              </p:nvSpPr>
              <p:spPr>
                <a:xfrm>
                  <a:off x="1311434" y="5269024"/>
                  <a:ext cx="342743" cy="2607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p:sp>
              <p:nvSpPr>
                <p:cNvPr id="33" name="CaixaDeTexto 32">
                  <a:extLst>
                    <a:ext uri="{FF2B5EF4-FFF2-40B4-BE49-F238E27FC236}">
                      <a16:creationId xmlns:a16="http://schemas.microsoft.com/office/drawing/2014/main" id="{0F40E556-8CA4-5357-5DFC-570A3EC1A6C6}"/>
                    </a:ext>
                  </a:extLst>
                </p:cNvPr>
                <p:cNvSpPr txBox="1">
                  <a:spLocks noRot="1" noChangeAspect="1" noMove="1" noResize="1" noEditPoints="1" noAdjustHandles="1" noChangeArrowheads="1" noChangeShapeType="1" noTextEdit="1"/>
                </p:cNvSpPr>
                <p:nvPr/>
              </p:nvSpPr>
              <p:spPr>
                <a:xfrm>
                  <a:off x="1311434" y="5269024"/>
                  <a:ext cx="342743" cy="260721"/>
                </a:xfrm>
                <a:prstGeom prst="rect">
                  <a:avLst/>
                </a:prstGeom>
                <a:blipFill>
                  <a:blip r:embed="rId9"/>
                  <a:stretch>
                    <a:fillRect b="-6977"/>
                  </a:stretch>
                </a:blipFill>
              </p:spPr>
              <p:txBody>
                <a:bodyPr/>
                <a:lstStyle/>
                <a:p>
                  <a:r>
                    <a:rPr lang="pt-BR">
                      <a:noFill/>
                    </a:rPr>
                    <a:t> </a:t>
                  </a:r>
                </a:p>
              </p:txBody>
            </p:sp>
          </mc:Fallback>
        </mc:AlternateContent>
        <p:grpSp>
          <p:nvGrpSpPr>
            <p:cNvPr id="35" name="Agrupar 34">
              <a:extLst>
                <a:ext uri="{FF2B5EF4-FFF2-40B4-BE49-F238E27FC236}">
                  <a16:creationId xmlns:a16="http://schemas.microsoft.com/office/drawing/2014/main" id="{7C33E287-78D6-0487-4638-D70BA8AEDE6B}"/>
                </a:ext>
              </a:extLst>
            </p:cNvPr>
            <p:cNvGrpSpPr/>
            <p:nvPr/>
          </p:nvGrpSpPr>
          <p:grpSpPr>
            <a:xfrm>
              <a:off x="828036" y="5441716"/>
              <a:ext cx="719874" cy="389945"/>
              <a:chOff x="2262768" y="2266357"/>
              <a:chExt cx="1496807" cy="836851"/>
            </a:xfrm>
          </p:grpSpPr>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D2A94BD8-D75E-3292-1CD4-8A8E3116F21C}"/>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10"/>
                    <a:stretch>
                      <a:fillRect/>
                    </a:stretch>
                  </a:blipFill>
                </p:spPr>
                <p:txBody>
                  <a:bodyPr/>
                  <a:lstStyle/>
                  <a:p>
                    <a:r>
                      <a:rPr lang="pt-BR">
                        <a:noFill/>
                      </a:rPr>
                      <a:t> </a:t>
                    </a:r>
                  </a:p>
                </p:txBody>
              </p:sp>
            </mc:Fallback>
          </mc:AlternateContent>
          <p:cxnSp>
            <p:nvCxnSpPr>
              <p:cNvPr id="65" name="Conector de Seta Reta 64">
                <a:extLst>
                  <a:ext uri="{FF2B5EF4-FFF2-40B4-BE49-F238E27FC236}">
                    <a16:creationId xmlns:a16="http://schemas.microsoft.com/office/drawing/2014/main" id="{5DFA1124-B58B-77B7-23BC-EC0B63CD5021}"/>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37" name="Conector de Seta Reta 36">
              <a:extLst>
                <a:ext uri="{FF2B5EF4-FFF2-40B4-BE49-F238E27FC236}">
                  <a16:creationId xmlns:a16="http://schemas.microsoft.com/office/drawing/2014/main" id="{90EDC0F9-3D5F-27B0-2C59-7EDF1F29F43D}"/>
                </a:ext>
              </a:extLst>
            </p:cNvPr>
            <p:cNvCxnSpPr>
              <a:cxnSpLocks/>
              <a:endCxn id="32" idx="1"/>
            </p:cNvCxnSpPr>
            <p:nvPr/>
          </p:nvCxnSpPr>
          <p:spPr>
            <a:xfrm flipH="1" flipV="1">
              <a:off x="1189101" y="5302948"/>
              <a:ext cx="358810" cy="35602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9" name="CaixaDeTexto 38">
                  <a:extLst>
                    <a:ext uri="{FF2B5EF4-FFF2-40B4-BE49-F238E27FC236}">
                      <a16:creationId xmlns:a16="http://schemas.microsoft.com/office/drawing/2014/main" id="{7B231160-A60B-E1EA-CFC8-FAC5171C6792}"/>
                    </a:ext>
                  </a:extLst>
                </p:cNvPr>
                <p:cNvSpPr txBox="1"/>
                <p:nvPr/>
              </p:nvSpPr>
              <p:spPr>
                <a:xfrm>
                  <a:off x="1381850" y="4574577"/>
                  <a:ext cx="333382" cy="2747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p:sp>
              <p:nvSpPr>
                <p:cNvPr id="39" name="CaixaDeTexto 38">
                  <a:extLst>
                    <a:ext uri="{FF2B5EF4-FFF2-40B4-BE49-F238E27FC236}">
                      <a16:creationId xmlns:a16="http://schemas.microsoft.com/office/drawing/2014/main" id="{7B231160-A60B-E1EA-CFC8-FAC5171C6792}"/>
                    </a:ext>
                  </a:extLst>
                </p:cNvPr>
                <p:cNvSpPr txBox="1">
                  <a:spLocks noRot="1" noChangeAspect="1" noMove="1" noResize="1" noEditPoints="1" noAdjustHandles="1" noChangeArrowheads="1" noChangeShapeType="1" noTextEdit="1"/>
                </p:cNvSpPr>
                <p:nvPr/>
              </p:nvSpPr>
              <p:spPr>
                <a:xfrm>
                  <a:off x="1381850" y="4574577"/>
                  <a:ext cx="333382" cy="274789"/>
                </a:xfrm>
                <a:prstGeom prst="rect">
                  <a:avLst/>
                </a:prstGeom>
                <a:blipFill>
                  <a:blip r:embed="rId11"/>
                  <a:stretch>
                    <a:fillRect b="-1521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0" name="CaixaDeTexto 39">
                  <a:extLst>
                    <a:ext uri="{FF2B5EF4-FFF2-40B4-BE49-F238E27FC236}">
                      <a16:creationId xmlns:a16="http://schemas.microsoft.com/office/drawing/2014/main" id="{FBBEFC6D-7758-F4B7-B37D-FE1F76852A2E}"/>
                    </a:ext>
                  </a:extLst>
                </p:cNvPr>
                <p:cNvSpPr txBox="1"/>
                <p:nvPr/>
              </p:nvSpPr>
              <p:spPr>
                <a:xfrm>
                  <a:off x="1396300" y="4895347"/>
                  <a:ext cx="325334" cy="2607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p:sp>
              <p:nvSpPr>
                <p:cNvPr id="40" name="CaixaDeTexto 39">
                  <a:extLst>
                    <a:ext uri="{FF2B5EF4-FFF2-40B4-BE49-F238E27FC236}">
                      <a16:creationId xmlns:a16="http://schemas.microsoft.com/office/drawing/2014/main" id="{FBBEFC6D-7758-F4B7-B37D-FE1F76852A2E}"/>
                    </a:ext>
                  </a:extLst>
                </p:cNvPr>
                <p:cNvSpPr txBox="1">
                  <a:spLocks noRot="1" noChangeAspect="1" noMove="1" noResize="1" noEditPoints="1" noAdjustHandles="1" noChangeArrowheads="1" noChangeShapeType="1" noTextEdit="1"/>
                </p:cNvSpPr>
                <p:nvPr/>
              </p:nvSpPr>
              <p:spPr>
                <a:xfrm>
                  <a:off x="1396300" y="4895347"/>
                  <a:ext cx="325334" cy="260721"/>
                </a:xfrm>
                <a:prstGeom prst="rect">
                  <a:avLst/>
                </a:prstGeom>
                <a:blipFill>
                  <a:blip r:embed="rId12"/>
                  <a:stretch>
                    <a:fillRect b="-6977"/>
                  </a:stretch>
                </a:blipFill>
              </p:spPr>
              <p:txBody>
                <a:bodyPr/>
                <a:lstStyle/>
                <a:p>
                  <a:r>
                    <a:rPr lang="pt-BR">
                      <a:noFill/>
                    </a:rPr>
                    <a:t> </a:t>
                  </a:r>
                </a:p>
              </p:txBody>
            </p:sp>
          </mc:Fallback>
        </mc:AlternateContent>
        <p:grpSp>
          <p:nvGrpSpPr>
            <p:cNvPr id="42" name="Agrupar 41">
              <a:extLst>
                <a:ext uri="{FF2B5EF4-FFF2-40B4-BE49-F238E27FC236}">
                  <a16:creationId xmlns:a16="http://schemas.microsoft.com/office/drawing/2014/main" id="{32BC159E-197D-16FE-CC2A-8C0557C110DE}"/>
                </a:ext>
              </a:extLst>
            </p:cNvPr>
            <p:cNvGrpSpPr/>
            <p:nvPr/>
          </p:nvGrpSpPr>
          <p:grpSpPr>
            <a:xfrm>
              <a:off x="1729620" y="6059344"/>
              <a:ext cx="92215" cy="90887"/>
              <a:chOff x="2999656" y="3825766"/>
              <a:chExt cx="182880" cy="182880"/>
            </a:xfrm>
          </p:grpSpPr>
          <p:sp>
            <p:nvSpPr>
              <p:cNvPr id="57" name="Elipse 56">
                <a:extLst>
                  <a:ext uri="{FF2B5EF4-FFF2-40B4-BE49-F238E27FC236}">
                    <a16:creationId xmlns:a16="http://schemas.microsoft.com/office/drawing/2014/main" id="{49B497B0-C73C-6B03-D9E9-3CDEBE5CE0F1}"/>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Elipse 58">
                <a:extLst>
                  <a:ext uri="{FF2B5EF4-FFF2-40B4-BE49-F238E27FC236}">
                    <a16:creationId xmlns:a16="http://schemas.microsoft.com/office/drawing/2014/main" id="{D1B32FDA-F206-AA35-85CE-C81B8686D349}"/>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43" name="CaixaDeTexto 42">
                  <a:extLst>
                    <a:ext uri="{FF2B5EF4-FFF2-40B4-BE49-F238E27FC236}">
                      <a16:creationId xmlns:a16="http://schemas.microsoft.com/office/drawing/2014/main" id="{9D7EF626-A89A-6173-82AA-7801B3B9563C}"/>
                    </a:ext>
                  </a:extLst>
                </p:cNvPr>
                <p:cNvSpPr txBox="1"/>
                <p:nvPr/>
              </p:nvSpPr>
              <p:spPr>
                <a:xfrm>
                  <a:off x="1518834" y="5736390"/>
                  <a:ext cx="421572" cy="2998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p:sp>
              <p:nvSpPr>
                <p:cNvPr id="43" name="CaixaDeTexto 42">
                  <a:extLst>
                    <a:ext uri="{FF2B5EF4-FFF2-40B4-BE49-F238E27FC236}">
                      <a16:creationId xmlns:a16="http://schemas.microsoft.com/office/drawing/2014/main" id="{9D7EF626-A89A-6173-82AA-7801B3B9563C}"/>
                    </a:ext>
                  </a:extLst>
                </p:cNvPr>
                <p:cNvSpPr txBox="1">
                  <a:spLocks noRot="1" noChangeAspect="1" noMove="1" noResize="1" noEditPoints="1" noAdjustHandles="1" noChangeArrowheads="1" noChangeShapeType="1" noTextEdit="1"/>
                </p:cNvSpPr>
                <p:nvPr/>
              </p:nvSpPr>
              <p:spPr>
                <a:xfrm>
                  <a:off x="1518834" y="5736390"/>
                  <a:ext cx="421572" cy="299829"/>
                </a:xfrm>
                <a:prstGeom prst="rect">
                  <a:avLst/>
                </a:prstGeom>
                <a:blipFill>
                  <a:blip r:embed="rId13"/>
                  <a:stretch>
                    <a:fillRect b="-22449"/>
                  </a:stretch>
                </a:blipFill>
              </p:spPr>
              <p:txBody>
                <a:bodyPr/>
                <a:lstStyle/>
                <a:p>
                  <a:r>
                    <a:rPr lang="pt-BR">
                      <a:noFill/>
                    </a:rPr>
                    <a:t> </a:t>
                  </a:r>
                </a:p>
              </p:txBody>
            </p:sp>
          </mc:Fallback>
        </mc:AlternateContent>
        <p:grpSp>
          <p:nvGrpSpPr>
            <p:cNvPr id="44" name="Agrupar 43">
              <a:extLst>
                <a:ext uri="{FF2B5EF4-FFF2-40B4-BE49-F238E27FC236}">
                  <a16:creationId xmlns:a16="http://schemas.microsoft.com/office/drawing/2014/main" id="{A9C968EF-A0C9-F8FF-3D13-F3E81CA5C52F}"/>
                </a:ext>
              </a:extLst>
            </p:cNvPr>
            <p:cNvGrpSpPr/>
            <p:nvPr/>
          </p:nvGrpSpPr>
          <p:grpSpPr>
            <a:xfrm>
              <a:off x="2250742" y="5457034"/>
              <a:ext cx="475295" cy="299829"/>
              <a:chOff x="2520585" y="2709335"/>
              <a:chExt cx="556716" cy="353943"/>
            </a:xfrm>
          </p:grpSpPr>
          <p:grpSp>
            <p:nvGrpSpPr>
              <p:cNvPr id="45" name="Agrupar 44">
                <a:extLst>
                  <a:ext uri="{FF2B5EF4-FFF2-40B4-BE49-F238E27FC236}">
                    <a16:creationId xmlns:a16="http://schemas.microsoft.com/office/drawing/2014/main" id="{4C676696-7F56-286C-8C0E-53F9432CD8E7}"/>
                  </a:ext>
                </a:extLst>
              </p:cNvPr>
              <p:cNvGrpSpPr/>
              <p:nvPr/>
            </p:nvGrpSpPr>
            <p:grpSpPr>
              <a:xfrm>
                <a:off x="2520585" y="2889662"/>
                <a:ext cx="108012" cy="107290"/>
                <a:chOff x="2999656" y="3825766"/>
                <a:chExt cx="182880" cy="182880"/>
              </a:xfrm>
            </p:grpSpPr>
            <p:sp>
              <p:nvSpPr>
                <p:cNvPr id="54" name="Elipse 53">
                  <a:extLst>
                    <a:ext uri="{FF2B5EF4-FFF2-40B4-BE49-F238E27FC236}">
                      <a16:creationId xmlns:a16="http://schemas.microsoft.com/office/drawing/2014/main" id="{0ED44197-7AD7-C73B-7815-29129582B413}"/>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A85520BF-4A96-F421-8500-D12BDE3DEF95}"/>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71F82FD0-16CB-50E9-175A-02D30581FF2F}"/>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xmlns="">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4"/>
                    <a:stretch>
                      <a:fillRect b="-3448"/>
                    </a:stretch>
                  </a:blipFill>
                </p:spPr>
                <p:txBody>
                  <a:bodyPr/>
                  <a:lstStyle/>
                  <a:p>
                    <a:r>
                      <a:rPr lang="pt-BR">
                        <a:noFill/>
                      </a:rPr>
                      <a:t> </a:t>
                    </a:r>
                  </a:p>
                </p:txBody>
              </p:sp>
            </mc:Fallback>
          </mc:AlternateContent>
        </p:grpSp>
      </p:grpSp>
      <mc:AlternateContent xmlns:mc="http://schemas.openxmlformats.org/markup-compatibility/2006">
        <mc:Choice xmlns:a14="http://schemas.microsoft.com/office/drawing/2010/main" Requires="a14">
          <p:sp>
            <p:nvSpPr>
              <p:cNvPr id="68" name="CaixaDeTexto 67">
                <a:extLst>
                  <a:ext uri="{FF2B5EF4-FFF2-40B4-BE49-F238E27FC236}">
                    <a16:creationId xmlns:a16="http://schemas.microsoft.com/office/drawing/2014/main" id="{CBA9979A-1C76-3565-1FE7-302B634F70A5}"/>
                  </a:ext>
                </a:extLst>
              </p:cNvPr>
              <p:cNvSpPr txBox="1"/>
              <p:nvPr/>
            </p:nvSpPr>
            <p:spPr>
              <a:xfrm>
                <a:off x="6110017" y="2189964"/>
                <a:ext cx="5218284" cy="554960"/>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ea typeface="Cambria Math" panose="02040503050406030204" pitchFamily="18" charset="0"/>
                        </a:rPr>
                        <m:t>𝐺</m:t>
                      </m:r>
                      <m:d>
                        <m:dPr>
                          <m:begChr m:val="["/>
                          <m:endChr m:val="]"/>
                          <m:ctrlPr>
                            <a:rPr lang="pt-BR" b="0" i="1" smtClean="0">
                              <a:latin typeface="Cambria Math" panose="02040503050406030204" pitchFamily="18" charset="0"/>
                              <a:ea typeface="Cambria Math" panose="02040503050406030204" pitchFamily="18" charset="0"/>
                            </a:rPr>
                          </m:ctrlPr>
                        </m:dPr>
                        <m:e>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p>
                            <m:sSupPr>
                              <m:ctrlPr>
                                <a:rPr lang="pt-BR" b="1"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𝒓</m:t>
                              </m:r>
                            </m:e>
                            <m:sup>
                              <m:r>
                                <a:rPr lang="pt-BR" b="0" i="1" smtClean="0">
                                  <a:latin typeface="Cambria Math" panose="02040503050406030204" pitchFamily="18" charset="0"/>
                                  <a:ea typeface="Cambria Math" panose="02040503050406030204" pitchFamily="18" charset="0"/>
                                </a:rPr>
                                <m:t>′</m:t>
                              </m:r>
                            </m:sup>
                          </m:sSup>
                        </m:e>
                      </m:d>
                      <m:r>
                        <a:rPr lang="pt-BR" b="0" i="1" smtClean="0">
                          <a:latin typeface="Cambria Math" panose="02040503050406030204" pitchFamily="18" charset="0"/>
                          <a:ea typeface="Cambria Math" panose="02040503050406030204" pitchFamily="18" charset="0"/>
                        </a:rPr>
                        <m:t>=</m:t>
                      </m:r>
                      <m:f>
                        <m:fPr>
                          <m:ctrlPr>
                            <a:rPr lang="pt-BR" b="0" i="1" smtClean="0">
                              <a:latin typeface="Cambria Math" panose="02040503050406030204" pitchFamily="18" charset="0"/>
                              <a:ea typeface="Cambria Math" panose="02040503050406030204" pitchFamily="18" charset="0"/>
                            </a:rPr>
                          </m:ctrlPr>
                        </m:fPr>
                        <m:num>
                          <m:r>
                            <a:rPr lang="pt-BR" b="0" i="1" smtClean="0">
                              <a:latin typeface="Cambria Math" panose="02040503050406030204" pitchFamily="18" charset="0"/>
                              <a:ea typeface="Cambria Math" panose="02040503050406030204" pitchFamily="18" charset="0"/>
                            </a:rPr>
                            <m:t>1</m:t>
                          </m:r>
                        </m:num>
                        <m:den>
                          <m:r>
                            <a:rPr lang="pt-BR" b="0" i="1" smtClean="0">
                              <a:latin typeface="Cambria Math" panose="02040503050406030204" pitchFamily="18" charset="0"/>
                              <a:ea typeface="Cambria Math" panose="02040503050406030204" pitchFamily="18" charset="0"/>
                            </a:rPr>
                            <m:t>2</m:t>
                          </m:r>
                          <m:r>
                            <a:rPr lang="pt-BR" b="0" i="1" smtClean="0">
                              <a:latin typeface="Cambria Math" panose="02040503050406030204" pitchFamily="18" charset="0"/>
                              <a:ea typeface="Cambria Math" panose="02040503050406030204" pitchFamily="18" charset="0"/>
                            </a:rPr>
                            <m:t>𝜋</m:t>
                          </m:r>
                        </m:den>
                      </m:f>
                      <m:func>
                        <m:funcPr>
                          <m:ctrlPr>
                            <a:rPr lang="pt-BR" b="0" i="1" smtClean="0">
                              <a:latin typeface="Cambria Math" panose="02040503050406030204" pitchFamily="18" charset="0"/>
                              <a:ea typeface="Cambria Math" panose="02040503050406030204" pitchFamily="18" charset="0"/>
                            </a:rPr>
                          </m:ctrlPr>
                        </m:funcPr>
                        <m:fName>
                          <m:r>
                            <m:rPr>
                              <m:sty m:val="p"/>
                            </m:rPr>
                            <a:rPr lang="pt-BR" b="0" i="0" smtClean="0">
                              <a:latin typeface="Cambria Math" panose="02040503050406030204" pitchFamily="18" charset="0"/>
                              <a:ea typeface="Cambria Math" panose="02040503050406030204" pitchFamily="18" charset="0"/>
                            </a:rPr>
                            <m:t>ln</m:t>
                          </m:r>
                        </m:fName>
                        <m:e>
                          <m:r>
                            <a:rPr lang="pt-BR" b="0" i="1" smtClean="0">
                              <a:latin typeface="Cambria Math" panose="02040503050406030204" pitchFamily="18" charset="0"/>
                              <a:ea typeface="Cambria Math" panose="02040503050406030204" pitchFamily="18" charset="0"/>
                            </a:rPr>
                            <m:t>|</m:t>
                          </m:r>
                          <m:r>
                            <a:rPr lang="pt-BR" b="1" i="1" smtClean="0">
                              <a:latin typeface="Cambria Math" panose="02040503050406030204" pitchFamily="18" charset="0"/>
                              <a:ea typeface="Cambria Math" panose="02040503050406030204" pitchFamily="18" charset="0"/>
                            </a:rPr>
                            <m:t>𝒓</m:t>
                          </m:r>
                          <m:r>
                            <a:rPr lang="pt-BR" b="0" i="1" smtClean="0">
                              <a:latin typeface="Cambria Math" panose="02040503050406030204" pitchFamily="18" charset="0"/>
                              <a:ea typeface="Cambria Math" panose="02040503050406030204" pitchFamily="18" charset="0"/>
                            </a:rPr>
                            <m:t>−</m:t>
                          </m:r>
                          <m:sSup>
                            <m:sSupPr>
                              <m:ctrlPr>
                                <a:rPr lang="pt-BR" b="0" i="1" smtClean="0">
                                  <a:latin typeface="Cambria Math" panose="02040503050406030204" pitchFamily="18" charset="0"/>
                                  <a:ea typeface="Cambria Math" panose="02040503050406030204" pitchFamily="18" charset="0"/>
                                </a:rPr>
                              </m:ctrlPr>
                            </m:sSupPr>
                            <m:e>
                              <m:r>
                                <a:rPr lang="pt-BR" b="1" i="1" smtClean="0">
                                  <a:latin typeface="Cambria Math" panose="02040503050406030204" pitchFamily="18" charset="0"/>
                                  <a:ea typeface="Cambria Math" panose="02040503050406030204" pitchFamily="18" charset="0"/>
                                </a:rPr>
                                <m:t>𝒓</m:t>
                              </m:r>
                            </m:e>
                            <m:sup>
                              <m:r>
                                <a:rPr lang="pt-BR" b="0" i="1" smtClean="0">
                                  <a:latin typeface="Cambria Math" panose="02040503050406030204" pitchFamily="18" charset="0"/>
                                  <a:ea typeface="Cambria Math" panose="02040503050406030204" pitchFamily="18" charset="0"/>
                                </a:rPr>
                                <m:t>′</m:t>
                              </m:r>
                            </m:sup>
                          </m:sSup>
                          <m:r>
                            <a:rPr lang="pt-BR" b="0" i="1" smtClean="0">
                              <a:latin typeface="Cambria Math" panose="02040503050406030204" pitchFamily="18" charset="0"/>
                              <a:ea typeface="Cambria Math" panose="02040503050406030204" pitchFamily="18" charset="0"/>
                            </a:rPr>
                            <m:t>|</m:t>
                          </m:r>
                        </m:e>
                      </m:func>
                    </m:oMath>
                  </m:oMathPara>
                </a14:m>
                <a:endParaRPr lang="en-US"/>
              </a:p>
            </p:txBody>
          </p:sp>
        </mc:Choice>
        <mc:Fallback>
          <p:sp>
            <p:nvSpPr>
              <p:cNvPr id="68" name="CaixaDeTexto 67">
                <a:extLst>
                  <a:ext uri="{FF2B5EF4-FFF2-40B4-BE49-F238E27FC236}">
                    <a16:creationId xmlns:a16="http://schemas.microsoft.com/office/drawing/2014/main" id="{CBA9979A-1C76-3565-1FE7-302B634F70A5}"/>
                  </a:ext>
                </a:extLst>
              </p:cNvPr>
              <p:cNvSpPr txBox="1">
                <a:spLocks noRot="1" noChangeAspect="1" noMove="1" noResize="1" noEditPoints="1" noAdjustHandles="1" noChangeArrowheads="1" noChangeShapeType="1" noTextEdit="1"/>
              </p:cNvSpPr>
              <p:nvPr/>
            </p:nvSpPr>
            <p:spPr>
              <a:xfrm>
                <a:off x="6110017" y="2189964"/>
                <a:ext cx="5218284" cy="554960"/>
              </a:xfrm>
              <a:prstGeom prst="rect">
                <a:avLst/>
              </a:prstGeom>
              <a:blipFill>
                <a:blip r:embed="rId15"/>
                <a:stretch>
                  <a:fillRect/>
                </a:stretch>
              </a:blipFill>
            </p:spPr>
            <p:txBody>
              <a:bodyPr/>
              <a:lstStyle/>
              <a:p>
                <a:r>
                  <a:rPr lang="pt-BR">
                    <a:noFill/>
                  </a:rPr>
                  <a:t> </a:t>
                </a:r>
              </a:p>
            </p:txBody>
          </p:sp>
        </mc:Fallback>
      </mc:AlternateContent>
      <p:sp>
        <p:nvSpPr>
          <p:cNvPr id="70" name="CaixaDeTexto 69">
            <a:extLst>
              <a:ext uri="{FF2B5EF4-FFF2-40B4-BE49-F238E27FC236}">
                <a16:creationId xmlns:a16="http://schemas.microsoft.com/office/drawing/2014/main" id="{78B341C4-2B1A-F076-C254-B6068E0B7310}"/>
              </a:ext>
            </a:extLst>
          </p:cNvPr>
          <p:cNvSpPr txBox="1"/>
          <p:nvPr/>
        </p:nvSpPr>
        <p:spPr>
          <a:xfrm>
            <a:off x="6117409" y="1388358"/>
            <a:ext cx="5221373" cy="830997"/>
          </a:xfrm>
          <a:prstGeom prst="rect">
            <a:avLst/>
          </a:prstGeom>
          <a:noFill/>
        </p:spPr>
        <p:txBody>
          <a:bodyPr wrap="square">
            <a:spAutoFit/>
          </a:bodyPr>
          <a:lstStyle>
            <a:defPPr>
              <a:defRPr lang="pt-BR"/>
            </a:defPPr>
            <a:lvl1pPr>
              <a:defRPr sz="1600"/>
            </a:lvl1pPr>
          </a:lstStyle>
          <a:p>
            <a:r>
              <a:rPr lang="en-US"/>
              <a:t>Consider the </a:t>
            </a:r>
            <a:r>
              <a:rPr lang="en-US" u="sng"/>
              <a:t>frequency independent</a:t>
            </a:r>
            <a:r>
              <a:rPr lang="en-US"/>
              <a:t> (quasi-static) Green’s function of a two-dimensional homogeneous space:</a:t>
            </a:r>
            <a:endParaRPr lang="pt-BR"/>
          </a:p>
        </p:txBody>
      </p:sp>
      <p:sp>
        <p:nvSpPr>
          <p:cNvPr id="71" name="CaixaDeTexto 70">
            <a:extLst>
              <a:ext uri="{FF2B5EF4-FFF2-40B4-BE49-F238E27FC236}">
                <a16:creationId xmlns:a16="http://schemas.microsoft.com/office/drawing/2014/main" id="{F8094784-020E-BA2A-5628-7333DA2D0095}"/>
              </a:ext>
            </a:extLst>
          </p:cNvPr>
          <p:cNvSpPr txBox="1"/>
          <p:nvPr/>
        </p:nvSpPr>
        <p:spPr>
          <a:xfrm>
            <a:off x="6122067" y="3053278"/>
            <a:ext cx="5338530" cy="2062103"/>
          </a:xfrm>
          <a:prstGeom prst="rect">
            <a:avLst/>
          </a:prstGeom>
          <a:noFill/>
        </p:spPr>
        <p:txBody>
          <a:bodyPr wrap="square">
            <a:spAutoFit/>
          </a:bodyPr>
          <a:lstStyle>
            <a:defPPr>
              <a:defRPr lang="pt-BR"/>
            </a:defPPr>
            <a:lvl1pPr>
              <a:defRPr sz="1600"/>
            </a:lvl1pPr>
          </a:lstStyle>
          <a:p>
            <a:r>
              <a:rPr lang="en-US"/>
              <a:t>The quasi-static Green’s function is only accurate when [7]</a:t>
            </a:r>
            <a:r>
              <a:rPr lang="pt-BR"/>
              <a:t>:</a:t>
            </a:r>
          </a:p>
          <a:p>
            <a:r>
              <a:rPr lang="pt-BR"/>
              <a:t> </a:t>
            </a:r>
          </a:p>
          <a:p>
            <a:pPr marL="342900" indent="-342900">
              <a:buAutoNum type="alphaLcParenR"/>
            </a:pPr>
            <a:r>
              <a:rPr lang="en-US"/>
              <a:t>the cross-section of the cable is much smaller than a wave-length, so that the retardation effect may be neglected (the smallest wavelength of interest is 30 m at 10 MHz); and </a:t>
            </a:r>
          </a:p>
          <a:p>
            <a:pPr marL="342900" indent="-342900">
              <a:buAutoNum type="alphaLcParenR"/>
            </a:pPr>
            <a:endParaRPr lang="en-US"/>
          </a:p>
          <a:p>
            <a:pPr marL="342900" indent="-342900">
              <a:buAutoNum type="alphaLcParenR"/>
            </a:pPr>
            <a:r>
              <a:rPr lang="en-US"/>
              <a:t>the surrounding medium is lossless. </a:t>
            </a:r>
            <a:endParaRPr lang="pt-BR"/>
          </a:p>
        </p:txBody>
      </p:sp>
    </p:spTree>
    <p:extLst>
      <p:ext uri="{BB962C8B-B14F-4D97-AF65-F5344CB8AC3E}">
        <p14:creationId xmlns:p14="http://schemas.microsoft.com/office/powerpoint/2010/main" val="709303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16</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Electric Field Integral Equation (EFIE)</a:t>
            </a: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mc:Choice xmlns:a14="http://schemas.microsoft.com/office/drawing/2010/main" Requires="a14">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5326743" cy="357534"/>
              </a:xfrm>
              <a:prstGeom prst="rect">
                <a:avLst/>
              </a:prstGeom>
              <a:noFill/>
            </p:spPr>
            <p:txBody>
              <a:bodyPr wrap="square">
                <a:spAutoFit/>
              </a:bodyPr>
              <a:lstStyle>
                <a:defPPr>
                  <a:defRPr lang="pt-BR"/>
                </a:defPPr>
                <a:lvl1pPr>
                  <a:defRPr sz="1600"/>
                </a:lvl1pPr>
              </a:lstStyle>
              <a:p>
                <a:r>
                  <a:rPr lang="en-US"/>
                  <a:t>On the boundary of the </a:t>
                </a:r>
                <a14:m>
                  <m:oMath xmlns:m="http://schemas.openxmlformats.org/officeDocument/2006/math">
                    <m:r>
                      <a:rPr lang="en-US" i="1" smtClean="0">
                        <a:latin typeface="Cambria Math" panose="02040503050406030204" pitchFamily="18" charset="0"/>
                      </a:rPr>
                      <m:t>𝑝</m:t>
                    </m:r>
                  </m:oMath>
                </a14:m>
                <a:r>
                  <a:rPr lang="en-US"/>
                  <a:t>-th conductor,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𝑐</m:t>
                        </m:r>
                      </m:e>
                      <m:sub>
                        <m:r>
                          <a:rPr lang="en-US" i="1" smtClean="0">
                            <a:latin typeface="Cambria Math" panose="02040503050406030204" pitchFamily="18" charset="0"/>
                          </a:rPr>
                          <m:t>𝑝</m:t>
                        </m:r>
                      </m:sub>
                    </m:sSub>
                  </m:oMath>
                </a14:m>
                <a:r>
                  <a:rPr lang="en-US"/>
                  <a:t>, EFIE reads</a:t>
                </a:r>
                <a:endParaRPr lang="pt-BR"/>
              </a:p>
            </p:txBody>
          </p:sp>
        </mc:Choice>
        <mc:Fallback>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463028" y="1367912"/>
                <a:ext cx="5326743" cy="357534"/>
              </a:xfrm>
              <a:prstGeom prst="rect">
                <a:avLst/>
              </a:prstGeom>
              <a:blipFill>
                <a:blip r:embed="rId4"/>
                <a:stretch>
                  <a:fillRect l="-686" t="-3390" b="-16949"/>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38" name="CaixaDeTexto 37">
                <a:extLst>
                  <a:ext uri="{FF2B5EF4-FFF2-40B4-BE49-F238E27FC236}">
                    <a16:creationId xmlns:a16="http://schemas.microsoft.com/office/drawing/2014/main" id="{80555AE1-ECDF-CA6E-07DA-93B78ADB38C5}"/>
                  </a:ext>
                </a:extLst>
              </p:cNvPr>
              <p:cNvSpPr txBox="1"/>
              <p:nvPr/>
            </p:nvSpPr>
            <p:spPr>
              <a:xfrm>
                <a:off x="546815" y="1926138"/>
                <a:ext cx="5242956" cy="566758"/>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r>
                        <a:rPr lang="pt-BR">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𝒜</m:t>
                          </m:r>
                        </m:e>
                        <m:sub>
                          <m:r>
                            <a:rPr lang="pt-BR" b="0" i="1" smtClean="0">
                              <a:latin typeface="Cambria Math" panose="02040503050406030204" pitchFamily="18" charset="0"/>
                            </a:rPr>
                            <m:t>𝑧</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𝑉</m:t>
                              </m:r>
                            </m:e>
                            <m:sub>
                              <m:r>
                                <a:rPr lang="pt-BR" b="0" i="1" smtClean="0">
                                  <a:latin typeface="Cambria Math" panose="02040503050406030204" pitchFamily="18" charset="0"/>
                                </a:rPr>
                                <m:t>𝑝</m:t>
                              </m:r>
                            </m:sub>
                          </m:sSub>
                        </m:num>
                        <m:den>
                          <m:r>
                            <a:rPr lang="pt-BR" b="0" i="1" smtClean="0">
                              <a:latin typeface="Cambria Math" panose="02040503050406030204" pitchFamily="18" charset="0"/>
                            </a:rPr>
                            <m:t>𝜕</m:t>
                          </m:r>
                          <m:r>
                            <a:rPr lang="pt-BR" b="0" i="1" smtClean="0">
                              <a:latin typeface="Cambria Math" panose="02040503050406030204" pitchFamily="18" charset="0"/>
                            </a:rPr>
                            <m:t>𝑧</m:t>
                          </m:r>
                        </m:den>
                      </m:f>
                    </m:oMath>
                  </m:oMathPara>
                </a14:m>
                <a:endParaRPr lang="en-US"/>
              </a:p>
            </p:txBody>
          </p:sp>
        </mc:Choice>
        <mc:Fallback>
          <p:sp>
            <p:nvSpPr>
              <p:cNvPr id="38" name="CaixaDeTexto 37">
                <a:extLst>
                  <a:ext uri="{FF2B5EF4-FFF2-40B4-BE49-F238E27FC236}">
                    <a16:creationId xmlns:a16="http://schemas.microsoft.com/office/drawing/2014/main" id="{80555AE1-ECDF-CA6E-07DA-93B78ADB38C5}"/>
                  </a:ext>
                </a:extLst>
              </p:cNvPr>
              <p:cNvSpPr txBox="1">
                <a:spLocks noRot="1" noChangeAspect="1" noMove="1" noResize="1" noEditPoints="1" noAdjustHandles="1" noChangeArrowheads="1" noChangeShapeType="1" noTextEdit="1"/>
              </p:cNvSpPr>
              <p:nvPr/>
            </p:nvSpPr>
            <p:spPr>
              <a:xfrm>
                <a:off x="546815" y="1926138"/>
                <a:ext cx="5242956" cy="566758"/>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1" name="CaixaDeTexto 40">
                <a:extLst>
                  <a:ext uri="{FF2B5EF4-FFF2-40B4-BE49-F238E27FC236}">
                    <a16:creationId xmlns:a16="http://schemas.microsoft.com/office/drawing/2014/main" id="{D4455AD6-940A-835D-90BA-9BF3620BADF0}"/>
                  </a:ext>
                </a:extLst>
              </p:cNvPr>
              <p:cNvSpPr txBox="1"/>
              <p:nvPr/>
            </p:nvSpPr>
            <p:spPr>
              <a:xfrm>
                <a:off x="479376" y="2681229"/>
                <a:ext cx="5326743" cy="603755"/>
              </a:xfrm>
              <a:prstGeom prst="rect">
                <a:avLst/>
              </a:prstGeom>
              <a:noFill/>
            </p:spPr>
            <p:txBody>
              <a:bodyPr wrap="square">
                <a:spAutoFit/>
              </a:bodyPr>
              <a:lstStyle>
                <a:defPPr>
                  <a:defRPr lang="pt-BR"/>
                </a:defPPr>
                <a:lvl1pPr>
                  <a:defRPr sz="1600"/>
                </a:lvl1pPr>
              </a:lstStyle>
              <a:p>
                <a:r>
                  <a:rPr lang="en-US"/>
                  <a:t>Relating the potential drop </a:t>
                </a:r>
                <a14:m>
                  <m:oMath xmlns:m="http://schemas.openxmlformats.org/officeDocument/2006/math">
                    <m:r>
                      <a:rPr lang="en-US" i="1" smtClean="0">
                        <a:latin typeface="Cambria Math" panose="02040503050406030204" pitchFamily="18" charset="0"/>
                      </a:rPr>
                      <m:t>𝜕</m:t>
                    </m:r>
                    <m:sSub>
                      <m:sSubPr>
                        <m:ctrlPr>
                          <a:rPr lang="pt-BR" b="0" i="1" smtClean="0">
                            <a:latin typeface="Cambria Math" panose="02040503050406030204" pitchFamily="18" charset="0"/>
                          </a:rPr>
                        </m:ctrlPr>
                      </m:sSubPr>
                      <m:e>
                        <m:r>
                          <a:rPr lang="en-US" i="1" smtClean="0">
                            <a:latin typeface="Cambria Math" panose="02040503050406030204" pitchFamily="18" charset="0"/>
                          </a:rPr>
                          <m:t>𝑉</m:t>
                        </m:r>
                      </m:e>
                      <m:sub>
                        <m:r>
                          <a:rPr lang="en-US" i="1" smtClean="0">
                            <a:latin typeface="Cambria Math" panose="02040503050406030204" pitchFamily="18" charset="0"/>
                          </a:rPr>
                          <m:t>𝑝</m:t>
                        </m:r>
                      </m:sub>
                    </m:sSub>
                    <m:r>
                      <a:rPr lang="en-US" i="1" smtClean="0">
                        <a:latin typeface="Cambria Math" panose="02040503050406030204" pitchFamily="18" charset="0"/>
                      </a:rPr>
                      <m:t>/</m:t>
                    </m:r>
                    <m:r>
                      <a:rPr lang="en-US" i="1" smtClean="0">
                        <a:latin typeface="Cambria Math" panose="02040503050406030204" pitchFamily="18" charset="0"/>
                      </a:rPr>
                      <m:t>𝜕</m:t>
                    </m:r>
                    <m:r>
                      <a:rPr lang="en-US" i="1" smtClean="0">
                        <a:latin typeface="Cambria Math" panose="02040503050406030204" pitchFamily="18" charset="0"/>
                      </a:rPr>
                      <m:t>𝑧</m:t>
                    </m:r>
                  </m:oMath>
                </a14:m>
                <a:r>
                  <a:rPr lang="en-US"/>
                  <a:t> to the p.u.l. impedance parameters through the Telegrapher’s equation:</a:t>
                </a:r>
                <a:endParaRPr lang="pt-BR"/>
              </a:p>
            </p:txBody>
          </p:sp>
        </mc:Choice>
        <mc:Fallback>
          <p:sp>
            <p:nvSpPr>
              <p:cNvPr id="41" name="CaixaDeTexto 40">
                <a:extLst>
                  <a:ext uri="{FF2B5EF4-FFF2-40B4-BE49-F238E27FC236}">
                    <a16:creationId xmlns:a16="http://schemas.microsoft.com/office/drawing/2014/main" id="{D4455AD6-940A-835D-90BA-9BF3620BADF0}"/>
                  </a:ext>
                </a:extLst>
              </p:cNvPr>
              <p:cNvSpPr txBox="1">
                <a:spLocks noRot="1" noChangeAspect="1" noMove="1" noResize="1" noEditPoints="1" noAdjustHandles="1" noChangeArrowheads="1" noChangeShapeType="1" noTextEdit="1"/>
              </p:cNvSpPr>
              <p:nvPr/>
            </p:nvSpPr>
            <p:spPr>
              <a:xfrm>
                <a:off x="479376" y="2681229"/>
                <a:ext cx="5326743" cy="603755"/>
              </a:xfrm>
              <a:prstGeom prst="rect">
                <a:avLst/>
              </a:prstGeom>
              <a:blipFill>
                <a:blip r:embed="rId6"/>
                <a:stretch>
                  <a:fillRect l="-687" t="-2020" b="-12121"/>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6" name="CaixaDeTexto 45">
                <a:extLst>
                  <a:ext uri="{FF2B5EF4-FFF2-40B4-BE49-F238E27FC236}">
                    <a16:creationId xmlns:a16="http://schemas.microsoft.com/office/drawing/2014/main" id="{6CE3F873-CFD4-78FC-4F2E-CB254F51C454}"/>
                  </a:ext>
                </a:extLst>
              </p:cNvPr>
              <p:cNvSpPr txBox="1"/>
              <p:nvPr/>
            </p:nvSpPr>
            <p:spPr>
              <a:xfrm>
                <a:off x="479376" y="3429525"/>
                <a:ext cx="5616575"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d>
                      <m:r>
                        <a:rPr lang="pt-BR">
                          <a:latin typeface="Cambria Math" panose="02040503050406030204" pitchFamily="18" charset="0"/>
                        </a:rPr>
                        <m:t>=</m:t>
                      </m:r>
                      <m:r>
                        <a:rPr lang="pt-BR" b="0" i="1" smtClean="0">
                          <a:latin typeface="Cambria Math" panose="02040503050406030204" pitchFamily="18" charset="0"/>
                        </a:rPr>
                        <m:t>−</m:t>
                      </m:r>
                      <m:r>
                        <a:rPr lang="pt-BR" b="0" i="1" smtClean="0">
                          <a:latin typeface="Cambria Math" panose="02040503050406030204" pitchFamily="18" charset="0"/>
                        </a:rPr>
                        <m:t>𝑗</m:t>
                      </m:r>
                      <m:r>
                        <a:rPr lang="pt-BR" b="0" i="1" smtClean="0">
                          <a:latin typeface="Cambria Math" panose="02040503050406030204" pitchFamily="18" charset="0"/>
                        </a:rPr>
                        <m:t>𝜔</m:t>
                      </m:r>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p:sp>
            <p:nvSpPr>
              <p:cNvPr id="46" name="CaixaDeTexto 45">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479376" y="3429525"/>
                <a:ext cx="5616575" cy="791563"/>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7" name="CaixaDeTexto 46">
                <a:extLst>
                  <a:ext uri="{FF2B5EF4-FFF2-40B4-BE49-F238E27FC236}">
                    <a16:creationId xmlns:a16="http://schemas.microsoft.com/office/drawing/2014/main" id="{8F3CC78F-F5C4-6AD3-67A2-893E206B51FF}"/>
                  </a:ext>
                </a:extLst>
              </p:cNvPr>
              <p:cNvSpPr txBox="1"/>
              <p:nvPr/>
            </p:nvSpPr>
            <p:spPr>
              <a:xfrm>
                <a:off x="479376" y="4365104"/>
                <a:ext cx="5579041" cy="603755"/>
              </a:xfrm>
              <a:prstGeom prst="rect">
                <a:avLst/>
              </a:prstGeom>
              <a:noFill/>
            </p:spPr>
            <p:txBody>
              <a:bodyPr wrap="square">
                <a:spAutoFit/>
              </a:bodyPr>
              <a:lstStyle>
                <a:defPPr>
                  <a:defRPr lang="pt-BR"/>
                </a:defPPr>
                <a:lvl1pPr>
                  <a:defRPr sz="1600"/>
                </a:lvl1pPr>
              </a:lstStyle>
              <a:p>
                <a14:m>
                  <m:oMath xmlns:m="http://schemas.openxmlformats.org/officeDocument/2006/math">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 </m:t>
                    </m:r>
                  </m:oMath>
                </a14:m>
                <a:r>
                  <a:rPr lang="en-US"/>
                  <a:t>and </a:t>
                </a:r>
                <a14:m>
                  <m:oMath xmlns:m="http://schemas.openxmlformats.org/officeDocument/2006/math">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 </m:t>
                    </m:r>
                  </m:oMath>
                </a14:m>
                <a:r>
                  <a:rPr lang="en-US"/>
                  <a:t>represent the </a:t>
                </a:r>
                <a14:m>
                  <m:oMath xmlns:m="http://schemas.openxmlformats.org/officeDocument/2006/math">
                    <m:r>
                      <a:rPr lang="en-US" i="1" smtClean="0">
                        <a:latin typeface="Cambria Math" panose="02040503050406030204" pitchFamily="18" charset="0"/>
                      </a:rPr>
                      <m:t>(</m:t>
                    </m:r>
                    <m:r>
                      <a:rPr lang="en-US" i="1" smtClean="0">
                        <a:latin typeface="Cambria Math" panose="02040503050406030204" pitchFamily="18" charset="0"/>
                      </a:rPr>
                      <m:t>𝑝</m:t>
                    </m:r>
                    <m:r>
                      <a:rPr lang="en-US" i="1" smtClean="0">
                        <a:latin typeface="Cambria Math" panose="02040503050406030204" pitchFamily="18" charset="0"/>
                      </a:rPr>
                      <m:t>, </m:t>
                    </m:r>
                    <m:r>
                      <a:rPr lang="en-US" i="1" smtClean="0">
                        <a:latin typeface="Cambria Math" panose="02040503050406030204" pitchFamily="18" charset="0"/>
                      </a:rPr>
                      <m:t>𝑞</m:t>
                    </m:r>
                    <m:r>
                      <a:rPr lang="en-US" i="1" smtClean="0">
                        <a:latin typeface="Cambria Math" panose="02040503050406030204" pitchFamily="18" charset="0"/>
                      </a:rPr>
                      <m:t>) </m:t>
                    </m:r>
                  </m:oMath>
                </a14:m>
                <a:r>
                  <a:rPr lang="en-US"/>
                  <a:t>entry of the p.u.l. resistance and inductance matrices, respectively; and</a:t>
                </a:r>
                <a:endParaRPr lang="pt-BR"/>
              </a:p>
            </p:txBody>
          </p:sp>
        </mc:Choice>
        <mc:Fallback>
          <p:sp>
            <p:nvSpPr>
              <p:cNvPr id="47" name="CaixaDeTexto 46">
                <a:extLst>
                  <a:ext uri="{FF2B5EF4-FFF2-40B4-BE49-F238E27FC236}">
                    <a16:creationId xmlns:a16="http://schemas.microsoft.com/office/drawing/2014/main" id="{8F3CC78F-F5C4-6AD3-67A2-893E206B51FF}"/>
                  </a:ext>
                </a:extLst>
              </p:cNvPr>
              <p:cNvSpPr txBox="1">
                <a:spLocks noRot="1" noChangeAspect="1" noMove="1" noResize="1" noEditPoints="1" noAdjustHandles="1" noChangeArrowheads="1" noChangeShapeType="1" noTextEdit="1"/>
              </p:cNvSpPr>
              <p:nvPr/>
            </p:nvSpPr>
            <p:spPr>
              <a:xfrm>
                <a:off x="479376" y="4365104"/>
                <a:ext cx="5579041" cy="603755"/>
              </a:xfrm>
              <a:prstGeom prst="rect">
                <a:avLst/>
              </a:prstGeom>
              <a:blipFill>
                <a:blip r:embed="rId8"/>
                <a:stretch>
                  <a:fillRect l="-656" t="-2020" b="-12121"/>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9" name="CaixaDeTexto 48">
                <a:extLst>
                  <a:ext uri="{FF2B5EF4-FFF2-40B4-BE49-F238E27FC236}">
                    <a16:creationId xmlns:a16="http://schemas.microsoft.com/office/drawing/2014/main" id="{74F00A24-348B-E5A7-2721-AE25A6F8FA34}"/>
                  </a:ext>
                </a:extLst>
              </p:cNvPr>
              <p:cNvSpPr txBox="1"/>
              <p:nvPr/>
            </p:nvSpPr>
            <p:spPr>
              <a:xfrm>
                <a:off x="6240016" y="1484784"/>
                <a:ext cx="4932548" cy="1621791"/>
              </a:xfrm>
              <a:prstGeom prst="rect">
                <a:avLst/>
              </a:prstGeom>
              <a:noFill/>
            </p:spPr>
            <p:txBody>
              <a:bodyPr wrap="square">
                <a:spAutoFit/>
              </a:bodyPr>
              <a:lstStyle>
                <a:defPPr>
                  <a:defRPr lang="pt-BR"/>
                </a:defPPr>
                <a:lvl1pPr>
                  <a:defRPr sz="1600"/>
                </a:lvl1pPr>
              </a:lstStyle>
              <a:p>
                <a:pPr algn="just"/>
                <a:r>
                  <a:rPr lang="en-US"/>
                  <a:t>Note that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𝑝</m:t>
                        </m:r>
                      </m:sub>
                    </m:sSub>
                  </m:oMath>
                </a14:m>
                <a:r>
                  <a:rPr lang="en-US"/>
                  <a:t>, </a:t>
                </a:r>
                <a14:m>
                  <m:oMath xmlns:m="http://schemas.openxmlformats.org/officeDocument/2006/math">
                    <m:sSubSup>
                      <m:sSubSupPr>
                        <m:ctrlPr>
                          <a:rPr lang="pt-BR" i="1">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oMath>
                </a14:m>
                <a:r>
                  <a:rPr lang="en-US"/>
                  <a:t>,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𝑝</m:t>
                            </m:r>
                          </m:e>
                        </m:d>
                      </m:sup>
                    </m:sSubSup>
                    <m:r>
                      <a:rPr lang="pt-BR" i="1">
                        <a:latin typeface="Cambria Math" panose="02040503050406030204" pitchFamily="18" charset="0"/>
                      </a:rPr>
                      <m:t> </m:t>
                    </m:r>
                  </m:oMath>
                </a14:m>
                <a:r>
                  <a:rPr lang="en-US"/>
                  <a:t>and </a:t>
                </a:r>
                <a14:m>
                  <m:oMath xmlns:m="http://schemas.openxmlformats.org/officeDocument/2006/math">
                    <m:sSub>
                      <m:sSubPr>
                        <m:ctrlPr>
                          <a:rPr lang="en-US" i="1" smtClean="0">
                            <a:latin typeface="Cambria Math" panose="02040503050406030204" pitchFamily="18" charset="0"/>
                          </a:rPr>
                        </m:ctrlPr>
                      </m:sSubPr>
                      <m:e>
                        <m:r>
                          <a:rPr lang="en-US" b="1" i="1" smtClean="0">
                            <a:latin typeface="Cambria Math" panose="02040503050406030204" pitchFamily="18" charset="0"/>
                          </a:rPr>
                          <m:t>𝒓</m:t>
                        </m:r>
                      </m:e>
                      <m:sub>
                        <m:r>
                          <a:rPr lang="en-US" i="1" smtClean="0">
                            <a:latin typeface="Cambria Math" panose="02040503050406030204" pitchFamily="18" charset="0"/>
                          </a:rPr>
                          <m:t>𝑝</m:t>
                        </m:r>
                      </m:sub>
                    </m:sSub>
                  </m:oMath>
                </a14:m>
                <a:r>
                  <a:rPr lang="en-US"/>
                  <a:t> on </a:t>
                </a:r>
                <a14:m>
                  <m:oMath xmlns:m="http://schemas.openxmlformats.org/officeDocument/2006/math">
                    <m:r>
                      <a:rPr lang="en-US" i="1" smtClean="0">
                        <a:latin typeface="Cambria Math" panose="02040503050406030204" pitchFamily="18" charset="0"/>
                      </a:rPr>
                      <m:t>𝑝</m:t>
                    </m:r>
                    <m:r>
                      <a:rPr lang="en-US" i="1" smtClean="0">
                        <a:latin typeface="Cambria Math" panose="02040503050406030204" pitchFamily="18" charset="0"/>
                      </a:rPr>
                      <m:t>=1, 2, … </m:t>
                    </m:r>
                    <m:r>
                      <a:rPr lang="en-US" i="1">
                        <a:latin typeface="Cambria Math" panose="02040503050406030204" pitchFamily="18" charset="0"/>
                      </a:rPr>
                      <m:t>,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oMath>
                </a14:m>
                <a:r>
                  <a:rPr lang="en-US"/>
                  <a:t> concern the surface of the solid conductor; those on</a:t>
                </a:r>
                <a:br>
                  <a:rPr lang="en-US"/>
                </a:br>
                <a14:m>
                  <m:oMath xmlns:m="http://schemas.openxmlformats.org/officeDocument/2006/math">
                    <m:r>
                      <a:rPr lang="en-US" i="1" smtClean="0">
                        <a:latin typeface="Cambria Math" panose="02040503050406030204" pitchFamily="18" charset="0"/>
                      </a:rPr>
                      <m:t>𝑝</m:t>
                    </m:r>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+1, </m:t>
                    </m:r>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+2, … ,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oMath>
                </a14:m>
                <a:r>
                  <a:rPr lang="en-US"/>
                  <a:t>concern the outer surface of the hollow conductor, and those on</a:t>
                </a:r>
                <a:br>
                  <a:rPr lang="en-US"/>
                </a:br>
                <a14:m>
                  <m:oMath xmlns:m="http://schemas.openxmlformats.org/officeDocument/2006/math">
                    <m:r>
                      <a:rPr lang="en-US" i="1" smtClean="0">
                        <a:latin typeface="Cambria Math" panose="02040503050406030204" pitchFamily="18" charset="0"/>
                      </a:rPr>
                      <m:t>𝑝</m:t>
                    </m:r>
                    <m:r>
                      <a:rPr lang="en-US" i="1">
                        <a:latin typeface="Cambria Math" panose="02040503050406030204" pitchFamily="18" charset="0"/>
                      </a:rPr>
                      <m:t>=</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r>
                      <a:rPr lang="en-US" i="1">
                        <a:latin typeface="Cambria Math" panose="02040503050406030204" pitchFamily="18" charset="0"/>
                      </a:rPr>
                      <m:t>+1, </m:t>
                    </m:r>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𝑐</m:t>
                        </m:r>
                      </m:sub>
                    </m:sSub>
                    <m:r>
                      <a:rPr lang="pt-BR" b="0" i="1" smtClean="0">
                        <a:latin typeface="Cambria Math" panose="02040503050406030204" pitchFamily="18" charset="0"/>
                      </a:rPr>
                      <m:t>+</m:t>
                    </m:r>
                    <m:r>
                      <a:rPr lang="en-US" i="1">
                        <a:latin typeface="Cambria Math" panose="02040503050406030204" pitchFamily="18" charset="0"/>
                      </a:rPr>
                      <m:t>2, … , </m:t>
                    </m:r>
                    <m:sSub>
                      <m:sSubPr>
                        <m:ctrlPr>
                          <a:rPr lang="pt-BR" b="0" i="1" smtClean="0">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𝑠</m:t>
                        </m:r>
                      </m:sub>
                    </m:sSub>
                  </m:oMath>
                </a14:m>
                <a:r>
                  <a:rPr lang="en-US"/>
                  <a:t> concern the inner surface of the hollow conductor.</a:t>
                </a:r>
                <a:endParaRPr lang="pt-BR"/>
              </a:p>
            </p:txBody>
          </p:sp>
        </mc:Choice>
        <mc:Fallback>
          <p:sp>
            <p:nvSpPr>
              <p:cNvPr id="49" name="CaixaDeTexto 48">
                <a:extLst>
                  <a:ext uri="{FF2B5EF4-FFF2-40B4-BE49-F238E27FC236}">
                    <a16:creationId xmlns:a16="http://schemas.microsoft.com/office/drawing/2014/main" id="{74F00A24-348B-E5A7-2721-AE25A6F8FA34}"/>
                  </a:ext>
                </a:extLst>
              </p:cNvPr>
              <p:cNvSpPr txBox="1">
                <a:spLocks noRot="1" noChangeAspect="1" noMove="1" noResize="1" noEditPoints="1" noAdjustHandles="1" noChangeArrowheads="1" noChangeShapeType="1" noTextEdit="1"/>
              </p:cNvSpPr>
              <p:nvPr/>
            </p:nvSpPr>
            <p:spPr>
              <a:xfrm>
                <a:off x="6240016" y="1484784"/>
                <a:ext cx="4932548" cy="1621791"/>
              </a:xfrm>
              <a:prstGeom prst="rect">
                <a:avLst/>
              </a:prstGeom>
              <a:blipFill>
                <a:blip r:embed="rId9"/>
                <a:stretch>
                  <a:fillRect l="-742" r="-618" b="-3759"/>
                </a:stretch>
              </a:blipFill>
            </p:spPr>
            <p:txBody>
              <a:bodyPr/>
              <a:lstStyle/>
              <a:p>
                <a:r>
                  <a:rPr lang="pt-BR">
                    <a:noFill/>
                  </a:rPr>
                  <a:t> </a:t>
                </a:r>
              </a:p>
            </p:txBody>
          </p:sp>
        </mc:Fallback>
      </mc:AlternateContent>
      <p:sp>
        <p:nvSpPr>
          <p:cNvPr id="51" name="Retângulo: Cantos Arredondados 50">
            <a:extLst>
              <a:ext uri="{FF2B5EF4-FFF2-40B4-BE49-F238E27FC236}">
                <a16:creationId xmlns:a16="http://schemas.microsoft.com/office/drawing/2014/main" id="{D7410D5C-FA9C-5B17-2578-7758DA61F673}"/>
              </a:ext>
            </a:extLst>
          </p:cNvPr>
          <p:cNvSpPr/>
          <p:nvPr/>
        </p:nvSpPr>
        <p:spPr>
          <a:xfrm>
            <a:off x="6168008" y="1484784"/>
            <a:ext cx="5112568" cy="1621791"/>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p>
        </p:txBody>
      </p:sp>
      <p:sp>
        <p:nvSpPr>
          <p:cNvPr id="52" name="Retângulo: Cantos Arredondados 51">
            <a:extLst>
              <a:ext uri="{FF2B5EF4-FFF2-40B4-BE49-F238E27FC236}">
                <a16:creationId xmlns:a16="http://schemas.microsoft.com/office/drawing/2014/main" id="{8D68BDB9-6218-01C7-DCF0-ABD8AB5002F4}"/>
              </a:ext>
            </a:extLst>
          </p:cNvPr>
          <p:cNvSpPr/>
          <p:nvPr/>
        </p:nvSpPr>
        <p:spPr>
          <a:xfrm>
            <a:off x="672739" y="3410432"/>
            <a:ext cx="5112568" cy="829226"/>
          </a:xfrm>
          <a:prstGeom prst="round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pt-BR"/>
          </a:p>
        </p:txBody>
      </p:sp>
      <p:sp>
        <p:nvSpPr>
          <p:cNvPr id="53" name="CaixaDeTexto 52">
            <a:extLst>
              <a:ext uri="{FF2B5EF4-FFF2-40B4-BE49-F238E27FC236}">
                <a16:creationId xmlns:a16="http://schemas.microsoft.com/office/drawing/2014/main" id="{398F99E4-B5A7-6CDD-02C2-169D126C6ED8}"/>
              </a:ext>
            </a:extLst>
          </p:cNvPr>
          <p:cNvSpPr txBox="1"/>
          <p:nvPr/>
        </p:nvSpPr>
        <p:spPr>
          <a:xfrm>
            <a:off x="6985229" y="3440260"/>
            <a:ext cx="4332059" cy="830997"/>
          </a:xfrm>
          <a:prstGeom prst="rect">
            <a:avLst/>
          </a:prstGeom>
          <a:noFill/>
        </p:spPr>
        <p:txBody>
          <a:bodyPr wrap="square">
            <a:spAutoFit/>
          </a:bodyPr>
          <a:lstStyle>
            <a:defPPr>
              <a:defRPr lang="pt-BR"/>
            </a:defPPr>
            <a:lvl1pPr>
              <a:defRPr sz="1600"/>
            </a:lvl1pPr>
          </a:lstStyle>
          <a:p>
            <a:r>
              <a:rPr lang="en-US"/>
              <a:t>The main goal is to solve the p.u.l. impedance parameters, which will be done numerically by the MoM using the Fourier series expansions.</a:t>
            </a:r>
            <a:endParaRPr lang="pt-BR"/>
          </a:p>
        </p:txBody>
      </p:sp>
      <p:sp>
        <p:nvSpPr>
          <p:cNvPr id="58" name="Seta: para a Direita Listrada 57">
            <a:extLst>
              <a:ext uri="{FF2B5EF4-FFF2-40B4-BE49-F238E27FC236}">
                <a16:creationId xmlns:a16="http://schemas.microsoft.com/office/drawing/2014/main" id="{083C315A-3BF7-4F69-C2F4-35E564A4B9FC}"/>
              </a:ext>
            </a:extLst>
          </p:cNvPr>
          <p:cNvSpPr/>
          <p:nvPr/>
        </p:nvSpPr>
        <p:spPr>
          <a:xfrm>
            <a:off x="6240016" y="3694733"/>
            <a:ext cx="594066" cy="322053"/>
          </a:xfrm>
          <a:prstGeom prst="stripedRightArrow">
            <a:avLst>
              <a:gd name="adj1" fmla="val 55567"/>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60" name="CaixaDeTexto 59">
                <a:extLst>
                  <a:ext uri="{FF2B5EF4-FFF2-40B4-BE49-F238E27FC236}">
                    <a16:creationId xmlns:a16="http://schemas.microsoft.com/office/drawing/2014/main" id="{BAFC1A89-B747-BA6C-AE26-BE7AE41FEF49}"/>
                  </a:ext>
                </a:extLst>
              </p:cNvPr>
              <p:cNvSpPr txBox="1"/>
              <p:nvPr/>
            </p:nvSpPr>
            <p:spPr>
              <a:xfrm>
                <a:off x="484289" y="5094306"/>
                <a:ext cx="5616575"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i="1">
                              <a:latin typeface="Cambria Math" panose="02040503050406030204" pitchFamily="18" charset="0"/>
                            </a:rPr>
                            <m:t>𝒜</m:t>
                          </m:r>
                        </m:e>
                        <m:sub>
                          <m:r>
                            <a:rPr lang="pt-BR" i="1">
                              <a:latin typeface="Cambria Math" panose="02040503050406030204" pitchFamily="18" charset="0"/>
                            </a:rPr>
                            <m:t>𝑧</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r>
                        <a:rPr lang="pt-BR">
                          <a:latin typeface="Cambria Math" panose="02040503050406030204" pitchFamily="18" charset="0"/>
                        </a:rPr>
                        <m:t>=</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d>
                            </m:e>
                          </m:nary>
                          <m:r>
                            <a:rPr lang="pt-BR" b="0" i="1" smtClean="0">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smtClean="0">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𝑝</m:t>
                                  </m:r>
                                </m:sub>
                              </m:sSub>
                              <m:r>
                                <a:rPr lang="pt-BR" b="1" i="1" smtClean="0">
                                  <a:latin typeface="Cambria Math" panose="02040503050406030204" pitchFamily="18" charset="0"/>
                                  <a:ea typeface="Cambria Math" panose="02040503050406030204" pitchFamily="18" charset="0"/>
                                </a:rPr>
                                <m:t>(</m:t>
                              </m:r>
                              <m:sSub>
                                <m:sSubPr>
                                  <m:ctrlPr>
                                    <a:rPr lang="pt-BR" b="0"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𝜃</m:t>
                                  </m:r>
                                </m:e>
                                <m:sub>
                                  <m:r>
                                    <a:rPr lang="pt-BR" b="0" i="1" smtClean="0">
                                      <a:latin typeface="Cambria Math" panose="02040503050406030204" pitchFamily="18" charset="0"/>
                                      <a:ea typeface="Cambria Math" panose="02040503050406030204" pitchFamily="18" charset="0"/>
                                    </a:rPr>
                                    <m:t>𝑝</m:t>
                                  </m:r>
                                </m:sub>
                              </m:sSub>
                              <m:r>
                                <a:rPr lang="pt-BR" b="1" i="1" smtClean="0">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b="0" i="1" smtClean="0">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Sup>
                                <m:sSubSupPr>
                                  <m:ctrlPr>
                                    <a:rPr lang="pt-BR" b="1" i="1" smtClean="0">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b="0" i="1" smtClean="0">
                                      <a:latin typeface="Cambria Math" panose="02040503050406030204" pitchFamily="18" charset="0"/>
                                      <a:ea typeface="Cambria Math" panose="02040503050406030204" pitchFamily="18" charset="0"/>
                                    </a:rPr>
                                    <m:t>𝑞</m:t>
                                  </m:r>
                                </m:sub>
                                <m:sup>
                                  <m:r>
                                    <a:rPr lang="pt-BR" b="1" i="1" smtClean="0">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i="1">
                                  <a:latin typeface="Cambria Math" panose="02040503050406030204" pitchFamily="18" charset="0"/>
                                </a:rPr>
                                <m:t>′</m:t>
                              </m:r>
                            </m:sup>
                          </m:sSubSup>
                        </m:e>
                      </m:nary>
                    </m:oMath>
                  </m:oMathPara>
                </a14:m>
                <a:endParaRPr lang="en-US"/>
              </a:p>
            </p:txBody>
          </p:sp>
        </mc:Choice>
        <mc:Fallback>
          <p:sp>
            <p:nvSpPr>
              <p:cNvPr id="60" name="CaixaDeTexto 59">
                <a:extLst>
                  <a:ext uri="{FF2B5EF4-FFF2-40B4-BE49-F238E27FC236}">
                    <a16:creationId xmlns:a16="http://schemas.microsoft.com/office/drawing/2014/main" id="{BAFC1A89-B747-BA6C-AE26-BE7AE41FEF49}"/>
                  </a:ext>
                </a:extLst>
              </p:cNvPr>
              <p:cNvSpPr txBox="1">
                <a:spLocks noRot="1" noChangeAspect="1" noMove="1" noResize="1" noEditPoints="1" noAdjustHandles="1" noChangeArrowheads="1" noChangeShapeType="1" noTextEdit="1"/>
              </p:cNvSpPr>
              <p:nvPr/>
            </p:nvSpPr>
            <p:spPr>
              <a:xfrm>
                <a:off x="484289" y="5094306"/>
                <a:ext cx="5616575" cy="791563"/>
              </a:xfrm>
              <a:prstGeom prst="rect">
                <a:avLst/>
              </a:prstGeom>
              <a:blipFill>
                <a:blip r:embed="rId10"/>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1493695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17</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707886"/>
          </a:xfrm>
          <a:prstGeom prst="rect">
            <a:avLst/>
          </a:prstGeom>
          <a:noFill/>
        </p:spPr>
        <p:txBody>
          <a:bodyPr wrap="square" rtlCol="0">
            <a:spAutoFit/>
          </a:bodyPr>
          <a:lstStyle/>
          <a:p>
            <a:r>
              <a:rPr lang="en-US" sz="2000">
                <a:ln w="0"/>
                <a:effectLst>
                  <a:outerShdw blurRad="38100" dist="19050" dir="2700000" algn="tl" rotWithShape="0">
                    <a:schemeClr val="dk1">
                      <a:alpha val="40000"/>
                    </a:schemeClr>
                  </a:outerShdw>
                </a:effectLst>
              </a:rPr>
              <a:t>Analytic Evaluation of Discrete Green’s Function for solid conductors</a:t>
            </a:r>
            <a:endParaRPr lang="pt-BR" sz="2000">
              <a:ln w="0"/>
              <a:effectLst>
                <a:outerShdw blurRad="38100" dist="19050" dir="2700000" algn="tl" rotWithShape="0">
                  <a:schemeClr val="dk1">
                    <a:alpha val="40000"/>
                  </a:schemeClr>
                </a:outerShdw>
              </a:effectLst>
            </a:endParaRPr>
          </a:p>
        </p:txBody>
      </p:sp>
      <p:sp>
        <p:nvSpPr>
          <p:cNvPr id="2" name="CaixaDeTexto 1">
            <a:extLst>
              <a:ext uri="{FF2B5EF4-FFF2-40B4-BE49-F238E27FC236}">
                <a16:creationId xmlns:a16="http://schemas.microsoft.com/office/drawing/2014/main" id="{210C4684-E1A1-C731-9947-6934CF464A62}"/>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Circular Conductors Surrounded by a Homogeneous Lossless Medium</a:t>
            </a:r>
            <a:endParaRPr lang="pt-BR" sz="1400">
              <a:solidFill>
                <a:srgbClr val="0070C0"/>
              </a:solidFill>
              <a:latin typeface="Arial Black" panose="020B0A04020102020204" pitchFamily="34" charset="0"/>
            </a:endParaRPr>
          </a:p>
        </p:txBody>
      </p:sp>
      <mc:AlternateContent xmlns:mc="http://schemas.openxmlformats.org/markup-compatibility/2006">
        <mc:Choice xmlns:a14="http://schemas.microsoft.com/office/drawing/2010/main" Requires="a14">
          <p:sp>
            <p:nvSpPr>
              <p:cNvPr id="70" name="CaixaDeTexto 69">
                <a:extLst>
                  <a:ext uri="{FF2B5EF4-FFF2-40B4-BE49-F238E27FC236}">
                    <a16:creationId xmlns:a16="http://schemas.microsoft.com/office/drawing/2014/main" id="{78B341C4-2B1A-F076-C254-B6068E0B7310}"/>
                  </a:ext>
                </a:extLst>
              </p:cNvPr>
              <p:cNvSpPr txBox="1"/>
              <p:nvPr/>
            </p:nvSpPr>
            <p:spPr>
              <a:xfrm>
                <a:off x="463028" y="1367912"/>
                <a:ext cx="10854260" cy="584775"/>
              </a:xfrm>
              <a:prstGeom prst="rect">
                <a:avLst/>
              </a:prstGeom>
              <a:noFill/>
            </p:spPr>
            <p:txBody>
              <a:bodyPr wrap="square">
                <a:spAutoFit/>
              </a:bodyPr>
              <a:lstStyle>
                <a:defPPr>
                  <a:defRPr lang="pt-BR"/>
                </a:defPPr>
                <a:lvl1pPr>
                  <a:defRPr sz="1600"/>
                </a:lvl1pPr>
              </a:lstStyle>
              <a:p>
                <a:r>
                  <a:rPr lang="en-US"/>
                  <a:t>Given an multiconductor cylindrical geometry, one can approximate the field and the current on the </a:t>
                </a:r>
                <a14:m>
                  <m:oMath xmlns:m="http://schemas.openxmlformats.org/officeDocument/2006/math">
                    <m:r>
                      <a:rPr lang="en-US" i="1" smtClean="0">
                        <a:latin typeface="Cambria Math" panose="02040503050406030204" pitchFamily="18" charset="0"/>
                      </a:rPr>
                      <m:t>𝑝</m:t>
                    </m:r>
                  </m:oMath>
                </a14:m>
                <a:r>
                  <a:rPr lang="en-US"/>
                  <a:t>-th surface for solid conductor by means of a truncated Fourier series:</a:t>
                </a:r>
                <a:endParaRPr lang="pt-BR"/>
              </a:p>
            </p:txBody>
          </p:sp>
        </mc:Choice>
        <mc:Fallback>
          <p:sp>
            <p:nvSpPr>
              <p:cNvPr id="70" name="CaixaDeTexto 69">
                <a:extLst>
                  <a:ext uri="{FF2B5EF4-FFF2-40B4-BE49-F238E27FC236}">
                    <a16:creationId xmlns:a16="http://schemas.microsoft.com/office/drawing/2014/main" id="{78B341C4-2B1A-F076-C254-B6068E0B7310}"/>
                  </a:ext>
                </a:extLst>
              </p:cNvPr>
              <p:cNvSpPr txBox="1">
                <a:spLocks noRot="1" noChangeAspect="1" noMove="1" noResize="1" noEditPoints="1" noAdjustHandles="1" noChangeArrowheads="1" noChangeShapeType="1" noTextEdit="1"/>
              </p:cNvSpPr>
              <p:nvPr/>
            </p:nvSpPr>
            <p:spPr>
              <a:xfrm>
                <a:off x="463028" y="1367912"/>
                <a:ext cx="10854260" cy="584775"/>
              </a:xfrm>
              <a:prstGeom prst="rect">
                <a:avLst/>
              </a:prstGeom>
              <a:blipFill>
                <a:blip r:embed="rId4"/>
                <a:stretch>
                  <a:fillRect l="-337" t="-3125" b="-125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6" name="CaixaDeTexto 45">
                <a:extLst>
                  <a:ext uri="{FF2B5EF4-FFF2-40B4-BE49-F238E27FC236}">
                    <a16:creationId xmlns:a16="http://schemas.microsoft.com/office/drawing/2014/main" id="{6CE3F873-CFD4-78FC-4F2E-CB254F51C454}"/>
                  </a:ext>
                </a:extLst>
              </p:cNvPr>
              <p:cNvSpPr txBox="1"/>
              <p:nvPr/>
            </p:nvSpPr>
            <p:spPr>
              <a:xfrm>
                <a:off x="479376" y="4694475"/>
                <a:ext cx="9649072"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hr m:val="∑"/>
                          <m:ctrlPr>
                            <a:rPr lang="pt-BR" i="1" smtClean="0">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𝐸</m:t>
                              </m:r>
                            </m:e>
                            <m:sub>
                              <m:r>
                                <a:rPr lang="pt-BR" i="1">
                                  <a:latin typeface="Cambria Math" panose="02040503050406030204" pitchFamily="18" charset="0"/>
                                </a:rPr>
                                <m:t>𝑛</m:t>
                              </m:r>
                            </m:sub>
                            <m:sup>
                              <m:r>
                                <a:rPr lang="pt-BR" i="1">
                                  <a:latin typeface="Cambria Math" panose="02040503050406030204" pitchFamily="18" charset="0"/>
                                </a:rPr>
                                <m:t>(</m:t>
                              </m:r>
                              <m:r>
                                <a:rPr lang="pt-BR" i="1">
                                  <a:latin typeface="Cambria Math" panose="02040503050406030204" pitchFamily="18" charset="0"/>
                                </a:rPr>
                                <m:t>𝑝</m:t>
                              </m:r>
                              <m:r>
                                <a:rPr lang="pt-BR" i="1">
                                  <a:latin typeface="Cambria Math" panose="02040503050406030204" pitchFamily="18" charset="0"/>
                                </a:rPr>
                                <m:t>)</m:t>
                              </m:r>
                            </m:sup>
                          </m:sSubSup>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sup>
                          </m:sSup>
                        </m:e>
                      </m:nary>
                      <m:r>
                        <a:rPr lang="pt-BR">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um>
                        <m:den>
                          <m:r>
                            <a:rPr lang="pt-BR" i="1">
                              <a:latin typeface="Cambria Math" panose="02040503050406030204" pitchFamily="18" charset="0"/>
                            </a:rPr>
                            <m:t>2</m:t>
                          </m:r>
                          <m:r>
                            <a:rPr lang="pt-BR" i="1">
                              <a:latin typeface="Cambria Math" panose="02040503050406030204" pitchFamily="18" charset="0"/>
                            </a:rPr>
                            <m:t>𝜋</m:t>
                          </m:r>
                        </m:den>
                      </m:f>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𝑛</m:t>
                              </m:r>
                              <m:r>
                                <a:rPr lang="pt-BR" i="1">
                                  <a:latin typeface="Cambria Math" panose="02040503050406030204" pitchFamily="18" charset="0"/>
                                </a:rPr>
                                <m:t>=−</m:t>
                              </m:r>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𝑛</m:t>
                                  </m:r>
                                </m:sub>
                                <m:sup>
                                  <m:r>
                                    <a:rPr lang="pt-BR" i="1">
                                      <a:latin typeface="Cambria Math" panose="02040503050406030204" pitchFamily="18" charset="0"/>
                                    </a:rPr>
                                    <m:t>(</m:t>
                                  </m:r>
                                  <m:r>
                                    <a:rPr lang="pt-BR" b="0" i="1" smtClean="0">
                                      <a:latin typeface="Cambria Math" panose="02040503050406030204" pitchFamily="18" charset="0"/>
                                    </a:rPr>
                                    <m:t>𝑞</m:t>
                                  </m:r>
                                  <m:r>
                                    <a:rPr lang="pt-BR" i="1">
                                      <a:latin typeface="Cambria Math" panose="02040503050406030204" pitchFamily="18" charset="0"/>
                                    </a:rPr>
                                    <m:t>)</m:t>
                                  </m:r>
                                </m:sup>
                              </m:sSubSup>
                            </m:e>
                          </m:nary>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p>
                                <m:sSupPr>
                                  <m:ctrlPr>
                                    <a:rPr lang="pt-BR" i="1">
                                      <a:latin typeface="Cambria Math" panose="02040503050406030204" pitchFamily="18" charset="0"/>
                                    </a:rPr>
                                  </m:ctrlPr>
                                </m:sSupPr>
                                <m:e>
                                  <m:r>
                                    <a:rPr lang="pt-BR" i="1">
                                      <a:latin typeface="Cambria Math" panose="02040503050406030204" pitchFamily="18" charset="0"/>
                                    </a:rPr>
                                    <m:t>𝑒</m:t>
                                  </m:r>
                                </m:e>
                                <m:sup>
                                  <m:r>
                                    <a:rPr lang="pt-BR" i="1">
                                      <a:latin typeface="Cambria Math" panose="02040503050406030204" pitchFamily="18" charset="0"/>
                                    </a:rPr>
                                    <m:t>𝑗𝑛</m:t>
                                  </m:r>
                                  <m:sSubSup>
                                    <m:sSubSupPr>
                                      <m:ctrlPr>
                                        <a:rPr lang="pt-BR" b="0" i="1" smtClean="0">
                                          <a:latin typeface="Cambria Math" panose="02040503050406030204" pitchFamily="18" charset="0"/>
                                        </a:rPr>
                                      </m:ctrlPr>
                                    </m:sSubSupPr>
                                    <m:e>
                                      <m:r>
                                        <a:rPr lang="pt-BR" i="1">
                                          <a:latin typeface="Cambria Math" panose="02040503050406030204" pitchFamily="18" charset="0"/>
                                        </a:rPr>
                                        <m:t>𝜃</m:t>
                                      </m:r>
                                    </m:e>
                                    <m:sub>
                                      <m:r>
                                        <a:rPr lang="pt-BR" b="0" i="1" smtClean="0">
                                          <a:latin typeface="Cambria Math" panose="02040503050406030204" pitchFamily="18" charset="0"/>
                                        </a:rPr>
                                        <m:t>𝑞</m:t>
                                      </m:r>
                                    </m:sub>
                                    <m:sup>
                                      <m:r>
                                        <a:rPr lang="pt-BR" b="0" i="1" smtClean="0">
                                          <a:latin typeface="Cambria Math" panose="02040503050406030204" pitchFamily="18" charset="0"/>
                                        </a:rPr>
                                        <m:t>′</m:t>
                                      </m:r>
                                    </m:sup>
                                  </m:sSubSup>
                                </m:sup>
                              </m:sSup>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sSub>
                                <m:sSubPr>
                                  <m:ctrlPr>
                                    <a:rPr lang="pt-BR"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𝑝</m:t>
                                  </m:r>
                                </m:sub>
                              </m:sSub>
                              <m:r>
                                <a:rPr lang="pt-BR" b="1" i="1" smtClean="0">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𝜃</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b>
                                <m:sSubPr>
                                  <m:ctrlPr>
                                    <a:rPr lang="pt-BR" i="1" smtClean="0">
                                      <a:latin typeface="Cambria Math" panose="02040503050406030204" pitchFamily="18" charset="0"/>
                                      <a:ea typeface="Cambria Math" panose="02040503050406030204" pitchFamily="18" charset="0"/>
                                    </a:rPr>
                                  </m:ctrlPr>
                                </m:sSubPr>
                                <m:e>
                                  <m:r>
                                    <a:rPr lang="pt-BR" b="0" i="1" smtClean="0">
                                      <a:latin typeface="Cambria Math" panose="02040503050406030204" pitchFamily="18" charset="0"/>
                                      <a:ea typeface="Cambria Math" panose="02040503050406030204" pitchFamily="18" charset="0"/>
                                    </a:rPr>
                                    <m:t>𝑎</m:t>
                                  </m:r>
                                </m:e>
                                <m:sub>
                                  <m:r>
                                    <a:rPr lang="pt-BR" b="0" i="1" smtClean="0">
                                      <a:latin typeface="Cambria Math" panose="02040503050406030204" pitchFamily="18" charset="0"/>
                                      <a:ea typeface="Cambria Math" panose="02040503050406030204" pitchFamily="18" charset="0"/>
                                    </a:rPr>
                                    <m:t>𝑞</m:t>
                                  </m:r>
                                </m:sub>
                              </m:sSub>
                              <m:r>
                                <a:rPr lang="pt-BR" b="1" i="1" smtClean="0">
                                  <a:latin typeface="Cambria Math" panose="02040503050406030204" pitchFamily="18" charset="0"/>
                                  <a:ea typeface="Cambria Math" panose="02040503050406030204" pitchFamily="18" charset="0"/>
                                </a:rPr>
                                <m:t>,</m:t>
                              </m:r>
                              <m:sSubSup>
                                <m:sSubSupPr>
                                  <m:ctrlPr>
                                    <a:rPr lang="pt-BR" b="1" i="1" smtClean="0">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𝜃</m:t>
                                  </m:r>
                                </m:e>
                                <m:sub>
                                  <m:r>
                                    <a:rPr lang="pt-BR" b="0" i="1" smtClean="0">
                                      <a:latin typeface="Cambria Math" panose="02040503050406030204" pitchFamily="18" charset="0"/>
                                      <a:ea typeface="Cambria Math" panose="02040503050406030204" pitchFamily="18" charset="0"/>
                                    </a:rPr>
                                    <m:t>𝑞</m:t>
                                  </m:r>
                                </m:sub>
                                <m:sup>
                                  <m:r>
                                    <a:rPr lang="pt-BR" b="1" i="1">
                                      <a:latin typeface="Cambria Math" panose="02040503050406030204" pitchFamily="18" charset="0"/>
                                      <a:ea typeface="Cambria Math" panose="02040503050406030204" pitchFamily="18" charset="0"/>
                                    </a:rPr>
                                    <m:t>′</m:t>
                                  </m:r>
                                </m:sup>
                              </m:sSubSup>
                              <m:r>
                                <a:rPr lang="pt-BR" b="1" i="1">
                                  <a:latin typeface="Cambria Math" panose="02040503050406030204" pitchFamily="18" charset="0"/>
                                  <a:ea typeface="Cambria Math" panose="02040503050406030204" pitchFamily="18" charset="0"/>
                                </a:rPr>
                                <m:t>)</m:t>
                              </m:r>
                            </m:e>
                          </m:d>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p:sp>
            <p:nvSpPr>
              <p:cNvPr id="46" name="CaixaDeTexto 45">
                <a:extLst>
                  <a:ext uri="{FF2B5EF4-FFF2-40B4-BE49-F238E27FC236}">
                    <a16:creationId xmlns:a16="http://schemas.microsoft.com/office/drawing/2014/main" id="{6CE3F873-CFD4-78FC-4F2E-CB254F51C454}"/>
                  </a:ext>
                </a:extLst>
              </p:cNvPr>
              <p:cNvSpPr txBox="1">
                <a:spLocks noRot="1" noChangeAspect="1" noMove="1" noResize="1" noEditPoints="1" noAdjustHandles="1" noChangeArrowheads="1" noChangeShapeType="1" noTextEdit="1"/>
              </p:cNvSpPr>
              <p:nvPr/>
            </p:nvSpPr>
            <p:spPr>
              <a:xfrm>
                <a:off x="479376" y="4694475"/>
                <a:ext cx="9649072" cy="85876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0" name="CaixaDeTexto 9">
                <a:extLst>
                  <a:ext uri="{FF2B5EF4-FFF2-40B4-BE49-F238E27FC236}">
                    <a16:creationId xmlns:a16="http://schemas.microsoft.com/office/drawing/2014/main" id="{A48A82B7-2AE7-1327-4758-03E3006072A0}"/>
                  </a:ext>
                </a:extLst>
              </p:cNvPr>
              <p:cNvSpPr txBox="1"/>
              <p:nvPr/>
            </p:nvSpPr>
            <p:spPr>
              <a:xfrm>
                <a:off x="491366" y="2132856"/>
                <a:ext cx="7908890" cy="79156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m:rPr>
                              <m:sty m:val="p"/>
                            </m:rPr>
                            <a:rPr lang="pt-BR">
                              <a:latin typeface="Cambria Math" panose="02040503050406030204" pitchFamily="18" charset="0"/>
                            </a:rPr>
                            <m:t>E</m:t>
                          </m:r>
                        </m:e>
                        <m:sub>
                          <m:r>
                            <m:rPr>
                              <m:sty m:val="p"/>
                            </m:rPr>
                            <a:rPr lang="pt-BR">
                              <a:latin typeface="Cambria Math" panose="02040503050406030204" pitchFamily="18" charset="0"/>
                            </a:rPr>
                            <m:t>z</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e>
                      </m:d>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sSubSup>
                                <m:sSubSupPr>
                                  <m:ctrlPr>
                                    <a:rPr lang="pt-BR" i="1">
                                      <a:latin typeface="Cambria Math" panose="02040503050406030204" pitchFamily="18" charset="0"/>
                                    </a:rPr>
                                  </m:ctrlPr>
                                </m:sSubSupPr>
                                <m:e>
                                  <m:r>
                                    <a:rPr lang="pt-BR" i="1">
                                      <a:latin typeface="Cambria Math" panose="02040503050406030204" pitchFamily="18" charset="0"/>
                                    </a:rPr>
                                    <m:t>𝐽</m:t>
                                  </m:r>
                                </m:e>
                                <m:sub>
                                  <m:r>
                                    <a:rPr lang="pt-BR" i="1">
                                      <a:latin typeface="Cambria Math" panose="02040503050406030204" pitchFamily="18" charset="0"/>
                                    </a:rPr>
                                    <m:t>𝑠</m:t>
                                  </m:r>
                                </m:sub>
                                <m:sup>
                                  <m:d>
                                    <m:dPr>
                                      <m:ctrlPr>
                                        <a:rPr lang="pt-BR" i="1">
                                          <a:latin typeface="Cambria Math" panose="02040503050406030204" pitchFamily="18" charset="0"/>
                                        </a:rPr>
                                      </m:ctrlPr>
                                    </m:dPr>
                                    <m:e>
                                      <m:r>
                                        <a:rPr lang="pt-BR" i="1">
                                          <a:latin typeface="Cambria Math" panose="02040503050406030204" pitchFamily="18" charset="0"/>
                                        </a:rPr>
                                        <m:t>𝑞</m:t>
                                      </m:r>
                                    </m:e>
                                  </m:d>
                                </m:sup>
                              </m:sSubSup>
                              <m:d>
                                <m:dPr>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d>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𝜃</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𝜃</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p:sp>
            <p:nvSpPr>
              <p:cNvPr id="10" name="CaixaDeTexto 9">
                <a:extLst>
                  <a:ext uri="{FF2B5EF4-FFF2-40B4-BE49-F238E27FC236}">
                    <a16:creationId xmlns:a16="http://schemas.microsoft.com/office/drawing/2014/main" id="{A48A82B7-2AE7-1327-4758-03E3006072A0}"/>
                  </a:ext>
                </a:extLst>
              </p:cNvPr>
              <p:cNvSpPr txBox="1">
                <a:spLocks noRot="1" noChangeAspect="1" noMove="1" noResize="1" noEditPoints="1" noAdjustHandles="1" noChangeArrowheads="1" noChangeShapeType="1" noTextEdit="1"/>
              </p:cNvSpPr>
              <p:nvPr/>
            </p:nvSpPr>
            <p:spPr>
              <a:xfrm>
                <a:off x="491366" y="2132856"/>
                <a:ext cx="7908890" cy="791563"/>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4F7749DF-A98E-05E9-2ED9-4D65FDA731AD}"/>
                  </a:ext>
                </a:extLst>
              </p:cNvPr>
              <p:cNvSpPr txBox="1"/>
              <p:nvPr/>
            </p:nvSpPr>
            <p:spPr>
              <a:xfrm>
                <a:off x="463028" y="3104964"/>
                <a:ext cx="9809436"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nary>
                        <m:naryPr>
                          <m:chr m:val="∑"/>
                          <m:ctrlPr>
                            <a:rPr lang="pt-BR" i="1" smtClean="0">
                              <a:solidFill>
                                <a:srgbClr val="002060"/>
                              </a:solidFill>
                              <a:latin typeface="Cambria Math" panose="02040503050406030204" pitchFamily="18" charset="0"/>
                            </a:rPr>
                          </m:ctrlPr>
                        </m:naryPr>
                        <m:sub>
                          <m:r>
                            <m:rPr>
                              <m:brk m:alnAt="23"/>
                            </m:rPr>
                            <a:rPr lang="pt-BR" i="1">
                              <a:solidFill>
                                <a:srgbClr val="002060"/>
                              </a:solidFill>
                              <a:latin typeface="Cambria Math" panose="02040503050406030204" pitchFamily="18" charset="0"/>
                            </a:rPr>
                            <m:t>𝑛</m:t>
                          </m:r>
                          <m:r>
                            <a:rPr lang="pt-BR" i="1">
                              <a:solidFill>
                                <a:srgbClr val="002060"/>
                              </a:solidFill>
                              <a:latin typeface="Cambria Math" panose="02040503050406030204" pitchFamily="18" charset="0"/>
                            </a:rPr>
                            <m:t>=−</m:t>
                          </m:r>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b>
                        <m:sup>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p>
                        <m:e>
                          <m:sSubSup>
                            <m:sSubSupPr>
                              <m:ctrlPr>
                                <a:rPr lang="pt-BR" i="1">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𝐸</m:t>
                              </m:r>
                            </m:e>
                            <m:sub>
                              <m:r>
                                <a:rPr lang="pt-BR" i="1">
                                  <a:solidFill>
                                    <a:srgbClr val="002060"/>
                                  </a:solidFill>
                                  <a:latin typeface="Cambria Math" panose="02040503050406030204" pitchFamily="18" charset="0"/>
                                </a:rPr>
                                <m:t>𝑛</m:t>
                              </m:r>
                            </m:sub>
                            <m:sup>
                              <m:r>
                                <a:rPr lang="pt-BR" i="1">
                                  <a:solidFill>
                                    <a:srgbClr val="002060"/>
                                  </a:solidFill>
                                  <a:latin typeface="Cambria Math" panose="02040503050406030204" pitchFamily="18" charset="0"/>
                                </a:rPr>
                                <m:t>(</m:t>
                              </m:r>
                              <m:r>
                                <a:rPr lang="pt-BR" i="1">
                                  <a:solidFill>
                                    <a:srgbClr val="002060"/>
                                  </a:solidFill>
                                  <a:latin typeface="Cambria Math" panose="02040503050406030204" pitchFamily="18" charset="0"/>
                                </a:rPr>
                                <m:t>𝑝</m:t>
                              </m:r>
                              <m:r>
                                <a:rPr lang="pt-BR" i="1">
                                  <a:solidFill>
                                    <a:srgbClr val="002060"/>
                                  </a:solidFill>
                                  <a:latin typeface="Cambria Math" panose="02040503050406030204" pitchFamily="18" charset="0"/>
                                </a:rPr>
                                <m:t>)</m:t>
                              </m:r>
                            </m:sup>
                          </m:sSubSup>
                          <m:sSup>
                            <m:sSupPr>
                              <m:ctrlPr>
                                <a:rPr lang="pt-BR" i="1">
                                  <a:solidFill>
                                    <a:srgbClr val="002060"/>
                                  </a:solidFill>
                                  <a:latin typeface="Cambria Math" panose="02040503050406030204" pitchFamily="18" charset="0"/>
                                </a:rPr>
                              </m:ctrlPr>
                            </m:sSupPr>
                            <m:e>
                              <m:r>
                                <a:rPr lang="pt-BR" i="1">
                                  <a:solidFill>
                                    <a:srgbClr val="002060"/>
                                  </a:solidFill>
                                  <a:latin typeface="Cambria Math" panose="02040503050406030204" pitchFamily="18" charset="0"/>
                                </a:rPr>
                                <m:t>𝑒</m:t>
                              </m:r>
                            </m:e>
                            <m:sup>
                              <m:r>
                                <a:rPr lang="pt-BR" i="1">
                                  <a:solidFill>
                                    <a:srgbClr val="002060"/>
                                  </a:solidFill>
                                  <a:latin typeface="Cambria Math" panose="02040503050406030204" pitchFamily="18" charset="0"/>
                                </a:rPr>
                                <m:t>𝑗𝑛</m:t>
                              </m:r>
                              <m:sSub>
                                <m:sSubPr>
                                  <m:ctrlPr>
                                    <a:rPr lang="pt-BR" i="1">
                                      <a:solidFill>
                                        <a:srgbClr val="002060"/>
                                      </a:solidFill>
                                      <a:latin typeface="Cambria Math" panose="02040503050406030204" pitchFamily="18" charset="0"/>
                                    </a:rPr>
                                  </m:ctrlPr>
                                </m:sSubPr>
                                <m:e>
                                  <m:r>
                                    <a:rPr lang="pt-BR" i="1">
                                      <a:solidFill>
                                        <a:srgbClr val="002060"/>
                                      </a:solidFill>
                                      <a:latin typeface="Cambria Math" panose="02040503050406030204" pitchFamily="18" charset="0"/>
                                    </a:rPr>
                                    <m:t>𝜃</m:t>
                                  </m:r>
                                </m:e>
                                <m:sub>
                                  <m:r>
                                    <a:rPr lang="pt-BR" i="1">
                                      <a:solidFill>
                                        <a:srgbClr val="002060"/>
                                      </a:solidFill>
                                      <a:latin typeface="Cambria Math" panose="02040503050406030204" pitchFamily="18" charset="0"/>
                                    </a:rPr>
                                    <m:t>𝑝</m:t>
                                  </m:r>
                                </m:sub>
                              </m:sSub>
                            </m:sup>
                          </m:sSup>
                        </m:e>
                      </m:nary>
                      <m:r>
                        <a:rPr lang="pt-BR">
                          <a:latin typeface="Cambria Math" panose="02040503050406030204" pitchFamily="18" charset="0"/>
                        </a:rPr>
                        <m:t>=</m:t>
                      </m:r>
                      <m:r>
                        <a:rPr lang="pt-BR" i="1">
                          <a:latin typeface="Cambria Math" panose="02040503050406030204" pitchFamily="18" charset="0"/>
                        </a:rPr>
                        <m:t>𝑗</m:t>
                      </m:r>
                      <m:r>
                        <a:rPr lang="pt-BR" i="1">
                          <a:latin typeface="Cambria Math" panose="02040503050406030204" pitchFamily="18" charset="0"/>
                        </a:rPr>
                        <m:t>𝜔</m:t>
                      </m:r>
                      <m:sSub>
                        <m:sSubPr>
                          <m:ctrlPr>
                            <a:rPr lang="pt-BR" i="1">
                              <a:latin typeface="Cambria Math" panose="02040503050406030204" pitchFamily="18" charset="0"/>
                            </a:rPr>
                          </m:ctrlPr>
                        </m:sSubPr>
                        <m:e>
                          <m:r>
                            <a:rPr lang="pt-BR" i="1">
                              <a:latin typeface="Cambria Math" panose="02040503050406030204" pitchFamily="18" charset="0"/>
                            </a:rPr>
                            <m:t>𝜇</m:t>
                          </m:r>
                        </m:e>
                        <m:sub>
                          <m:r>
                            <a:rPr lang="pt-BR" i="1">
                              <a:latin typeface="Cambria Math" panose="02040503050406030204" pitchFamily="18" charset="0"/>
                            </a:rPr>
                            <m:t>0</m:t>
                          </m:r>
                        </m:sub>
                      </m:sSub>
                      <m:nary>
                        <m:naryPr>
                          <m:chr m:val="∑"/>
                          <m:ctrlPr>
                            <a:rPr lang="pt-BR" i="1">
                              <a:latin typeface="Cambria Math" panose="02040503050406030204" pitchFamily="18" charset="0"/>
                            </a:rPr>
                          </m:ctrlPr>
                        </m:naryPr>
                        <m:sub>
                          <m:r>
                            <a:rPr lang="pt-BR" i="1">
                              <a:latin typeface="Cambria Math" panose="02040503050406030204" pitchFamily="18" charset="0"/>
                            </a:rPr>
                            <m:t>𝑞</m:t>
                          </m:r>
                          <m:r>
                            <a:rPr lang="pt-BR" i="1">
                              <a:latin typeface="Cambria Math" panose="02040503050406030204" pitchFamily="18" charset="0"/>
                            </a:rPr>
                            <m:t>=1</m:t>
                          </m:r>
                        </m:sub>
                        <m:sup>
                          <m:sSub>
                            <m:sSubPr>
                              <m:ctrlPr>
                                <a:rPr lang="pt-BR" i="1">
                                  <a:latin typeface="Cambria Math" panose="02040503050406030204" pitchFamily="18" charset="0"/>
                                </a:rPr>
                              </m:ctrlPr>
                            </m:sSubPr>
                            <m:e>
                              <m:r>
                                <a:rPr lang="pt-BR" i="1">
                                  <a:latin typeface="Cambria Math" panose="02040503050406030204" pitchFamily="18" charset="0"/>
                                </a:rPr>
                                <m:t>𝑚</m:t>
                              </m:r>
                            </m:e>
                            <m:sub>
                              <m:r>
                                <a:rPr lang="pt-BR" i="1">
                                  <a:latin typeface="Cambria Math" panose="02040503050406030204" pitchFamily="18" charset="0"/>
                                </a:rPr>
                                <m:t>𝑠</m:t>
                              </m:r>
                            </m:sub>
                          </m:sSub>
                        </m:sup>
                        <m:e>
                          <m:nary>
                            <m:naryPr>
                              <m:ctrlPr>
                                <a:rPr lang="pt-BR" i="1">
                                  <a:latin typeface="Cambria Math" panose="02040503050406030204" pitchFamily="18" charset="0"/>
                                </a:rPr>
                              </m:ctrlPr>
                            </m:naryPr>
                            <m:sub>
                              <m:r>
                                <m:rPr>
                                  <m:brk m:alnAt="23"/>
                                </m:rPr>
                                <a:rPr lang="pt-BR" i="1">
                                  <a:latin typeface="Cambria Math" panose="02040503050406030204" pitchFamily="18" charset="0"/>
                                </a:rPr>
                                <m:t>0</m:t>
                              </m:r>
                            </m:sub>
                            <m:sup>
                              <m:r>
                                <a:rPr lang="pt-BR" i="1">
                                  <a:latin typeface="Cambria Math" panose="02040503050406030204" pitchFamily="18" charset="0"/>
                                </a:rPr>
                                <m:t>2</m:t>
                              </m:r>
                              <m:r>
                                <a:rPr lang="pt-BR" i="1">
                                  <a:latin typeface="Cambria Math" panose="02040503050406030204" pitchFamily="18" charset="0"/>
                                </a:rPr>
                                <m:t>𝜋</m:t>
                              </m:r>
                            </m:sup>
                            <m:e>
                              <m:f>
                                <m:fPr>
                                  <m:ctrlPr>
                                    <a:rPr lang="pt-BR" i="1" smtClean="0">
                                      <a:solidFill>
                                        <a:srgbClr val="002060"/>
                                      </a:solidFill>
                                      <a:latin typeface="Cambria Math" panose="02040503050406030204" pitchFamily="18" charset="0"/>
                                    </a:rPr>
                                  </m:ctrlPr>
                                </m:fPr>
                                <m:num>
                                  <m:r>
                                    <a:rPr lang="pt-BR">
                                      <a:solidFill>
                                        <a:srgbClr val="002060"/>
                                      </a:solidFill>
                                      <a:latin typeface="Cambria Math" panose="02040503050406030204" pitchFamily="18" charset="0"/>
                                    </a:rPr>
                                    <m:t>1</m:t>
                                  </m:r>
                                </m:num>
                                <m:den>
                                  <m:r>
                                    <a:rPr lang="pt-BR" i="1">
                                      <a:solidFill>
                                        <a:srgbClr val="002060"/>
                                      </a:solidFill>
                                      <a:latin typeface="Cambria Math" panose="02040503050406030204" pitchFamily="18" charset="0"/>
                                    </a:rPr>
                                    <m:t>2</m:t>
                                  </m:r>
                                  <m:r>
                                    <a:rPr lang="pt-BR" i="1">
                                      <a:solidFill>
                                        <a:srgbClr val="002060"/>
                                      </a:solidFill>
                                      <a:latin typeface="Cambria Math" panose="02040503050406030204" pitchFamily="18" charset="0"/>
                                    </a:rPr>
                                    <m:t>𝜋</m:t>
                                  </m:r>
                                  <m:sSub>
                                    <m:sSubPr>
                                      <m:ctrlPr>
                                        <a:rPr lang="pt-BR" i="1">
                                          <a:solidFill>
                                            <a:srgbClr val="002060"/>
                                          </a:solidFill>
                                          <a:latin typeface="Cambria Math" panose="02040503050406030204" pitchFamily="18" charset="0"/>
                                        </a:rPr>
                                      </m:ctrlPr>
                                    </m:sSubPr>
                                    <m:e>
                                      <m:r>
                                        <a:rPr lang="pt-BR" i="1">
                                          <a:solidFill>
                                            <a:srgbClr val="002060"/>
                                          </a:solidFill>
                                          <a:latin typeface="Cambria Math" panose="02040503050406030204" pitchFamily="18" charset="0"/>
                                        </a:rPr>
                                        <m:t>𝑎</m:t>
                                      </m:r>
                                    </m:e>
                                    <m:sub>
                                      <m:r>
                                        <a:rPr lang="pt-BR" b="0" i="1" smtClean="0">
                                          <a:solidFill>
                                            <a:srgbClr val="002060"/>
                                          </a:solidFill>
                                          <a:latin typeface="Cambria Math" panose="02040503050406030204" pitchFamily="18" charset="0"/>
                                        </a:rPr>
                                        <m:t>𝑞</m:t>
                                      </m:r>
                                    </m:sub>
                                  </m:sSub>
                                </m:den>
                              </m:f>
                              <m:nary>
                                <m:naryPr>
                                  <m:chr m:val="∑"/>
                                  <m:ctrlPr>
                                    <a:rPr lang="pt-BR" i="1">
                                      <a:solidFill>
                                        <a:srgbClr val="002060"/>
                                      </a:solidFill>
                                      <a:latin typeface="Cambria Math" panose="02040503050406030204" pitchFamily="18" charset="0"/>
                                    </a:rPr>
                                  </m:ctrlPr>
                                </m:naryPr>
                                <m:sub>
                                  <m:r>
                                    <m:rPr>
                                      <m:brk m:alnAt="23"/>
                                    </m:rPr>
                                    <a:rPr lang="pt-BR" i="1">
                                      <a:solidFill>
                                        <a:srgbClr val="002060"/>
                                      </a:solidFill>
                                      <a:latin typeface="Cambria Math" panose="02040503050406030204" pitchFamily="18" charset="0"/>
                                    </a:rPr>
                                    <m:t>𝑛</m:t>
                                  </m:r>
                                  <m:r>
                                    <a:rPr lang="pt-BR" i="1">
                                      <a:solidFill>
                                        <a:srgbClr val="002060"/>
                                      </a:solidFill>
                                      <a:latin typeface="Cambria Math" panose="02040503050406030204" pitchFamily="18" charset="0"/>
                                    </a:rPr>
                                    <m:t>=−</m:t>
                                  </m:r>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b>
                                <m:sup>
                                  <m:sSub>
                                    <m:sSubPr>
                                      <m:ctrlPr>
                                        <a:rPr lang="pt-BR" i="1">
                                          <a:solidFill>
                                            <a:srgbClr val="002060"/>
                                          </a:solidFill>
                                          <a:latin typeface="Cambria Math" panose="02040503050406030204" pitchFamily="18" charset="0"/>
                                        </a:rPr>
                                      </m:ctrlPr>
                                    </m:sSubPr>
                                    <m:e>
                                      <m:r>
                                        <m:rPr>
                                          <m:brk m:alnAt="23"/>
                                        </m:rPr>
                                        <a:rPr lang="pt-BR" i="1">
                                          <a:solidFill>
                                            <a:srgbClr val="002060"/>
                                          </a:solidFill>
                                          <a:latin typeface="Cambria Math" panose="02040503050406030204" pitchFamily="18" charset="0"/>
                                        </a:rPr>
                                        <m:t>𝑁</m:t>
                                      </m:r>
                                    </m:e>
                                    <m:sub>
                                      <m:r>
                                        <m:rPr>
                                          <m:brk m:alnAt="23"/>
                                        </m:rPr>
                                        <a:rPr lang="pt-BR" i="1">
                                          <a:solidFill>
                                            <a:srgbClr val="002060"/>
                                          </a:solidFill>
                                          <a:latin typeface="Cambria Math" panose="02040503050406030204" pitchFamily="18" charset="0"/>
                                        </a:rPr>
                                        <m:t>𝑝</m:t>
                                      </m:r>
                                    </m:sub>
                                  </m:sSub>
                                </m:sup>
                                <m:e>
                                  <m:sSubSup>
                                    <m:sSubSupPr>
                                      <m:ctrlPr>
                                        <a:rPr lang="pt-BR" i="1">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𝐽</m:t>
                                      </m:r>
                                    </m:e>
                                    <m:sub>
                                      <m:r>
                                        <a:rPr lang="pt-BR" i="1">
                                          <a:solidFill>
                                            <a:srgbClr val="002060"/>
                                          </a:solidFill>
                                          <a:latin typeface="Cambria Math" panose="02040503050406030204" pitchFamily="18" charset="0"/>
                                        </a:rPr>
                                        <m:t>𝑛</m:t>
                                      </m:r>
                                    </m:sub>
                                    <m:sup>
                                      <m:r>
                                        <a:rPr lang="pt-BR" i="1">
                                          <a:solidFill>
                                            <a:srgbClr val="002060"/>
                                          </a:solidFill>
                                          <a:latin typeface="Cambria Math" panose="02040503050406030204" pitchFamily="18" charset="0"/>
                                        </a:rPr>
                                        <m:t>(</m:t>
                                      </m:r>
                                      <m:r>
                                        <a:rPr lang="pt-BR" b="0" i="1" smtClean="0">
                                          <a:solidFill>
                                            <a:srgbClr val="002060"/>
                                          </a:solidFill>
                                          <a:latin typeface="Cambria Math" panose="02040503050406030204" pitchFamily="18" charset="0"/>
                                        </a:rPr>
                                        <m:t>𝑞</m:t>
                                      </m:r>
                                      <m:r>
                                        <a:rPr lang="pt-BR" i="1">
                                          <a:solidFill>
                                            <a:srgbClr val="002060"/>
                                          </a:solidFill>
                                          <a:latin typeface="Cambria Math" panose="02040503050406030204" pitchFamily="18" charset="0"/>
                                        </a:rPr>
                                        <m:t>)</m:t>
                                      </m:r>
                                    </m:sup>
                                  </m:sSubSup>
                                  <m:sSup>
                                    <m:sSupPr>
                                      <m:ctrlPr>
                                        <a:rPr lang="pt-BR" i="1">
                                          <a:solidFill>
                                            <a:srgbClr val="002060"/>
                                          </a:solidFill>
                                          <a:latin typeface="Cambria Math" panose="02040503050406030204" pitchFamily="18" charset="0"/>
                                        </a:rPr>
                                      </m:ctrlPr>
                                    </m:sSupPr>
                                    <m:e>
                                      <m:r>
                                        <a:rPr lang="pt-BR" i="1">
                                          <a:solidFill>
                                            <a:srgbClr val="002060"/>
                                          </a:solidFill>
                                          <a:latin typeface="Cambria Math" panose="02040503050406030204" pitchFamily="18" charset="0"/>
                                        </a:rPr>
                                        <m:t>𝑒</m:t>
                                      </m:r>
                                    </m:e>
                                    <m:sup>
                                      <m:r>
                                        <a:rPr lang="pt-BR" i="1">
                                          <a:solidFill>
                                            <a:srgbClr val="002060"/>
                                          </a:solidFill>
                                          <a:latin typeface="Cambria Math" panose="02040503050406030204" pitchFamily="18" charset="0"/>
                                        </a:rPr>
                                        <m:t>𝑗𝑛</m:t>
                                      </m:r>
                                      <m:sSubSup>
                                        <m:sSubSupPr>
                                          <m:ctrlPr>
                                            <a:rPr lang="pt-BR" b="0" i="1" smtClean="0">
                                              <a:solidFill>
                                                <a:srgbClr val="002060"/>
                                              </a:solidFill>
                                              <a:latin typeface="Cambria Math" panose="02040503050406030204" pitchFamily="18" charset="0"/>
                                            </a:rPr>
                                          </m:ctrlPr>
                                        </m:sSubSupPr>
                                        <m:e>
                                          <m:r>
                                            <a:rPr lang="pt-BR" i="1">
                                              <a:solidFill>
                                                <a:srgbClr val="002060"/>
                                              </a:solidFill>
                                              <a:latin typeface="Cambria Math" panose="02040503050406030204" pitchFamily="18" charset="0"/>
                                            </a:rPr>
                                            <m:t>𝜃</m:t>
                                          </m:r>
                                        </m:e>
                                        <m:sub>
                                          <m:r>
                                            <a:rPr lang="pt-BR" b="0" i="1" smtClean="0">
                                              <a:solidFill>
                                                <a:srgbClr val="002060"/>
                                              </a:solidFill>
                                              <a:latin typeface="Cambria Math" panose="02040503050406030204" pitchFamily="18" charset="0"/>
                                            </a:rPr>
                                            <m:t>𝑞</m:t>
                                          </m:r>
                                        </m:sub>
                                        <m:sup>
                                          <m:r>
                                            <a:rPr lang="pt-BR" b="0" i="1" smtClean="0">
                                              <a:solidFill>
                                                <a:srgbClr val="002060"/>
                                              </a:solidFill>
                                              <a:latin typeface="Cambria Math" panose="02040503050406030204" pitchFamily="18" charset="0"/>
                                            </a:rPr>
                                            <m:t>′</m:t>
                                          </m:r>
                                        </m:sup>
                                      </m:sSubSup>
                                    </m:sup>
                                  </m:sSup>
                                </m:e>
                              </m:nary>
                            </m:e>
                          </m:nary>
                          <m:r>
                            <a:rPr lang="pt-BR" i="1">
                              <a:latin typeface="Cambria Math" panose="02040503050406030204" pitchFamily="18" charset="0"/>
                              <a:ea typeface="Cambria Math" panose="02040503050406030204" pitchFamily="18" charset="0"/>
                            </a:rPr>
                            <m:t>𝐺</m:t>
                          </m:r>
                          <m:d>
                            <m:dPr>
                              <m:begChr m:val="["/>
                              <m:endChr m:val="]"/>
                              <m:ctrlPr>
                                <a:rPr lang="pt-BR" i="1">
                                  <a:latin typeface="Cambria Math" panose="02040503050406030204" pitchFamily="18" charset="0"/>
                                  <a:ea typeface="Cambria Math" panose="02040503050406030204" pitchFamily="18" charset="0"/>
                                </a:rPr>
                              </m:ctrlPr>
                            </m:dPr>
                            <m:e>
                              <m:sSub>
                                <m:sSubPr>
                                  <m:ctrlPr>
                                    <a:rPr lang="pt-BR" b="1"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𝑝</m:t>
                                  </m:r>
                                </m:sub>
                              </m:sSub>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𝜃</m:t>
                              </m:r>
                              <m:r>
                                <a:rPr lang="pt-BR" b="1" i="1">
                                  <a:latin typeface="Cambria Math" panose="02040503050406030204" pitchFamily="18" charset="0"/>
                                  <a:ea typeface="Cambria Math" panose="02040503050406030204" pitchFamily="18" charset="0"/>
                                </a:rPr>
                                <m:t>)</m:t>
                              </m:r>
                              <m:r>
                                <a:rPr lang="pt-BR" i="1">
                                  <a:latin typeface="Cambria Math" panose="02040503050406030204" pitchFamily="18" charset="0"/>
                                  <a:ea typeface="Cambria Math" panose="02040503050406030204" pitchFamily="18" charset="0"/>
                                </a:rPr>
                                <m:t>,</m:t>
                              </m:r>
                              <m:sSub>
                                <m:sSubPr>
                                  <m:ctrlPr>
                                    <a:rPr lang="pt-BR" i="1">
                                      <a:latin typeface="Cambria Math" panose="02040503050406030204" pitchFamily="18" charset="0"/>
                                      <a:ea typeface="Cambria Math" panose="02040503050406030204" pitchFamily="18" charset="0"/>
                                    </a:rPr>
                                  </m:ctrlPr>
                                </m:sSubPr>
                                <m:e>
                                  <m:r>
                                    <a:rPr lang="pt-BR" b="1" i="1">
                                      <a:latin typeface="Cambria Math" panose="02040503050406030204" pitchFamily="18" charset="0"/>
                                      <a:ea typeface="Cambria Math" panose="02040503050406030204" pitchFamily="18" charset="0"/>
                                    </a:rPr>
                                    <m:t>𝒓</m:t>
                                  </m:r>
                                </m:e>
                                <m:sub>
                                  <m:r>
                                    <a:rPr lang="pt-BR" i="1">
                                      <a:latin typeface="Cambria Math" panose="02040503050406030204" pitchFamily="18" charset="0"/>
                                      <a:ea typeface="Cambria Math" panose="02040503050406030204" pitchFamily="18" charset="0"/>
                                    </a:rPr>
                                    <m:t>𝑞</m:t>
                                  </m:r>
                                </m:sub>
                              </m:sSub>
                              <m:r>
                                <a:rPr lang="pt-BR" b="1" i="1">
                                  <a:latin typeface="Cambria Math" panose="02040503050406030204" pitchFamily="18" charset="0"/>
                                  <a:ea typeface="Cambria Math" panose="02040503050406030204" pitchFamily="18" charset="0"/>
                                </a:rPr>
                                <m:t>(</m:t>
                              </m:r>
                              <m:sSup>
                                <m:sSupPr>
                                  <m:ctrlPr>
                                    <a:rPr lang="pt-BR" b="1" i="1">
                                      <a:latin typeface="Cambria Math" panose="02040503050406030204" pitchFamily="18" charset="0"/>
                                      <a:ea typeface="Cambria Math" panose="02040503050406030204" pitchFamily="18" charset="0"/>
                                    </a:rPr>
                                  </m:ctrlPr>
                                </m:sSupPr>
                                <m:e>
                                  <m:r>
                                    <a:rPr lang="pt-BR" i="1">
                                      <a:latin typeface="Cambria Math" panose="02040503050406030204" pitchFamily="18" charset="0"/>
                                      <a:ea typeface="Cambria Math" panose="02040503050406030204" pitchFamily="18" charset="0"/>
                                    </a:rPr>
                                    <m:t>𝜃</m:t>
                                  </m:r>
                                </m:e>
                                <m:sup>
                                  <m:r>
                                    <a:rPr lang="pt-BR" b="1" i="1">
                                      <a:latin typeface="Cambria Math" panose="02040503050406030204" pitchFamily="18" charset="0"/>
                                      <a:ea typeface="Cambria Math" panose="02040503050406030204" pitchFamily="18" charset="0"/>
                                    </a:rPr>
                                    <m:t>′</m:t>
                                  </m:r>
                                </m:sup>
                              </m:sSup>
                              <m:r>
                                <a:rPr lang="pt-BR" b="1" i="1">
                                  <a:latin typeface="Cambria Math" panose="02040503050406030204" pitchFamily="18" charset="0"/>
                                  <a:ea typeface="Cambria Math" panose="02040503050406030204" pitchFamily="18" charset="0"/>
                                </a:rPr>
                                <m:t>)</m:t>
                              </m:r>
                            </m:e>
                          </m:d>
                          <m:sSub>
                            <m:sSubPr>
                              <m:ctrlPr>
                                <a:rPr lang="pt-BR"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𝑎</m:t>
                              </m:r>
                            </m:e>
                            <m:sub>
                              <m:r>
                                <a:rPr lang="pt-BR" i="1">
                                  <a:latin typeface="Cambria Math" panose="02040503050406030204" pitchFamily="18" charset="0"/>
                                  <a:ea typeface="Cambria Math" panose="02040503050406030204" pitchFamily="18" charset="0"/>
                                </a:rPr>
                                <m:t>𝑞</m:t>
                              </m:r>
                            </m:sub>
                          </m:sSub>
                          <m:r>
                            <a:rPr lang="pt-BR" i="1">
                              <a:latin typeface="Cambria Math" panose="02040503050406030204" pitchFamily="18" charset="0"/>
                              <a:ea typeface="Cambria Math" panose="02040503050406030204" pitchFamily="18" charset="0"/>
                            </a:rPr>
                            <m:t>𝑑</m:t>
                          </m:r>
                          <m:sSubSup>
                            <m:sSubSupPr>
                              <m:ctrlPr>
                                <a:rPr lang="pt-BR" i="1">
                                  <a:latin typeface="Cambria Math" panose="02040503050406030204" pitchFamily="18" charset="0"/>
                                </a:rPr>
                              </m:ctrlPr>
                            </m:sSubSupPr>
                            <m:e>
                              <m:r>
                                <a:rPr lang="pt-BR" i="1">
                                  <a:latin typeface="Cambria Math" panose="02040503050406030204" pitchFamily="18" charset="0"/>
                                </a:rPr>
                                <m:t>𝜃</m:t>
                              </m:r>
                            </m:e>
                            <m:sub>
                              <m:r>
                                <a:rPr lang="pt-BR" i="1">
                                  <a:latin typeface="Cambria Math" panose="02040503050406030204" pitchFamily="18" charset="0"/>
                                </a:rPr>
                                <m:t>𝑞</m:t>
                              </m:r>
                            </m:sub>
                            <m:sup>
                              <m:r>
                                <a:rPr lang="pt-BR" i="1">
                                  <a:latin typeface="Cambria Math" panose="02040503050406030204" pitchFamily="18" charset="0"/>
                                </a:rPr>
                                <m:t>′</m:t>
                              </m:r>
                            </m:sup>
                          </m:sSubSup>
                        </m:e>
                      </m:nary>
                      <m:r>
                        <a:rPr lang="pt-BR" b="0" i="1" smtClean="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begChr m:val="["/>
                              <m:endChr m:val="]"/>
                              <m:ctrlPr>
                                <a:rPr lang="pt-BR" i="1">
                                  <a:latin typeface="Cambria Math" panose="02040503050406030204" pitchFamily="18" charset="0"/>
                                  <a:cs typeface="Arial" panose="020B0604020202020204" pitchFamily="34" charset="0"/>
                                </a:rPr>
                              </m:ctrlPr>
                            </m:dPr>
                            <m:e>
                              <m:sSub>
                                <m:sSubPr>
                                  <m:ctrlPr>
                                    <a:rPr lang="pt-BR" b="1"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𝑹</m:t>
                                  </m:r>
                                </m:e>
                                <m:sub>
                                  <m:r>
                                    <a:rPr lang="pt-BR" b="0" i="1" smtClean="0">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r>
                                <a:rPr lang="pt-BR" i="1">
                                  <a:latin typeface="Cambria Math" panose="02040503050406030204" pitchFamily="18" charset="0"/>
                                  <a:cs typeface="Arial" panose="020B0604020202020204" pitchFamily="34" charset="0"/>
                                </a:rPr>
                                <m:t>+</m:t>
                              </m:r>
                              <m:r>
                                <a:rPr lang="pt-BR" i="1">
                                  <a:latin typeface="Cambria Math" panose="02040503050406030204" pitchFamily="18" charset="0"/>
                                  <a:cs typeface="Arial" panose="020B0604020202020204" pitchFamily="34" charset="0"/>
                                </a:rPr>
                                <m:t>𝑗</m:t>
                              </m:r>
                              <m:r>
                                <a:rPr lang="pt-BR" i="1">
                                  <a:latin typeface="Cambria Math" panose="02040503050406030204" pitchFamily="18" charset="0"/>
                                  <a:cs typeface="Arial" panose="020B0604020202020204" pitchFamily="34" charset="0"/>
                                </a:rPr>
                                <m:t>𝜔</m:t>
                              </m:r>
                              <m:sSub>
                                <m:sSubPr>
                                  <m:ctrlPr>
                                    <a:rPr lang="pt-BR" b="0" i="1" smtClean="0">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𝑳</m:t>
                                  </m:r>
                                </m:e>
                                <m:sub>
                                  <m:r>
                                    <a:rPr lang="pt-BR" i="1">
                                      <a:latin typeface="Cambria Math" panose="02040503050406030204" pitchFamily="18" charset="0"/>
                                      <a:cs typeface="Arial" panose="020B0604020202020204" pitchFamily="34" charset="0"/>
                                    </a:rPr>
                                    <m:t>𝑝𝑞</m:t>
                                  </m:r>
                                </m:sub>
                              </m:sSub>
                              <m:d>
                                <m:dPr>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𝜔</m:t>
                                  </m:r>
                                </m:e>
                              </m:d>
                            </m:e>
                          </m:d>
                          <m:sSub>
                            <m:sSubPr>
                              <m:ctrlPr>
                                <a:rPr lang="pt-BR" b="0" i="1" smtClean="0">
                                  <a:latin typeface="Cambria Math" panose="02040503050406030204" pitchFamily="18" charset="0"/>
                                  <a:cs typeface="Arial" panose="020B0604020202020204" pitchFamily="34" charset="0"/>
                                </a:rPr>
                              </m:ctrlPr>
                            </m:sSubPr>
                            <m:e>
                              <m:r>
                                <a:rPr lang="pt-BR" b="0" i="1">
                                  <a:latin typeface="Cambria Math" panose="02040503050406030204" pitchFamily="18" charset="0"/>
                                  <a:cs typeface="Arial" panose="020B0604020202020204" pitchFamily="34" charset="0"/>
                                </a:rPr>
                                <m:t>𝐼</m:t>
                              </m:r>
                            </m:e>
                            <m:sub>
                              <m:r>
                                <a:rPr lang="pt-BR" b="0" i="1" smtClean="0">
                                  <a:latin typeface="Cambria Math" panose="02040503050406030204" pitchFamily="18" charset="0"/>
                                  <a:cs typeface="Arial" panose="020B0604020202020204" pitchFamily="34" charset="0"/>
                                </a:rPr>
                                <m:t>𝑞</m:t>
                              </m:r>
                            </m:sub>
                          </m:sSub>
                        </m:e>
                      </m:nary>
                    </m:oMath>
                  </m:oMathPara>
                </a14:m>
                <a:endParaRPr lang="en-US"/>
              </a:p>
            </p:txBody>
          </p:sp>
        </mc:Choice>
        <mc:Fallback>
          <p:sp>
            <p:nvSpPr>
              <p:cNvPr id="11" name="CaixaDeTexto 10">
                <a:extLst>
                  <a:ext uri="{FF2B5EF4-FFF2-40B4-BE49-F238E27FC236}">
                    <a16:creationId xmlns:a16="http://schemas.microsoft.com/office/drawing/2014/main" id="{4F7749DF-A98E-05E9-2ED9-4D65FDA731AD}"/>
                  </a:ext>
                </a:extLst>
              </p:cNvPr>
              <p:cNvSpPr txBox="1">
                <a:spLocks noRot="1" noChangeAspect="1" noMove="1" noResize="1" noEditPoints="1" noAdjustHandles="1" noChangeArrowheads="1" noChangeShapeType="1" noTextEdit="1"/>
              </p:cNvSpPr>
              <p:nvPr/>
            </p:nvSpPr>
            <p:spPr>
              <a:xfrm>
                <a:off x="463028" y="3104964"/>
                <a:ext cx="9809436" cy="858761"/>
              </a:xfrm>
              <a:prstGeom prst="rect">
                <a:avLst/>
              </a:prstGeom>
              <a:blipFill>
                <a:blip r:embed="rId7"/>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3344201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18</a:t>
            </a:fld>
            <a:endParaRPr lang="pt-B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4344" y="512676"/>
            <a:ext cx="10764838" cy="4739759"/>
          </a:xfrm>
          <a:prstGeom prst="rect">
            <a:avLst/>
          </a:prstGeom>
          <a:noFill/>
        </p:spPr>
        <p:txBody>
          <a:bodyPr wrap="square">
            <a:spAutoFit/>
          </a:bodyPr>
          <a:lstStyle/>
          <a:p>
            <a:pPr marL="285750" indent="-285750" algn="just">
              <a:spcAft>
                <a:spcPts val="600"/>
              </a:spcAft>
            </a:pPr>
            <a:r>
              <a:rPr lang="pt-BR" sz="1600">
                <a:latin typeface="Arial" panose="020B0604020202020204" pitchFamily="34" charset="0"/>
                <a:cs typeface="Arial" panose="020B0604020202020204" pitchFamily="34" charset="0"/>
              </a:rPr>
              <a:t>[1] U. R. Patel, B. Gustavsen and P. Triverio, "An Equivalent Surface Current Approach for the Computation of the Series Impedance of Power Cables with Inclusion of Skin and Proximity Effects," in IEEE Transactions on Power Delivery, vol. 28, no. 4, pp. 2474-2482, Oct. 2013, doi: 10.1109/TPWRD.2013.2267098.</a:t>
            </a:r>
          </a:p>
          <a:p>
            <a:pPr marL="285750" indent="-285750" algn="just">
              <a:spcAft>
                <a:spcPts val="600"/>
              </a:spcAft>
            </a:pPr>
            <a:r>
              <a:rPr lang="pt-BR" sz="1600">
                <a:latin typeface="Arial" panose="020B0604020202020204" pitchFamily="34" charset="0"/>
                <a:cs typeface="Arial" panose="020B0604020202020204" pitchFamily="34" charset="0"/>
              </a:rPr>
              <a:t>[2] U. R. Patel, B. Gustavsen and P. Triverio, "Proximity-Aware Calculation of Cable Series Impedance for Systems of Solid and Hollow Conductors," in IEEE Transactions on Power Delivery, vol. 29, no. 5, pp. 2101-2109, Oct. 2014, doi: 10.1109/TPWRD.2014.2330994.</a:t>
            </a:r>
          </a:p>
          <a:p>
            <a:pPr marL="285750" indent="-285750" algn="just">
              <a:spcAft>
                <a:spcPts val="600"/>
              </a:spcAft>
            </a:pPr>
            <a:r>
              <a:rPr lang="pt-BR" sz="1600">
                <a:latin typeface="Arial" panose="020B0604020202020204" pitchFamily="34" charset="0"/>
                <a:cs typeface="Arial" panose="020B0604020202020204" pitchFamily="34" charset="0"/>
              </a:rPr>
              <a:t>[3] D. De Zutter and L. Knockaert, "Skin effect modeling based on a differential surface admittance operator," in IEEE Transactions on Microwave Theory and Techniques, vol. 53, no. 8, pp. 2526-2538, Aug. 2005, doi: 10.1109/TMTT.2005.852766.</a:t>
            </a:r>
          </a:p>
          <a:p>
            <a:pPr marL="285750" indent="-285750" algn="just">
              <a:spcAft>
                <a:spcPts val="600"/>
              </a:spcAft>
            </a:pPr>
            <a:r>
              <a:rPr lang="pt-BR" sz="1600">
                <a:latin typeface="Arial" panose="020B0604020202020204" pitchFamily="34" charset="0"/>
                <a:cs typeface="Arial" panose="020B0604020202020204" pitchFamily="34" charset="0"/>
              </a:rPr>
              <a:t>[4] R. F. Harrington, Time-harmonic electromagnetic fields. New York, NY: McGraw-Hill, c2001. xiii, 480 p. </a:t>
            </a:r>
          </a:p>
          <a:p>
            <a:pPr marL="285750" indent="-285750" algn="just">
              <a:spcAft>
                <a:spcPts val="600"/>
              </a:spcAft>
            </a:pPr>
            <a:r>
              <a:rPr lang="en-US" sz="1600">
                <a:latin typeface="Arial" panose="020B0604020202020204" pitchFamily="34" charset="0"/>
                <a:cs typeface="Arial" panose="020B0604020202020204" pitchFamily="34" charset="0"/>
              </a:rPr>
              <a:t>[5] C. R. Paul, Analysis of Multiconductor Transmission Lines, 2</a:t>
            </a:r>
            <a:r>
              <a:rPr lang="en-US" sz="1600" baseline="30000">
                <a:latin typeface="Arial" panose="020B0604020202020204" pitchFamily="34" charset="0"/>
                <a:cs typeface="Arial" panose="020B0604020202020204" pitchFamily="34" charset="0"/>
              </a:rPr>
              <a:t>nd</a:t>
            </a:r>
            <a:r>
              <a:rPr lang="en-US" sz="1600">
                <a:latin typeface="Arial" panose="020B0604020202020204" pitchFamily="34" charset="0"/>
                <a:cs typeface="Arial" panose="020B0604020202020204" pitchFamily="34" charset="0"/>
              </a:rPr>
              <a:t> ed. Hoboken, NJ, USA: Wiley, 2007.</a:t>
            </a:r>
          </a:p>
          <a:p>
            <a:pPr marL="285750" indent="-285750" algn="just">
              <a:spcAft>
                <a:spcPts val="600"/>
              </a:spcAft>
            </a:pPr>
            <a:r>
              <a:rPr lang="en-US" sz="1600">
                <a:latin typeface="Arial" panose="020B0604020202020204" pitchFamily="34" charset="0"/>
                <a:cs typeface="Arial" panose="020B0604020202020204" pitchFamily="34" charset="0"/>
              </a:rPr>
              <a:t>[6] Tanaka, Y. </a:t>
            </a:r>
            <a:r>
              <a:rPr lang="en-US" sz="1600" i="1">
                <a:latin typeface="Arial" panose="020B0604020202020204" pitchFamily="34" charset="0"/>
                <a:cs typeface="Arial" panose="020B0604020202020204" pitchFamily="34" charset="0"/>
              </a:rPr>
              <a:t>et al</a:t>
            </a:r>
            <a:r>
              <a:rPr lang="en-US" sz="1600">
                <a:latin typeface="Arial" panose="020B0604020202020204" pitchFamily="34" charset="0"/>
                <a:cs typeface="Arial" panose="020B0604020202020204" pitchFamily="34" charset="0"/>
              </a:rPr>
              <a:t>. Development of a Computer Program for Calculating the Transmission-Line Constants of Cables Installed in a Tunnel Taking the Skin and Proximity Effects into Account. </a:t>
            </a:r>
            <a:r>
              <a:rPr lang="en-US" sz="1600" i="1">
                <a:latin typeface="Arial" panose="020B0604020202020204" pitchFamily="34" charset="0"/>
                <a:cs typeface="Arial" panose="020B0604020202020204" pitchFamily="34" charset="0"/>
              </a:rPr>
              <a:t>Proc</a:t>
            </a:r>
            <a:r>
              <a:rPr lang="en-US" sz="1600">
                <a:latin typeface="Arial" panose="020B0604020202020204" pitchFamily="34" charset="0"/>
                <a:cs typeface="Arial" panose="020B0604020202020204" pitchFamily="34" charset="0"/>
              </a:rPr>
              <a:t>. of International Conference on Power Systems Transients (IPST), Seoul, Republic of Korea. June 26-29, 2017</a:t>
            </a:r>
          </a:p>
          <a:p>
            <a:pPr marL="285750" indent="-285750" algn="just">
              <a:spcAft>
                <a:spcPts val="600"/>
              </a:spcAft>
            </a:pPr>
            <a:r>
              <a:rPr lang="en-US" sz="1600">
                <a:latin typeface="Arial" panose="020B0604020202020204" pitchFamily="34" charset="0"/>
                <a:cs typeface="Arial" panose="020B0604020202020204" pitchFamily="34" charset="0"/>
              </a:rPr>
              <a:t>[7] U. R. Patel, A Surface Admittance Approach For Fast Calculation of the Series Impedance of Cables Including Skin, Proximity, and Ground Return Effects. 2014. University of Toronto, Graduate Department of The Edward S. Rogers Sr. Department of Electrical &amp; Computer Engineering. </a:t>
            </a:r>
            <a:endParaRPr lang="pt-BR" sz="1600">
              <a:latin typeface="Arial" panose="020B0604020202020204" pitchFamily="34" charset="0"/>
              <a:cs typeface="Arial" panose="020B0604020202020204" pitchFamily="34" charset="0"/>
            </a:endParaRPr>
          </a:p>
        </p:txBody>
      </p:sp>
      <p:sp>
        <p:nvSpPr>
          <p:cNvPr id="2" name="CaixaDeTexto 1">
            <a:extLst>
              <a:ext uri="{FF2B5EF4-FFF2-40B4-BE49-F238E27FC236}">
                <a16:creationId xmlns:a16="http://schemas.microsoft.com/office/drawing/2014/main" id="{00BE8D45-DCEE-3F50-4767-410F8466BB6B}"/>
              </a:ext>
            </a:extLst>
          </p:cNvPr>
          <p:cNvSpPr txBox="1"/>
          <p:nvPr/>
        </p:nvSpPr>
        <p:spPr>
          <a:xfrm>
            <a:off x="479424" y="165219"/>
            <a:ext cx="7344768" cy="307777"/>
          </a:xfrm>
          <a:prstGeom prst="rect">
            <a:avLst/>
          </a:prstGeom>
          <a:noFill/>
        </p:spPr>
        <p:txBody>
          <a:bodyPr wrap="square">
            <a:spAutoFit/>
          </a:bodyPr>
          <a:lstStyle/>
          <a:p>
            <a:r>
              <a:rPr lang="en-US" sz="1400">
                <a:solidFill>
                  <a:srgbClr val="0070C0"/>
                </a:solidFill>
                <a:latin typeface="Arial Black" panose="020B0A04020102020204" pitchFamily="34" charset="0"/>
              </a:rPr>
              <a:t>Reference</a:t>
            </a:r>
            <a:endParaRPr lang="pt-BR" sz="1400">
              <a:solidFill>
                <a:srgbClr val="0070C0"/>
              </a:solidFill>
              <a:latin typeface="Arial Black" panose="020B0A04020102020204" pitchFamily="34" charset="0"/>
            </a:endParaRPr>
          </a:p>
        </p:txBody>
      </p:sp>
    </p:spTree>
    <p:extLst>
      <p:ext uri="{BB962C8B-B14F-4D97-AF65-F5344CB8AC3E}">
        <p14:creationId xmlns:p14="http://schemas.microsoft.com/office/powerpoint/2010/main" val="929919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6" name="Agrupar 115">
            <a:extLst>
              <a:ext uri="{FF2B5EF4-FFF2-40B4-BE49-F238E27FC236}">
                <a16:creationId xmlns:a16="http://schemas.microsoft.com/office/drawing/2014/main" id="{FE1BA46B-8BEE-F59C-724F-3354F27A9BAB}"/>
              </a:ext>
            </a:extLst>
          </p:cNvPr>
          <p:cNvGrpSpPr/>
          <p:nvPr/>
        </p:nvGrpSpPr>
        <p:grpSpPr>
          <a:xfrm>
            <a:off x="6564052" y="1844880"/>
            <a:ext cx="4140617" cy="2843449"/>
            <a:chOff x="6564052" y="1844880"/>
            <a:chExt cx="4140617" cy="2843449"/>
          </a:xfrm>
        </p:grpSpPr>
        <p:grpSp>
          <p:nvGrpSpPr>
            <p:cNvPr id="110" name="Agrupar 109">
              <a:extLst>
                <a:ext uri="{FF2B5EF4-FFF2-40B4-BE49-F238E27FC236}">
                  <a16:creationId xmlns:a16="http://schemas.microsoft.com/office/drawing/2014/main" id="{9D2A346C-8C9A-A1D8-B40A-BE4B91DF9A45}"/>
                </a:ext>
              </a:extLst>
            </p:cNvPr>
            <p:cNvGrpSpPr/>
            <p:nvPr/>
          </p:nvGrpSpPr>
          <p:grpSpPr>
            <a:xfrm>
              <a:off x="6564052" y="1844880"/>
              <a:ext cx="4140617" cy="2416190"/>
              <a:chOff x="6564052" y="1844880"/>
              <a:chExt cx="4140617" cy="2416190"/>
            </a:xfrm>
          </p:grpSpPr>
          <p:grpSp>
            <p:nvGrpSpPr>
              <p:cNvPr id="61" name="Agrupar 60">
                <a:extLst>
                  <a:ext uri="{FF2B5EF4-FFF2-40B4-BE49-F238E27FC236}">
                    <a16:creationId xmlns:a16="http://schemas.microsoft.com/office/drawing/2014/main" id="{7BC3E3E7-45E5-8EE3-0C8F-215648B50428}"/>
                  </a:ext>
                </a:extLst>
              </p:cNvPr>
              <p:cNvGrpSpPr/>
              <p:nvPr/>
            </p:nvGrpSpPr>
            <p:grpSpPr>
              <a:xfrm>
                <a:off x="6564052" y="2179059"/>
                <a:ext cx="3387465" cy="2082011"/>
                <a:chOff x="803412" y="1463793"/>
                <a:chExt cx="5979519" cy="3686583"/>
              </a:xfrm>
            </p:grpSpPr>
            <p:cxnSp>
              <p:nvCxnSpPr>
                <p:cNvPr id="63" name="Conector reto 62">
                  <a:extLst>
                    <a:ext uri="{FF2B5EF4-FFF2-40B4-BE49-F238E27FC236}">
                      <a16:creationId xmlns:a16="http://schemas.microsoft.com/office/drawing/2014/main" id="{F113F0C8-55B7-34D5-A59A-73D8AC4715A3}"/>
                    </a:ext>
                  </a:extLst>
                </p:cNvPr>
                <p:cNvCxnSpPr>
                  <a:cxnSpLocks/>
                </p:cNvCxnSpPr>
                <p:nvPr/>
              </p:nvCxnSpPr>
              <p:spPr>
                <a:xfrm flipV="1">
                  <a:off x="2033156" y="1463793"/>
                  <a:ext cx="4226087" cy="698315"/>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64" name="Conector reto 63">
                  <a:extLst>
                    <a:ext uri="{FF2B5EF4-FFF2-40B4-BE49-F238E27FC236}">
                      <a16:creationId xmlns:a16="http://schemas.microsoft.com/office/drawing/2014/main" id="{5D6FFFCA-A2C8-2DAC-86D3-0EDDBAE4B08D}"/>
                    </a:ext>
                  </a:extLst>
                </p:cNvPr>
                <p:cNvCxnSpPr>
                  <a:cxnSpLocks/>
                </p:cNvCxnSpPr>
                <p:nvPr/>
              </p:nvCxnSpPr>
              <p:spPr>
                <a:xfrm flipV="1">
                  <a:off x="2787067" y="4368612"/>
                  <a:ext cx="3995864" cy="706623"/>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5" name="Elipse 64">
                  <a:extLst>
                    <a:ext uri="{FF2B5EF4-FFF2-40B4-BE49-F238E27FC236}">
                      <a16:creationId xmlns:a16="http://schemas.microsoft.com/office/drawing/2014/main" id="{9F9E1C86-2FCF-4931-04E1-C31DA62B0B66}"/>
                    </a:ext>
                  </a:extLst>
                </p:cNvPr>
                <p:cNvSpPr/>
                <p:nvPr/>
              </p:nvSpPr>
              <p:spPr>
                <a:xfrm>
                  <a:off x="803412" y="2132856"/>
                  <a:ext cx="3017520" cy="3017520"/>
                </a:xfrm>
                <a:prstGeom prst="ellipse">
                  <a:avLst/>
                </a:prstGeom>
                <a:noFill/>
                <a:ln w="19050">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grpSp>
            <p:nvGrpSpPr>
              <p:cNvPr id="108" name="Agrupar 107">
                <a:extLst>
                  <a:ext uri="{FF2B5EF4-FFF2-40B4-BE49-F238E27FC236}">
                    <a16:creationId xmlns:a16="http://schemas.microsoft.com/office/drawing/2014/main" id="{E865F3D3-E3B5-89EB-2E8F-749C1BF37132}"/>
                  </a:ext>
                </a:extLst>
              </p:cNvPr>
              <p:cNvGrpSpPr/>
              <p:nvPr/>
            </p:nvGrpSpPr>
            <p:grpSpPr>
              <a:xfrm>
                <a:off x="7663376" y="2198609"/>
                <a:ext cx="3041293" cy="1826802"/>
                <a:chOff x="7663376" y="2198609"/>
                <a:chExt cx="3041293" cy="1826802"/>
              </a:xfrm>
            </p:grpSpPr>
            <p:grpSp>
              <p:nvGrpSpPr>
                <p:cNvPr id="97" name="Agrupar 96">
                  <a:extLst>
                    <a:ext uri="{FF2B5EF4-FFF2-40B4-BE49-F238E27FC236}">
                      <a16:creationId xmlns:a16="http://schemas.microsoft.com/office/drawing/2014/main" id="{BA5AF2AB-7D82-B4DE-26DF-29CED8F9A650}"/>
                    </a:ext>
                  </a:extLst>
                </p:cNvPr>
                <p:cNvGrpSpPr/>
                <p:nvPr/>
              </p:nvGrpSpPr>
              <p:grpSpPr>
                <a:xfrm>
                  <a:off x="7663376" y="2198609"/>
                  <a:ext cx="2897120" cy="954620"/>
                  <a:chOff x="7663376" y="2198609"/>
                  <a:chExt cx="2897120" cy="954620"/>
                </a:xfrm>
              </p:grpSpPr>
              <p:cxnSp>
                <p:nvCxnSpPr>
                  <p:cNvPr id="68" name="Conector de Seta Reta 67">
                    <a:extLst>
                      <a:ext uri="{FF2B5EF4-FFF2-40B4-BE49-F238E27FC236}">
                        <a16:creationId xmlns:a16="http://schemas.microsoft.com/office/drawing/2014/main" id="{03D06C2C-832D-65DA-EB6C-4622318D9C2B}"/>
                      </a:ext>
                    </a:extLst>
                  </p:cNvPr>
                  <p:cNvCxnSpPr>
                    <a:cxnSpLocks/>
                  </p:cNvCxnSpPr>
                  <p:nvPr/>
                </p:nvCxnSpPr>
                <p:spPr>
                  <a:xfrm flipH="1">
                    <a:off x="7663376" y="2198609"/>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Conector de Seta Reta 69">
                    <a:extLst>
                      <a:ext uri="{FF2B5EF4-FFF2-40B4-BE49-F238E27FC236}">
                        <a16:creationId xmlns:a16="http://schemas.microsoft.com/office/drawing/2014/main" id="{A81B50AD-C383-421F-80E0-C15AA19AF737}"/>
                      </a:ext>
                    </a:extLst>
                  </p:cNvPr>
                  <p:cNvCxnSpPr>
                    <a:cxnSpLocks/>
                  </p:cNvCxnSpPr>
                  <p:nvPr/>
                </p:nvCxnSpPr>
                <p:spPr>
                  <a:xfrm flipH="1">
                    <a:off x="7803201" y="2240868"/>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ector de Seta Reta 70">
                    <a:extLst>
                      <a:ext uri="{FF2B5EF4-FFF2-40B4-BE49-F238E27FC236}">
                        <a16:creationId xmlns:a16="http://schemas.microsoft.com/office/drawing/2014/main" id="{BA400855-0B44-94C8-40A6-718A9DA7318A}"/>
                      </a:ext>
                    </a:extLst>
                  </p:cNvPr>
                  <p:cNvCxnSpPr>
                    <a:cxnSpLocks/>
                  </p:cNvCxnSpPr>
                  <p:nvPr/>
                </p:nvCxnSpPr>
                <p:spPr>
                  <a:xfrm flipH="1">
                    <a:off x="7913338" y="2304468"/>
                    <a:ext cx="2293390" cy="403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Conector de Seta Reta 74">
                    <a:extLst>
                      <a:ext uri="{FF2B5EF4-FFF2-40B4-BE49-F238E27FC236}">
                        <a16:creationId xmlns:a16="http://schemas.microsoft.com/office/drawing/2014/main" id="{28232F5A-4EF6-AA1A-90DC-E918915A4487}"/>
                      </a:ext>
                    </a:extLst>
                  </p:cNvPr>
                  <p:cNvCxnSpPr>
                    <a:cxnSpLocks/>
                  </p:cNvCxnSpPr>
                  <p:nvPr/>
                </p:nvCxnSpPr>
                <p:spPr>
                  <a:xfrm flipH="1">
                    <a:off x="8006723" y="2379540"/>
                    <a:ext cx="2310142" cy="3919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Conector de Seta Reta 75">
                    <a:extLst>
                      <a:ext uri="{FF2B5EF4-FFF2-40B4-BE49-F238E27FC236}">
                        <a16:creationId xmlns:a16="http://schemas.microsoft.com/office/drawing/2014/main" id="{DBEC5BCB-B5D7-8E80-B683-924E62E35BD1}"/>
                      </a:ext>
                    </a:extLst>
                  </p:cNvPr>
                  <p:cNvCxnSpPr>
                    <a:cxnSpLocks/>
                  </p:cNvCxnSpPr>
                  <p:nvPr/>
                </p:nvCxnSpPr>
                <p:spPr>
                  <a:xfrm flipH="1">
                    <a:off x="8070368" y="2460108"/>
                    <a:ext cx="2310108" cy="398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Conector de Seta Reta 76">
                    <a:extLst>
                      <a:ext uri="{FF2B5EF4-FFF2-40B4-BE49-F238E27FC236}">
                        <a16:creationId xmlns:a16="http://schemas.microsoft.com/office/drawing/2014/main" id="{67A3523C-D1B9-BD48-FA17-0825B5212312}"/>
                      </a:ext>
                    </a:extLst>
                  </p:cNvPr>
                  <p:cNvCxnSpPr>
                    <a:cxnSpLocks/>
                  </p:cNvCxnSpPr>
                  <p:nvPr/>
                </p:nvCxnSpPr>
                <p:spPr>
                  <a:xfrm flipH="1">
                    <a:off x="8140187" y="2541583"/>
                    <a:ext cx="2317901" cy="404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Conector de Seta Reta 77">
                    <a:extLst>
                      <a:ext uri="{FF2B5EF4-FFF2-40B4-BE49-F238E27FC236}">
                        <a16:creationId xmlns:a16="http://schemas.microsoft.com/office/drawing/2014/main" id="{691D5DC8-0734-60F2-CC69-C2F6F868DFF8}"/>
                      </a:ext>
                    </a:extLst>
                  </p:cNvPr>
                  <p:cNvCxnSpPr>
                    <a:cxnSpLocks/>
                  </p:cNvCxnSpPr>
                  <p:nvPr/>
                </p:nvCxnSpPr>
                <p:spPr>
                  <a:xfrm flipH="1">
                    <a:off x="8194386" y="2644086"/>
                    <a:ext cx="2333521" cy="403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Conector de Seta Reta 78">
                    <a:extLst>
                      <a:ext uri="{FF2B5EF4-FFF2-40B4-BE49-F238E27FC236}">
                        <a16:creationId xmlns:a16="http://schemas.microsoft.com/office/drawing/2014/main" id="{99B4AB50-A2D1-FCE1-6BA9-B900AEA34F22}"/>
                      </a:ext>
                    </a:extLst>
                  </p:cNvPr>
                  <p:cNvCxnSpPr>
                    <a:cxnSpLocks/>
                  </p:cNvCxnSpPr>
                  <p:nvPr/>
                </p:nvCxnSpPr>
                <p:spPr>
                  <a:xfrm flipH="1">
                    <a:off x="8242771" y="2749477"/>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98" name="Agrupar 97">
                  <a:extLst>
                    <a:ext uri="{FF2B5EF4-FFF2-40B4-BE49-F238E27FC236}">
                      <a16:creationId xmlns:a16="http://schemas.microsoft.com/office/drawing/2014/main" id="{E92B19B3-C0D7-9A51-455F-BCC62DE3642C}"/>
                    </a:ext>
                  </a:extLst>
                </p:cNvPr>
                <p:cNvGrpSpPr/>
                <p:nvPr/>
              </p:nvGrpSpPr>
              <p:grpSpPr>
                <a:xfrm rot="20424645" flipV="1">
                  <a:off x="7812503" y="3047811"/>
                  <a:ext cx="2892166" cy="977600"/>
                  <a:chOff x="7680244" y="2174892"/>
                  <a:chExt cx="2892166" cy="977600"/>
                </a:xfrm>
              </p:grpSpPr>
              <p:cxnSp>
                <p:nvCxnSpPr>
                  <p:cNvPr id="99" name="Conector de Seta Reta 98">
                    <a:extLst>
                      <a:ext uri="{FF2B5EF4-FFF2-40B4-BE49-F238E27FC236}">
                        <a16:creationId xmlns:a16="http://schemas.microsoft.com/office/drawing/2014/main" id="{6E433578-D06C-4ED9-81CC-61646E03A69A}"/>
                      </a:ext>
                    </a:extLst>
                  </p:cNvPr>
                  <p:cNvCxnSpPr>
                    <a:cxnSpLocks/>
                  </p:cNvCxnSpPr>
                  <p:nvPr/>
                </p:nvCxnSpPr>
                <p:spPr>
                  <a:xfrm flipH="1">
                    <a:off x="7680244" y="2174892"/>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ector de Seta Reta 99">
                    <a:extLst>
                      <a:ext uri="{FF2B5EF4-FFF2-40B4-BE49-F238E27FC236}">
                        <a16:creationId xmlns:a16="http://schemas.microsoft.com/office/drawing/2014/main" id="{C3BF1B63-8A67-2952-ADB9-640C5023194D}"/>
                      </a:ext>
                    </a:extLst>
                  </p:cNvPr>
                  <p:cNvCxnSpPr>
                    <a:cxnSpLocks/>
                  </p:cNvCxnSpPr>
                  <p:nvPr/>
                </p:nvCxnSpPr>
                <p:spPr>
                  <a:xfrm flipH="1">
                    <a:off x="7819039" y="2233630"/>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1" name="Conector de Seta Reta 100">
                    <a:extLst>
                      <a:ext uri="{FF2B5EF4-FFF2-40B4-BE49-F238E27FC236}">
                        <a16:creationId xmlns:a16="http://schemas.microsoft.com/office/drawing/2014/main" id="{021B00EC-64A6-391C-6ACC-79F6CCE95000}"/>
                      </a:ext>
                    </a:extLst>
                  </p:cNvPr>
                  <p:cNvCxnSpPr>
                    <a:cxnSpLocks/>
                  </p:cNvCxnSpPr>
                  <p:nvPr/>
                </p:nvCxnSpPr>
                <p:spPr>
                  <a:xfrm flipH="1">
                    <a:off x="7931360" y="2293015"/>
                    <a:ext cx="2293390" cy="403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Conector de Seta Reta 101">
                    <a:extLst>
                      <a:ext uri="{FF2B5EF4-FFF2-40B4-BE49-F238E27FC236}">
                        <a16:creationId xmlns:a16="http://schemas.microsoft.com/office/drawing/2014/main" id="{E28AF4FD-C305-0C68-8F47-DFAB12D5B0DE}"/>
                      </a:ext>
                    </a:extLst>
                  </p:cNvPr>
                  <p:cNvCxnSpPr>
                    <a:cxnSpLocks/>
                  </p:cNvCxnSpPr>
                  <p:nvPr/>
                </p:nvCxnSpPr>
                <p:spPr>
                  <a:xfrm flipH="1">
                    <a:off x="8025243" y="2375575"/>
                    <a:ext cx="2310142" cy="3919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ector de Seta Reta 102">
                    <a:extLst>
                      <a:ext uri="{FF2B5EF4-FFF2-40B4-BE49-F238E27FC236}">
                        <a16:creationId xmlns:a16="http://schemas.microsoft.com/office/drawing/2014/main" id="{47299D12-A30A-36B2-36E2-39A7AF67B5B3}"/>
                      </a:ext>
                    </a:extLst>
                  </p:cNvPr>
                  <p:cNvCxnSpPr>
                    <a:cxnSpLocks/>
                  </p:cNvCxnSpPr>
                  <p:nvPr/>
                </p:nvCxnSpPr>
                <p:spPr>
                  <a:xfrm flipH="1">
                    <a:off x="8103549" y="2451206"/>
                    <a:ext cx="2310108" cy="398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Conector de Seta Reta 103">
                    <a:extLst>
                      <a:ext uri="{FF2B5EF4-FFF2-40B4-BE49-F238E27FC236}">
                        <a16:creationId xmlns:a16="http://schemas.microsoft.com/office/drawing/2014/main" id="{504DC4A4-EA7D-5391-9893-5AACC484FE09}"/>
                      </a:ext>
                    </a:extLst>
                  </p:cNvPr>
                  <p:cNvCxnSpPr>
                    <a:cxnSpLocks/>
                  </p:cNvCxnSpPr>
                  <p:nvPr/>
                </p:nvCxnSpPr>
                <p:spPr>
                  <a:xfrm flipH="1">
                    <a:off x="8167447" y="2538536"/>
                    <a:ext cx="2317901" cy="404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Conector de Seta Reta 104">
                    <a:extLst>
                      <a:ext uri="{FF2B5EF4-FFF2-40B4-BE49-F238E27FC236}">
                        <a16:creationId xmlns:a16="http://schemas.microsoft.com/office/drawing/2014/main" id="{8F624F9F-A39F-8A22-2622-F5B02DACC052}"/>
                      </a:ext>
                    </a:extLst>
                  </p:cNvPr>
                  <p:cNvCxnSpPr>
                    <a:cxnSpLocks/>
                  </p:cNvCxnSpPr>
                  <p:nvPr/>
                </p:nvCxnSpPr>
                <p:spPr>
                  <a:xfrm flipH="1">
                    <a:off x="8212074" y="2647891"/>
                    <a:ext cx="2333521" cy="403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ector de Seta Reta 105">
                    <a:extLst>
                      <a:ext uri="{FF2B5EF4-FFF2-40B4-BE49-F238E27FC236}">
                        <a16:creationId xmlns:a16="http://schemas.microsoft.com/office/drawing/2014/main" id="{2FC21A2A-BA5A-8069-743B-5FE245B8C9BB}"/>
                      </a:ext>
                    </a:extLst>
                  </p:cNvPr>
                  <p:cNvCxnSpPr>
                    <a:cxnSpLocks/>
                  </p:cNvCxnSpPr>
                  <p:nvPr/>
                </p:nvCxnSpPr>
                <p:spPr>
                  <a:xfrm flipH="1">
                    <a:off x="8254685" y="2748740"/>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107" name="Conector de Seta Reta 106">
                  <a:extLst>
                    <a:ext uri="{FF2B5EF4-FFF2-40B4-BE49-F238E27FC236}">
                      <a16:creationId xmlns:a16="http://schemas.microsoft.com/office/drawing/2014/main" id="{AE7B0239-49ED-191A-3255-FCFC6659C93A}"/>
                    </a:ext>
                  </a:extLst>
                </p:cNvPr>
                <p:cNvCxnSpPr>
                  <a:cxnSpLocks/>
                </p:cNvCxnSpPr>
                <p:nvPr/>
              </p:nvCxnSpPr>
              <p:spPr>
                <a:xfrm rot="20424645" flipH="1" flipV="1">
                  <a:off x="8273232" y="2858788"/>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09" name="CaixaDeTexto 108">
                    <a:extLst>
                      <a:ext uri="{FF2B5EF4-FFF2-40B4-BE49-F238E27FC236}">
                        <a16:creationId xmlns:a16="http://schemas.microsoft.com/office/drawing/2014/main" id="{A0B8D4DE-F9F8-F6D5-C61C-8C1B816CBBFD}"/>
                      </a:ext>
                    </a:extLst>
                  </p:cNvPr>
                  <p:cNvSpPr txBox="1"/>
                  <p:nvPr/>
                </p:nvSpPr>
                <p:spPr>
                  <a:xfrm>
                    <a:off x="7956792" y="1844880"/>
                    <a:ext cx="4237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1" i="1" smtClean="0">
                                  <a:latin typeface="Cambria Math" panose="02040503050406030204" pitchFamily="18" charset="0"/>
                                </a:rPr>
                                <m:t>𝑱</m:t>
                              </m:r>
                            </m:e>
                            <m:sub>
                              <m:r>
                                <a:rPr lang="pt-BR" b="0" i="1" smtClean="0">
                                  <a:latin typeface="Cambria Math" panose="02040503050406030204" pitchFamily="18" charset="0"/>
                                </a:rPr>
                                <m:t>𝑠</m:t>
                              </m:r>
                            </m:sub>
                          </m:sSub>
                        </m:oMath>
                      </m:oMathPara>
                    </a14:m>
                    <a:endParaRPr lang="pt-BR"/>
                  </a:p>
                </p:txBody>
              </p:sp>
            </mc:Choice>
            <mc:Fallback xmlns="">
              <p:sp>
                <p:nvSpPr>
                  <p:cNvPr id="109" name="CaixaDeTexto 108">
                    <a:extLst>
                      <a:ext uri="{FF2B5EF4-FFF2-40B4-BE49-F238E27FC236}">
                        <a16:creationId xmlns:a16="http://schemas.microsoft.com/office/drawing/2014/main" id="{A0B8D4DE-F9F8-F6D5-C61C-8C1B816CBBFD}"/>
                      </a:ext>
                    </a:extLst>
                  </p:cNvPr>
                  <p:cNvSpPr txBox="1">
                    <a:spLocks noRot="1" noChangeAspect="1" noMove="1" noResize="1" noEditPoints="1" noAdjustHandles="1" noChangeArrowheads="1" noChangeShapeType="1" noTextEdit="1"/>
                  </p:cNvSpPr>
                  <p:nvPr/>
                </p:nvSpPr>
                <p:spPr>
                  <a:xfrm>
                    <a:off x="7956792" y="1844880"/>
                    <a:ext cx="423706" cy="369332"/>
                  </a:xfrm>
                  <a:prstGeom prst="rect">
                    <a:avLst/>
                  </a:prstGeom>
                  <a:blipFill>
                    <a:blip r:embed="rId2"/>
                    <a:stretch>
                      <a:fillRect b="-10000"/>
                    </a:stretch>
                  </a:blipFill>
                </p:spPr>
                <p:txBody>
                  <a:bodyPr/>
                  <a:lstStyle/>
                  <a:p>
                    <a:r>
                      <a:rPr lang="pt-BR">
                        <a:noFill/>
                      </a:rPr>
                      <a:t> </a:t>
                    </a:r>
                  </a:p>
                </p:txBody>
              </p:sp>
            </mc:Fallback>
          </mc:AlternateContent>
        </p:grpSp>
        <p:sp>
          <p:nvSpPr>
            <p:cNvPr id="111" name="Elipse 110">
              <a:extLst>
                <a:ext uri="{FF2B5EF4-FFF2-40B4-BE49-F238E27FC236}">
                  <a16:creationId xmlns:a16="http://schemas.microsoft.com/office/drawing/2014/main" id="{7C216A02-B435-36DA-252F-00C5C38A1964}"/>
                </a:ext>
              </a:extLst>
            </p:cNvPr>
            <p:cNvSpPr/>
            <p:nvPr/>
          </p:nvSpPr>
          <p:spPr>
            <a:xfrm>
              <a:off x="8904312" y="2172838"/>
              <a:ext cx="1709459" cy="1668151"/>
            </a:xfrm>
            <a:prstGeom prst="ellipse">
              <a:avLst/>
            </a:prstGeom>
            <a:noFill/>
            <a:ln w="19050">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12" name="CaixaDeTexto 111">
                  <a:extLst>
                    <a:ext uri="{FF2B5EF4-FFF2-40B4-BE49-F238E27FC236}">
                      <a16:creationId xmlns:a16="http://schemas.microsoft.com/office/drawing/2014/main" id="{3F352A01-A99C-14D5-D842-992304D7CA8B}"/>
                    </a:ext>
                  </a:extLst>
                </p:cNvPr>
                <p:cNvSpPr txBox="1"/>
                <p:nvPr/>
              </p:nvSpPr>
              <p:spPr>
                <a:xfrm>
                  <a:off x="7576399" y="4318997"/>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112" name="CaixaDeTexto 111">
                  <a:extLst>
                    <a:ext uri="{FF2B5EF4-FFF2-40B4-BE49-F238E27FC236}">
                      <a16:creationId xmlns:a16="http://schemas.microsoft.com/office/drawing/2014/main" id="{3F352A01-A99C-14D5-D842-992304D7CA8B}"/>
                    </a:ext>
                  </a:extLst>
                </p:cNvPr>
                <p:cNvSpPr txBox="1">
                  <a:spLocks noRot="1" noChangeAspect="1" noMove="1" noResize="1" noEditPoints="1" noAdjustHandles="1" noChangeArrowheads="1" noChangeShapeType="1" noTextEdit="1"/>
                </p:cNvSpPr>
                <p:nvPr/>
              </p:nvSpPr>
              <p:spPr>
                <a:xfrm>
                  <a:off x="7576399" y="4318997"/>
                  <a:ext cx="760785" cy="369332"/>
                </a:xfrm>
                <a:prstGeom prst="rect">
                  <a:avLst/>
                </a:prstGeom>
                <a:blipFill>
                  <a:blip r:embed="rId3"/>
                  <a:stretch>
                    <a:fillRect b="-3279"/>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113" name="CaixaDeTexto 112">
                <a:extLst>
                  <a:ext uri="{FF2B5EF4-FFF2-40B4-BE49-F238E27FC236}">
                    <a16:creationId xmlns:a16="http://schemas.microsoft.com/office/drawing/2014/main" id="{99301731-8175-DC00-83D2-9192C0FCFDF9}"/>
                  </a:ext>
                </a:extLst>
              </p:cNvPr>
              <p:cNvSpPr txBox="1"/>
              <p:nvPr/>
            </p:nvSpPr>
            <p:spPr>
              <a:xfrm>
                <a:off x="7105981" y="3476877"/>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113" name="CaixaDeTexto 112">
                <a:extLst>
                  <a:ext uri="{FF2B5EF4-FFF2-40B4-BE49-F238E27FC236}">
                    <a16:creationId xmlns:a16="http://schemas.microsoft.com/office/drawing/2014/main" id="{99301731-8175-DC00-83D2-9192C0FCFDF9}"/>
                  </a:ext>
                </a:extLst>
              </p:cNvPr>
              <p:cNvSpPr txBox="1">
                <a:spLocks noRot="1" noChangeAspect="1" noMove="1" noResize="1" noEditPoints="1" noAdjustHandles="1" noChangeArrowheads="1" noChangeShapeType="1" noTextEdit="1"/>
              </p:cNvSpPr>
              <p:nvPr/>
            </p:nvSpPr>
            <p:spPr>
              <a:xfrm>
                <a:off x="7105981" y="3476877"/>
                <a:ext cx="760785" cy="369332"/>
              </a:xfrm>
              <a:prstGeom prst="rect">
                <a:avLst/>
              </a:prstGeom>
              <a:blipFill>
                <a:blip r:embed="rId4"/>
                <a:stretch>
                  <a:fillRect b="-3279"/>
                </a:stretch>
              </a:blipFill>
            </p:spPr>
            <p:txBody>
              <a:bodyPr/>
              <a:lstStyle/>
              <a:p>
                <a:r>
                  <a:rPr lang="pt-BR">
                    <a:noFill/>
                  </a:rPr>
                  <a:t> </a:t>
                </a:r>
              </a:p>
            </p:txBody>
          </p:sp>
        </mc:Fallback>
      </mc:AlternateContent>
      <p:grpSp>
        <p:nvGrpSpPr>
          <p:cNvPr id="114" name="Agrupar 113">
            <a:extLst>
              <a:ext uri="{FF2B5EF4-FFF2-40B4-BE49-F238E27FC236}">
                <a16:creationId xmlns:a16="http://schemas.microsoft.com/office/drawing/2014/main" id="{08044F5F-3210-63D8-02CE-D5A3CBBD3E15}"/>
              </a:ext>
            </a:extLst>
          </p:cNvPr>
          <p:cNvGrpSpPr/>
          <p:nvPr/>
        </p:nvGrpSpPr>
        <p:grpSpPr>
          <a:xfrm>
            <a:off x="1248002" y="2373103"/>
            <a:ext cx="4049719" cy="2307987"/>
            <a:chOff x="1248002" y="2373103"/>
            <a:chExt cx="4049719" cy="2307987"/>
          </a:xfrm>
        </p:grpSpPr>
        <p:grpSp>
          <p:nvGrpSpPr>
            <p:cNvPr id="66" name="Agrupar 65">
              <a:extLst>
                <a:ext uri="{FF2B5EF4-FFF2-40B4-BE49-F238E27FC236}">
                  <a16:creationId xmlns:a16="http://schemas.microsoft.com/office/drawing/2014/main" id="{720F35AE-E66D-426D-EEF9-0E510B044415}"/>
                </a:ext>
              </a:extLst>
            </p:cNvPr>
            <p:cNvGrpSpPr/>
            <p:nvPr/>
          </p:nvGrpSpPr>
          <p:grpSpPr>
            <a:xfrm>
              <a:off x="1248002" y="2373103"/>
              <a:ext cx="4049719" cy="2088232"/>
              <a:chOff x="1307468" y="2348880"/>
              <a:chExt cx="4049719" cy="2088232"/>
            </a:xfrm>
          </p:grpSpPr>
          <p:sp>
            <p:nvSpPr>
              <p:cNvPr id="50" name="Forma Livre: Forma 49">
                <a:extLst>
                  <a:ext uri="{FF2B5EF4-FFF2-40B4-BE49-F238E27FC236}">
                    <a16:creationId xmlns:a16="http://schemas.microsoft.com/office/drawing/2014/main" id="{B1D9E2B8-90BA-D0E2-EC54-7CA2C170D9F4}"/>
                  </a:ext>
                </a:extLst>
              </p:cNvPr>
              <p:cNvSpPr/>
              <p:nvPr/>
            </p:nvSpPr>
            <p:spPr>
              <a:xfrm>
                <a:off x="2187574" y="2355849"/>
                <a:ext cx="3159125" cy="2009775"/>
              </a:xfrm>
              <a:custGeom>
                <a:avLst/>
                <a:gdLst>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50875 w 3086100"/>
                  <a:gd name="connsiteY23" fmla="*/ 752475 h 1993900"/>
                  <a:gd name="connsiteX24" fmla="*/ 584200 w 3086100"/>
                  <a:gd name="connsiteY24" fmla="*/ 676275 h 1993900"/>
                  <a:gd name="connsiteX25" fmla="*/ 565150 w 3086100"/>
                  <a:gd name="connsiteY25" fmla="*/ 6540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65150 w 3086100"/>
                  <a:gd name="connsiteY25" fmla="*/ 6540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55600 w 3086100"/>
                  <a:gd name="connsiteY27" fmla="*/ 48260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55600 w 3086100"/>
                  <a:gd name="connsiteY27" fmla="*/ 482600 h 1993900"/>
                  <a:gd name="connsiteX28" fmla="*/ 231775 w 3086100"/>
                  <a:gd name="connsiteY28" fmla="*/ 444500 h 1993900"/>
                  <a:gd name="connsiteX29" fmla="*/ 82550 w 3086100"/>
                  <a:gd name="connsiteY29" fmla="*/ 371475 h 1993900"/>
                  <a:gd name="connsiteX30" fmla="*/ 0 w 3086100"/>
                  <a:gd name="connsiteY30" fmla="*/ 361950 h 1993900"/>
                  <a:gd name="connsiteX0" fmla="*/ 0 w 3035300"/>
                  <a:gd name="connsiteY0" fmla="*/ 346075 h 1993900"/>
                  <a:gd name="connsiteX1" fmla="*/ 2149475 w 3035300"/>
                  <a:gd name="connsiteY1" fmla="*/ 0 h 1993900"/>
                  <a:gd name="connsiteX2" fmla="*/ 2346325 w 3035300"/>
                  <a:gd name="connsiteY2" fmla="*/ 12700 h 1993900"/>
                  <a:gd name="connsiteX3" fmla="*/ 2527300 w 3035300"/>
                  <a:gd name="connsiteY3" fmla="*/ 60325 h 1993900"/>
                  <a:gd name="connsiteX4" fmla="*/ 2705100 w 3035300"/>
                  <a:gd name="connsiteY4" fmla="*/ 155575 h 1993900"/>
                  <a:gd name="connsiteX5" fmla="*/ 2873375 w 3035300"/>
                  <a:gd name="connsiteY5" fmla="*/ 317500 h 1993900"/>
                  <a:gd name="connsiteX6" fmla="*/ 2981325 w 3035300"/>
                  <a:gd name="connsiteY6" fmla="*/ 498475 h 1993900"/>
                  <a:gd name="connsiteX7" fmla="*/ 3035300 w 3035300"/>
                  <a:gd name="connsiteY7" fmla="*/ 723900 h 1993900"/>
                  <a:gd name="connsiteX8" fmla="*/ 3035300 w 3035300"/>
                  <a:gd name="connsiteY8" fmla="*/ 946150 h 1993900"/>
                  <a:gd name="connsiteX9" fmla="*/ 2962275 w 3035300"/>
                  <a:gd name="connsiteY9" fmla="*/ 1162050 h 1993900"/>
                  <a:gd name="connsiteX10" fmla="*/ 2879725 w 3035300"/>
                  <a:gd name="connsiteY10" fmla="*/ 1298575 h 1993900"/>
                  <a:gd name="connsiteX11" fmla="*/ 2733675 w 3035300"/>
                  <a:gd name="connsiteY11" fmla="*/ 1463675 h 1993900"/>
                  <a:gd name="connsiteX12" fmla="*/ 2517775 w 3035300"/>
                  <a:gd name="connsiteY12" fmla="*/ 1574800 h 1993900"/>
                  <a:gd name="connsiteX13" fmla="*/ 2501900 w 3035300"/>
                  <a:gd name="connsiteY13" fmla="*/ 1597025 h 1993900"/>
                  <a:gd name="connsiteX14" fmla="*/ 2374900 w 3035300"/>
                  <a:gd name="connsiteY14" fmla="*/ 1619250 h 1993900"/>
                  <a:gd name="connsiteX15" fmla="*/ 244475 w 3035300"/>
                  <a:gd name="connsiteY15" fmla="*/ 1993900 h 1993900"/>
                  <a:gd name="connsiteX16" fmla="*/ 415925 w 3035300"/>
                  <a:gd name="connsiteY16" fmla="*/ 1889125 h 1993900"/>
                  <a:gd name="connsiteX17" fmla="*/ 587375 w 3035300"/>
                  <a:gd name="connsiteY17" fmla="*/ 1698625 h 1993900"/>
                  <a:gd name="connsiteX18" fmla="*/ 714375 w 3035300"/>
                  <a:gd name="connsiteY18" fmla="*/ 1362075 h 1993900"/>
                  <a:gd name="connsiteX19" fmla="*/ 720725 w 3035300"/>
                  <a:gd name="connsiteY19" fmla="*/ 1260475 h 1993900"/>
                  <a:gd name="connsiteX20" fmla="*/ 708025 w 3035300"/>
                  <a:gd name="connsiteY20" fmla="*/ 1196975 h 1993900"/>
                  <a:gd name="connsiteX21" fmla="*/ 733425 w 3035300"/>
                  <a:gd name="connsiteY21" fmla="*/ 1216025 h 1993900"/>
                  <a:gd name="connsiteX22" fmla="*/ 708025 w 3035300"/>
                  <a:gd name="connsiteY22" fmla="*/ 1041400 h 1993900"/>
                  <a:gd name="connsiteX23" fmla="*/ 584200 w 3035300"/>
                  <a:gd name="connsiteY23" fmla="*/ 781050 h 1993900"/>
                  <a:gd name="connsiteX24" fmla="*/ 533400 w 3035300"/>
                  <a:gd name="connsiteY24" fmla="*/ 676275 h 1993900"/>
                  <a:gd name="connsiteX25" fmla="*/ 482600 w 3035300"/>
                  <a:gd name="connsiteY25" fmla="*/ 641350 h 1993900"/>
                  <a:gd name="connsiteX26" fmla="*/ 400050 w 3035300"/>
                  <a:gd name="connsiteY26" fmla="*/ 558800 h 1993900"/>
                  <a:gd name="connsiteX27" fmla="*/ 304800 w 3035300"/>
                  <a:gd name="connsiteY27" fmla="*/ 482600 h 1993900"/>
                  <a:gd name="connsiteX28" fmla="*/ 180975 w 3035300"/>
                  <a:gd name="connsiteY28" fmla="*/ 444500 h 1993900"/>
                  <a:gd name="connsiteX29" fmla="*/ 31750 w 3035300"/>
                  <a:gd name="connsiteY29" fmla="*/ 371475 h 1993900"/>
                  <a:gd name="connsiteX30" fmla="*/ 0 w 3035300"/>
                  <a:gd name="connsiteY30" fmla="*/ 3460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44500 h 1993900"/>
                  <a:gd name="connsiteX29" fmla="*/ 149225 w 3152775"/>
                  <a:gd name="connsiteY29" fmla="*/ 37147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44500 h 1993900"/>
                  <a:gd name="connsiteX29" fmla="*/ 120650 w 3152775"/>
                  <a:gd name="connsiteY29" fmla="*/ 37782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22275 h 1993900"/>
                  <a:gd name="connsiteX29" fmla="*/ 120650 w 3152775"/>
                  <a:gd name="connsiteY29" fmla="*/ 37782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22325 w 3152775"/>
                  <a:gd name="connsiteY21" fmla="*/ 11144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22275 h 1993900"/>
                  <a:gd name="connsiteX29" fmla="*/ 120650 w 3152775"/>
                  <a:gd name="connsiteY29" fmla="*/ 377825 h 1993900"/>
                  <a:gd name="connsiteX30" fmla="*/ 0 w 3152775"/>
                  <a:gd name="connsiteY30" fmla="*/ 358775 h 1993900"/>
                  <a:gd name="connsiteX0" fmla="*/ 0 w 3152775"/>
                  <a:gd name="connsiteY0" fmla="*/ 358775 h 1971675"/>
                  <a:gd name="connsiteX1" fmla="*/ 2266950 w 3152775"/>
                  <a:gd name="connsiteY1" fmla="*/ 0 h 1971675"/>
                  <a:gd name="connsiteX2" fmla="*/ 2463800 w 3152775"/>
                  <a:gd name="connsiteY2" fmla="*/ 12700 h 1971675"/>
                  <a:gd name="connsiteX3" fmla="*/ 2644775 w 3152775"/>
                  <a:gd name="connsiteY3" fmla="*/ 60325 h 1971675"/>
                  <a:gd name="connsiteX4" fmla="*/ 2822575 w 3152775"/>
                  <a:gd name="connsiteY4" fmla="*/ 155575 h 1971675"/>
                  <a:gd name="connsiteX5" fmla="*/ 2990850 w 3152775"/>
                  <a:gd name="connsiteY5" fmla="*/ 317500 h 1971675"/>
                  <a:gd name="connsiteX6" fmla="*/ 3098800 w 3152775"/>
                  <a:gd name="connsiteY6" fmla="*/ 498475 h 1971675"/>
                  <a:gd name="connsiteX7" fmla="*/ 3152775 w 3152775"/>
                  <a:gd name="connsiteY7" fmla="*/ 723900 h 1971675"/>
                  <a:gd name="connsiteX8" fmla="*/ 3152775 w 3152775"/>
                  <a:gd name="connsiteY8" fmla="*/ 946150 h 1971675"/>
                  <a:gd name="connsiteX9" fmla="*/ 3079750 w 3152775"/>
                  <a:gd name="connsiteY9" fmla="*/ 1162050 h 1971675"/>
                  <a:gd name="connsiteX10" fmla="*/ 2997200 w 3152775"/>
                  <a:gd name="connsiteY10" fmla="*/ 1298575 h 1971675"/>
                  <a:gd name="connsiteX11" fmla="*/ 2851150 w 3152775"/>
                  <a:gd name="connsiteY11" fmla="*/ 1463675 h 1971675"/>
                  <a:gd name="connsiteX12" fmla="*/ 2635250 w 3152775"/>
                  <a:gd name="connsiteY12" fmla="*/ 1574800 h 1971675"/>
                  <a:gd name="connsiteX13" fmla="*/ 2619375 w 3152775"/>
                  <a:gd name="connsiteY13" fmla="*/ 1597025 h 1971675"/>
                  <a:gd name="connsiteX14" fmla="*/ 2492375 w 3152775"/>
                  <a:gd name="connsiteY14" fmla="*/ 1619250 h 1971675"/>
                  <a:gd name="connsiteX15" fmla="*/ 381000 w 3152775"/>
                  <a:gd name="connsiteY15" fmla="*/ 1971675 h 1971675"/>
                  <a:gd name="connsiteX16" fmla="*/ 533400 w 3152775"/>
                  <a:gd name="connsiteY16" fmla="*/ 1889125 h 1971675"/>
                  <a:gd name="connsiteX17" fmla="*/ 704850 w 3152775"/>
                  <a:gd name="connsiteY17" fmla="*/ 1698625 h 1971675"/>
                  <a:gd name="connsiteX18" fmla="*/ 831850 w 3152775"/>
                  <a:gd name="connsiteY18" fmla="*/ 1362075 h 1971675"/>
                  <a:gd name="connsiteX19" fmla="*/ 838200 w 3152775"/>
                  <a:gd name="connsiteY19" fmla="*/ 1260475 h 1971675"/>
                  <a:gd name="connsiteX20" fmla="*/ 825500 w 3152775"/>
                  <a:gd name="connsiteY20" fmla="*/ 1196975 h 1971675"/>
                  <a:gd name="connsiteX21" fmla="*/ 822325 w 3152775"/>
                  <a:gd name="connsiteY21" fmla="*/ 1114425 h 1971675"/>
                  <a:gd name="connsiteX22" fmla="*/ 825500 w 3152775"/>
                  <a:gd name="connsiteY22" fmla="*/ 1041400 h 1971675"/>
                  <a:gd name="connsiteX23" fmla="*/ 701675 w 3152775"/>
                  <a:gd name="connsiteY23" fmla="*/ 781050 h 1971675"/>
                  <a:gd name="connsiteX24" fmla="*/ 650875 w 3152775"/>
                  <a:gd name="connsiteY24" fmla="*/ 676275 h 1971675"/>
                  <a:gd name="connsiteX25" fmla="*/ 600075 w 3152775"/>
                  <a:gd name="connsiteY25" fmla="*/ 641350 h 1971675"/>
                  <a:gd name="connsiteX26" fmla="*/ 517525 w 3152775"/>
                  <a:gd name="connsiteY26" fmla="*/ 558800 h 1971675"/>
                  <a:gd name="connsiteX27" fmla="*/ 422275 w 3152775"/>
                  <a:gd name="connsiteY27" fmla="*/ 482600 h 1971675"/>
                  <a:gd name="connsiteX28" fmla="*/ 298450 w 3152775"/>
                  <a:gd name="connsiteY28" fmla="*/ 422275 h 1971675"/>
                  <a:gd name="connsiteX29" fmla="*/ 120650 w 3152775"/>
                  <a:gd name="connsiteY29" fmla="*/ 377825 h 1971675"/>
                  <a:gd name="connsiteX30" fmla="*/ 0 w 3152775"/>
                  <a:gd name="connsiteY30" fmla="*/ 358775 h 197167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635250 w 3152775"/>
                  <a:gd name="connsiteY12" fmla="*/ 1574800 h 2003425"/>
                  <a:gd name="connsiteX13" fmla="*/ 2619375 w 3152775"/>
                  <a:gd name="connsiteY13" fmla="*/ 1597025 h 2003425"/>
                  <a:gd name="connsiteX14" fmla="*/ 2492375 w 3152775"/>
                  <a:gd name="connsiteY14" fmla="*/ 161925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635250 w 3152775"/>
                  <a:gd name="connsiteY12" fmla="*/ 157480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3000375 w 3152775"/>
                  <a:gd name="connsiteY10" fmla="*/ 1308100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98800 w 3152775"/>
                  <a:gd name="connsiteY9" fmla="*/ 1133475 h 2003425"/>
                  <a:gd name="connsiteX10" fmla="*/ 3000375 w 3152775"/>
                  <a:gd name="connsiteY10" fmla="*/ 1308100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9125"/>
                  <a:gd name="connsiteY0" fmla="*/ 358775 h 2003425"/>
                  <a:gd name="connsiteX1" fmla="*/ 2266950 w 3159125"/>
                  <a:gd name="connsiteY1" fmla="*/ 0 h 2003425"/>
                  <a:gd name="connsiteX2" fmla="*/ 2463800 w 3159125"/>
                  <a:gd name="connsiteY2" fmla="*/ 1270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2775 w 3159125"/>
                  <a:gd name="connsiteY7" fmla="*/ 72390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58775 h 2003425"/>
                  <a:gd name="connsiteX1" fmla="*/ 2266950 w 3159125"/>
                  <a:gd name="connsiteY1" fmla="*/ 0 h 2003425"/>
                  <a:gd name="connsiteX2" fmla="*/ 2463800 w 3159125"/>
                  <a:gd name="connsiteY2" fmla="*/ 1270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5950 w 3159125"/>
                  <a:gd name="connsiteY7" fmla="*/ 67945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58775 h 2003425"/>
                  <a:gd name="connsiteX1" fmla="*/ 2266950 w 3159125"/>
                  <a:gd name="connsiteY1" fmla="*/ 0 h 2003425"/>
                  <a:gd name="connsiteX2" fmla="*/ 2473325 w 3159125"/>
                  <a:gd name="connsiteY2" fmla="*/ 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5950 w 3159125"/>
                  <a:gd name="connsiteY7" fmla="*/ 67945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65125 h 2009775"/>
                  <a:gd name="connsiteX1" fmla="*/ 2251075 w 3159125"/>
                  <a:gd name="connsiteY1" fmla="*/ 0 h 2009775"/>
                  <a:gd name="connsiteX2" fmla="*/ 2473325 w 3159125"/>
                  <a:gd name="connsiteY2" fmla="*/ 6350 h 2009775"/>
                  <a:gd name="connsiteX3" fmla="*/ 2644775 w 3159125"/>
                  <a:gd name="connsiteY3" fmla="*/ 66675 h 2009775"/>
                  <a:gd name="connsiteX4" fmla="*/ 2822575 w 3159125"/>
                  <a:gd name="connsiteY4" fmla="*/ 161925 h 2009775"/>
                  <a:gd name="connsiteX5" fmla="*/ 2990850 w 3159125"/>
                  <a:gd name="connsiteY5" fmla="*/ 323850 h 2009775"/>
                  <a:gd name="connsiteX6" fmla="*/ 3098800 w 3159125"/>
                  <a:gd name="connsiteY6" fmla="*/ 504825 h 2009775"/>
                  <a:gd name="connsiteX7" fmla="*/ 3155950 w 3159125"/>
                  <a:gd name="connsiteY7" fmla="*/ 685800 h 2009775"/>
                  <a:gd name="connsiteX8" fmla="*/ 3159125 w 3159125"/>
                  <a:gd name="connsiteY8" fmla="*/ 939800 h 2009775"/>
                  <a:gd name="connsiteX9" fmla="*/ 3098800 w 3159125"/>
                  <a:gd name="connsiteY9" fmla="*/ 1139825 h 2009775"/>
                  <a:gd name="connsiteX10" fmla="*/ 3000375 w 3159125"/>
                  <a:gd name="connsiteY10" fmla="*/ 1314450 h 2009775"/>
                  <a:gd name="connsiteX11" fmla="*/ 2851150 w 3159125"/>
                  <a:gd name="connsiteY11" fmla="*/ 1470025 h 2009775"/>
                  <a:gd name="connsiteX12" fmla="*/ 2752725 w 3159125"/>
                  <a:gd name="connsiteY12" fmla="*/ 1536700 h 2009775"/>
                  <a:gd name="connsiteX13" fmla="*/ 2619375 w 3159125"/>
                  <a:gd name="connsiteY13" fmla="*/ 1603375 h 2009775"/>
                  <a:gd name="connsiteX14" fmla="*/ 2489200 w 3159125"/>
                  <a:gd name="connsiteY14" fmla="*/ 1644650 h 2009775"/>
                  <a:gd name="connsiteX15" fmla="*/ 342900 w 3159125"/>
                  <a:gd name="connsiteY15" fmla="*/ 2009775 h 2009775"/>
                  <a:gd name="connsiteX16" fmla="*/ 533400 w 3159125"/>
                  <a:gd name="connsiteY16" fmla="*/ 1895475 h 2009775"/>
                  <a:gd name="connsiteX17" fmla="*/ 704850 w 3159125"/>
                  <a:gd name="connsiteY17" fmla="*/ 1704975 h 2009775"/>
                  <a:gd name="connsiteX18" fmla="*/ 831850 w 3159125"/>
                  <a:gd name="connsiteY18" fmla="*/ 1368425 h 2009775"/>
                  <a:gd name="connsiteX19" fmla="*/ 838200 w 3159125"/>
                  <a:gd name="connsiteY19" fmla="*/ 1266825 h 2009775"/>
                  <a:gd name="connsiteX20" fmla="*/ 825500 w 3159125"/>
                  <a:gd name="connsiteY20" fmla="*/ 1203325 h 2009775"/>
                  <a:gd name="connsiteX21" fmla="*/ 822325 w 3159125"/>
                  <a:gd name="connsiteY21" fmla="*/ 1120775 h 2009775"/>
                  <a:gd name="connsiteX22" fmla="*/ 825500 w 3159125"/>
                  <a:gd name="connsiteY22" fmla="*/ 1047750 h 2009775"/>
                  <a:gd name="connsiteX23" fmla="*/ 701675 w 3159125"/>
                  <a:gd name="connsiteY23" fmla="*/ 787400 h 2009775"/>
                  <a:gd name="connsiteX24" fmla="*/ 650875 w 3159125"/>
                  <a:gd name="connsiteY24" fmla="*/ 682625 h 2009775"/>
                  <a:gd name="connsiteX25" fmla="*/ 600075 w 3159125"/>
                  <a:gd name="connsiteY25" fmla="*/ 647700 h 2009775"/>
                  <a:gd name="connsiteX26" fmla="*/ 517525 w 3159125"/>
                  <a:gd name="connsiteY26" fmla="*/ 565150 h 2009775"/>
                  <a:gd name="connsiteX27" fmla="*/ 422275 w 3159125"/>
                  <a:gd name="connsiteY27" fmla="*/ 488950 h 2009775"/>
                  <a:gd name="connsiteX28" fmla="*/ 298450 w 3159125"/>
                  <a:gd name="connsiteY28" fmla="*/ 428625 h 2009775"/>
                  <a:gd name="connsiteX29" fmla="*/ 120650 w 3159125"/>
                  <a:gd name="connsiteY29" fmla="*/ 384175 h 2009775"/>
                  <a:gd name="connsiteX30" fmla="*/ 0 w 3159125"/>
                  <a:gd name="connsiteY30" fmla="*/ 365125 h 2009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59125" h="2009775">
                    <a:moveTo>
                      <a:pt x="0" y="365125"/>
                    </a:moveTo>
                    <a:lnTo>
                      <a:pt x="2251075" y="0"/>
                    </a:lnTo>
                    <a:lnTo>
                      <a:pt x="2473325" y="6350"/>
                    </a:lnTo>
                    <a:lnTo>
                      <a:pt x="2644775" y="66675"/>
                    </a:lnTo>
                    <a:lnTo>
                      <a:pt x="2822575" y="161925"/>
                    </a:lnTo>
                    <a:lnTo>
                      <a:pt x="2990850" y="323850"/>
                    </a:lnTo>
                    <a:lnTo>
                      <a:pt x="3098800" y="504825"/>
                    </a:lnTo>
                    <a:lnTo>
                      <a:pt x="3155950" y="685800"/>
                    </a:lnTo>
                    <a:cubicBezTo>
                      <a:pt x="3157008" y="770467"/>
                      <a:pt x="3158067" y="855133"/>
                      <a:pt x="3159125" y="939800"/>
                    </a:cubicBezTo>
                    <a:lnTo>
                      <a:pt x="3098800" y="1139825"/>
                    </a:lnTo>
                    <a:lnTo>
                      <a:pt x="3000375" y="1314450"/>
                    </a:lnTo>
                    <a:lnTo>
                      <a:pt x="2851150" y="1470025"/>
                    </a:lnTo>
                    <a:lnTo>
                      <a:pt x="2752725" y="1536700"/>
                    </a:lnTo>
                    <a:lnTo>
                      <a:pt x="2619375" y="1603375"/>
                    </a:lnTo>
                    <a:lnTo>
                      <a:pt x="2489200" y="1644650"/>
                    </a:lnTo>
                    <a:lnTo>
                      <a:pt x="342900" y="2009775"/>
                    </a:lnTo>
                    <a:lnTo>
                      <a:pt x="533400" y="1895475"/>
                    </a:lnTo>
                    <a:lnTo>
                      <a:pt x="704850" y="1704975"/>
                    </a:lnTo>
                    <a:lnTo>
                      <a:pt x="831850" y="1368425"/>
                    </a:lnTo>
                    <a:lnTo>
                      <a:pt x="838200" y="1266825"/>
                    </a:lnTo>
                    <a:lnTo>
                      <a:pt x="825500" y="1203325"/>
                    </a:lnTo>
                    <a:lnTo>
                      <a:pt x="822325" y="1120775"/>
                    </a:lnTo>
                    <a:lnTo>
                      <a:pt x="825500" y="1047750"/>
                    </a:lnTo>
                    <a:lnTo>
                      <a:pt x="701675" y="787400"/>
                    </a:lnTo>
                    <a:lnTo>
                      <a:pt x="650875" y="682625"/>
                    </a:lnTo>
                    <a:lnTo>
                      <a:pt x="600075" y="647700"/>
                    </a:lnTo>
                    <a:lnTo>
                      <a:pt x="517525" y="565150"/>
                    </a:lnTo>
                    <a:lnTo>
                      <a:pt x="422275" y="488950"/>
                    </a:lnTo>
                    <a:lnTo>
                      <a:pt x="298450" y="428625"/>
                    </a:lnTo>
                    <a:lnTo>
                      <a:pt x="120650" y="384175"/>
                    </a:lnTo>
                    <a:lnTo>
                      <a:pt x="0" y="365125"/>
                    </a:lnTo>
                    <a:close/>
                  </a:path>
                </a:pathLst>
              </a:custGeom>
              <a:solidFill>
                <a:schemeClr val="accent4">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9" name="Agrupar 58">
                <a:extLst>
                  <a:ext uri="{FF2B5EF4-FFF2-40B4-BE49-F238E27FC236}">
                    <a16:creationId xmlns:a16="http://schemas.microsoft.com/office/drawing/2014/main" id="{BFA6CD71-173A-7669-BD26-11E21ABD8274}"/>
                  </a:ext>
                </a:extLst>
              </p:cNvPr>
              <p:cNvGrpSpPr/>
              <p:nvPr/>
            </p:nvGrpSpPr>
            <p:grpSpPr>
              <a:xfrm>
                <a:off x="1307468" y="2348880"/>
                <a:ext cx="4049719" cy="2088232"/>
                <a:chOff x="1307468" y="2348880"/>
                <a:chExt cx="4049719" cy="2088232"/>
              </a:xfrm>
            </p:grpSpPr>
            <p:grpSp>
              <p:nvGrpSpPr>
                <p:cNvPr id="10" name="Agrupar 9">
                  <a:extLst>
                    <a:ext uri="{FF2B5EF4-FFF2-40B4-BE49-F238E27FC236}">
                      <a16:creationId xmlns:a16="http://schemas.microsoft.com/office/drawing/2014/main" id="{23459346-433C-A05E-ED13-3A4F2A59C594}"/>
                    </a:ext>
                  </a:extLst>
                </p:cNvPr>
                <p:cNvGrpSpPr/>
                <p:nvPr/>
              </p:nvGrpSpPr>
              <p:grpSpPr>
                <a:xfrm>
                  <a:off x="1307468" y="2355101"/>
                  <a:ext cx="3387465" cy="2082011"/>
                  <a:chOff x="803412" y="1463793"/>
                  <a:chExt cx="5979519" cy="3686583"/>
                </a:xfrm>
              </p:grpSpPr>
              <p:cxnSp>
                <p:nvCxnSpPr>
                  <p:cNvPr id="6" name="Conector reto 5">
                    <a:extLst>
                      <a:ext uri="{FF2B5EF4-FFF2-40B4-BE49-F238E27FC236}">
                        <a16:creationId xmlns:a16="http://schemas.microsoft.com/office/drawing/2014/main" id="{AB9FBC11-651D-11D1-CEB5-601DD47E5EC0}"/>
                      </a:ext>
                    </a:extLst>
                  </p:cNvPr>
                  <p:cNvCxnSpPr>
                    <a:cxnSpLocks/>
                    <a:endCxn id="33" idx="0"/>
                  </p:cNvCxnSpPr>
                  <p:nvPr/>
                </p:nvCxnSpPr>
                <p:spPr>
                  <a:xfrm flipV="1">
                    <a:off x="2033156" y="1463793"/>
                    <a:ext cx="4226087" cy="6983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ector reto 7">
                    <a:extLst>
                      <a:ext uri="{FF2B5EF4-FFF2-40B4-BE49-F238E27FC236}">
                        <a16:creationId xmlns:a16="http://schemas.microsoft.com/office/drawing/2014/main" id="{7723BBC5-5E13-0524-3C9E-2E4B7783633A}"/>
                      </a:ext>
                    </a:extLst>
                  </p:cNvPr>
                  <p:cNvCxnSpPr>
                    <a:cxnSpLocks/>
                    <a:endCxn id="33" idx="2"/>
                  </p:cNvCxnSpPr>
                  <p:nvPr/>
                </p:nvCxnSpPr>
                <p:spPr>
                  <a:xfrm flipV="1">
                    <a:off x="2787067" y="4368612"/>
                    <a:ext cx="3995864" cy="70662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Elipse 4">
                    <a:extLst>
                      <a:ext uri="{FF2B5EF4-FFF2-40B4-BE49-F238E27FC236}">
                        <a16:creationId xmlns:a16="http://schemas.microsoft.com/office/drawing/2014/main" id="{A790BCCD-0592-6FA6-98D3-8B64D7FAE891}"/>
                      </a:ext>
                    </a:extLst>
                  </p:cNvPr>
                  <p:cNvSpPr/>
                  <p:nvPr/>
                </p:nvSpPr>
                <p:spPr>
                  <a:xfrm>
                    <a:off x="803412" y="2132856"/>
                    <a:ext cx="3017520" cy="3017520"/>
                  </a:xfrm>
                  <a:prstGeom prst="ellipse">
                    <a:avLst/>
                  </a:prstGeom>
                  <a:solidFill>
                    <a:schemeClr val="accent4">
                      <a:lumMod val="20000"/>
                      <a:lumOff val="80000"/>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33" name="Arco 32">
                  <a:extLst>
                    <a:ext uri="{FF2B5EF4-FFF2-40B4-BE49-F238E27FC236}">
                      <a16:creationId xmlns:a16="http://schemas.microsoft.com/office/drawing/2014/main" id="{37ED2B51-CDDB-16AB-A818-52C1152C86AE}"/>
                    </a:ext>
                  </a:extLst>
                </p:cNvPr>
                <p:cNvSpPr/>
                <p:nvPr/>
              </p:nvSpPr>
              <p:spPr>
                <a:xfrm>
                  <a:off x="3647728" y="2348880"/>
                  <a:ext cx="1709459" cy="1668151"/>
                </a:xfrm>
                <a:prstGeom prst="arc">
                  <a:avLst>
                    <a:gd name="adj1" fmla="val 15769563"/>
                    <a:gd name="adj2" fmla="val 4600506"/>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F69A3152-00B5-2F7C-B322-DD009CCAF487}"/>
                    </a:ext>
                  </a:extLst>
                </p:cNvPr>
                <p:cNvSpPr txBox="1"/>
                <p:nvPr/>
              </p:nvSpPr>
              <p:spPr>
                <a:xfrm>
                  <a:off x="3256412" y="4311758"/>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51" name="CaixaDeTexto 50">
                  <a:extLst>
                    <a:ext uri="{FF2B5EF4-FFF2-40B4-BE49-F238E27FC236}">
                      <a16:creationId xmlns:a16="http://schemas.microsoft.com/office/drawing/2014/main" id="{F69A3152-00B5-2F7C-B322-DD009CCAF487}"/>
                    </a:ext>
                  </a:extLst>
                </p:cNvPr>
                <p:cNvSpPr txBox="1">
                  <a:spLocks noRot="1" noChangeAspect="1" noMove="1" noResize="1" noEditPoints="1" noAdjustHandles="1" noChangeArrowheads="1" noChangeShapeType="1" noTextEdit="1"/>
                </p:cNvSpPr>
                <p:nvPr/>
              </p:nvSpPr>
              <p:spPr>
                <a:xfrm>
                  <a:off x="3256412" y="4311758"/>
                  <a:ext cx="760785" cy="369332"/>
                </a:xfrm>
                <a:prstGeom prst="rect">
                  <a:avLst/>
                </a:prstGeom>
                <a:blipFill>
                  <a:blip r:embed="rId5"/>
                  <a:stretch>
                    <a:fillRect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758CB222-ED5A-3FEA-69FB-61051C83702E}"/>
                    </a:ext>
                  </a:extLst>
                </p:cNvPr>
                <p:cNvSpPr txBox="1"/>
                <p:nvPr/>
              </p:nvSpPr>
              <p:spPr>
                <a:xfrm>
                  <a:off x="3248574" y="3623142"/>
                  <a:ext cx="1141851" cy="396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𝑐</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e>
                          <m:sub>
                            <m:r>
                              <a:rPr lang="pt-BR" b="0" i="1" smtClean="0">
                                <a:latin typeface="Cambria Math" panose="02040503050406030204" pitchFamily="18" charset="0"/>
                              </a:rPr>
                              <m:t> </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𝑐</m:t>
                            </m:r>
                            <m:r>
                              <a:rPr lang="pt-BR" b="0" i="1" smtClean="0">
                                <a:latin typeface="Cambria Math" panose="02040503050406030204" pitchFamily="18" charset="0"/>
                              </a:rPr>
                              <m:t> </m:t>
                            </m:r>
                          </m:sub>
                        </m:sSub>
                      </m:oMath>
                    </m:oMathPara>
                  </a14:m>
                  <a:endParaRPr lang="pt-BR"/>
                </a:p>
              </p:txBody>
            </p:sp>
          </mc:Choice>
          <mc:Fallback xmlns="">
            <p:sp>
              <p:nvSpPr>
                <p:cNvPr id="40" name="CaixaDeTexto 39">
                  <a:extLst>
                    <a:ext uri="{FF2B5EF4-FFF2-40B4-BE49-F238E27FC236}">
                      <a16:creationId xmlns:a16="http://schemas.microsoft.com/office/drawing/2014/main" id="{758CB222-ED5A-3FEA-69FB-61051C83702E}"/>
                    </a:ext>
                  </a:extLst>
                </p:cNvPr>
                <p:cNvSpPr txBox="1">
                  <a:spLocks noRot="1" noChangeAspect="1" noMove="1" noResize="1" noEditPoints="1" noAdjustHandles="1" noChangeArrowheads="1" noChangeShapeType="1" noTextEdit="1"/>
                </p:cNvSpPr>
                <p:nvPr/>
              </p:nvSpPr>
              <p:spPr>
                <a:xfrm>
                  <a:off x="3248574" y="3623142"/>
                  <a:ext cx="1141851" cy="396712"/>
                </a:xfrm>
                <a:prstGeom prst="rect">
                  <a:avLst/>
                </a:prstGeom>
                <a:blipFill>
                  <a:blip r:embed="rId6"/>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636562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Elipse 38">
            <a:extLst>
              <a:ext uri="{FF2B5EF4-FFF2-40B4-BE49-F238E27FC236}">
                <a16:creationId xmlns:a16="http://schemas.microsoft.com/office/drawing/2014/main" id="{DDC0B1C0-326B-5A6A-6367-C5197EAFD90A}"/>
              </a:ext>
            </a:extLst>
          </p:cNvPr>
          <p:cNvSpPr/>
          <p:nvPr/>
        </p:nvSpPr>
        <p:spPr>
          <a:xfrm>
            <a:off x="1631504" y="1124744"/>
            <a:ext cx="1005840" cy="10058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90" name="Conector reto 89">
            <a:extLst>
              <a:ext uri="{FF2B5EF4-FFF2-40B4-BE49-F238E27FC236}">
                <a16:creationId xmlns:a16="http://schemas.microsoft.com/office/drawing/2014/main" id="{551B4315-1E1F-EA41-FAEE-ADF41AC59BBD}"/>
              </a:ext>
            </a:extLst>
          </p:cNvPr>
          <p:cNvCxnSpPr>
            <a:cxnSpLocks/>
            <a:stCxn id="64" idx="7"/>
            <a:endCxn id="39" idx="7"/>
          </p:cNvCxnSpPr>
          <p:nvPr/>
        </p:nvCxnSpPr>
        <p:spPr>
          <a:xfrm flipV="1">
            <a:off x="2147291" y="1272046"/>
            <a:ext cx="342751" cy="32759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Elipse 1">
            <a:extLst>
              <a:ext uri="{FF2B5EF4-FFF2-40B4-BE49-F238E27FC236}">
                <a16:creationId xmlns:a16="http://schemas.microsoft.com/office/drawing/2014/main" id="{5190BEF2-9F43-A48F-4ECB-F20D4FF0E227}"/>
              </a:ext>
            </a:extLst>
          </p:cNvPr>
          <p:cNvSpPr/>
          <p:nvPr/>
        </p:nvSpPr>
        <p:spPr>
          <a:xfrm>
            <a:off x="4729702" y="1126905"/>
            <a:ext cx="1005840" cy="10058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94868671-F1EC-D102-EEF5-BFD590B2A848}"/>
                  </a:ext>
                </a:extLst>
              </p:cNvPr>
              <p:cNvSpPr txBox="1"/>
              <p:nvPr/>
            </p:nvSpPr>
            <p:spPr>
              <a:xfrm>
                <a:off x="4240966" y="2315678"/>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18" name="CaixaDeTexto 17">
                <a:extLst>
                  <a:ext uri="{FF2B5EF4-FFF2-40B4-BE49-F238E27FC236}">
                    <a16:creationId xmlns:a16="http://schemas.microsoft.com/office/drawing/2014/main" id="{94868671-F1EC-D102-EEF5-BFD590B2A848}"/>
                  </a:ext>
                </a:extLst>
              </p:cNvPr>
              <p:cNvSpPr txBox="1">
                <a:spLocks noRot="1" noChangeAspect="1" noMove="1" noResize="1" noEditPoints="1" noAdjustHandles="1" noChangeArrowheads="1" noChangeShapeType="1" noTextEdit="1"/>
              </p:cNvSpPr>
              <p:nvPr/>
            </p:nvSpPr>
            <p:spPr>
              <a:xfrm>
                <a:off x="4240966" y="2315678"/>
                <a:ext cx="323165" cy="307777"/>
              </a:xfrm>
              <a:prstGeom prst="rect">
                <a:avLst/>
              </a:prstGeom>
              <a:blipFill>
                <a:blip r:embed="rId2"/>
                <a:stretch>
                  <a:fillRect t="-12000" r="-11321" b="-2000"/>
                </a:stretch>
              </a:blipFill>
            </p:spPr>
            <p:txBody>
              <a:bodyPr/>
              <a:lstStyle/>
              <a:p>
                <a:r>
                  <a:rPr lang="pt-BR">
                    <a:noFill/>
                  </a:rPr>
                  <a:t> </a:t>
                </a:r>
              </a:p>
            </p:txBody>
          </p:sp>
        </mc:Fallback>
      </mc:AlternateContent>
      <p:cxnSp>
        <p:nvCxnSpPr>
          <p:cNvPr id="17" name="Conector de Seta Reta 16">
            <a:extLst>
              <a:ext uri="{FF2B5EF4-FFF2-40B4-BE49-F238E27FC236}">
                <a16:creationId xmlns:a16="http://schemas.microsoft.com/office/drawing/2014/main" id="{866AF87F-505B-F351-950E-30F67CF80CFB}"/>
              </a:ext>
            </a:extLst>
          </p:cNvPr>
          <p:cNvCxnSpPr>
            <a:cxnSpLocks/>
          </p:cNvCxnSpPr>
          <p:nvPr/>
        </p:nvCxnSpPr>
        <p:spPr>
          <a:xfrm flipV="1">
            <a:off x="3572477" y="1636204"/>
            <a:ext cx="1637285" cy="122848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ector reto 43">
            <a:extLst>
              <a:ext uri="{FF2B5EF4-FFF2-40B4-BE49-F238E27FC236}">
                <a16:creationId xmlns:a16="http://schemas.microsoft.com/office/drawing/2014/main" id="{0EED4D17-FDB1-7BE2-816D-3C10ECBE35BA}"/>
              </a:ext>
            </a:extLst>
          </p:cNvPr>
          <p:cNvCxnSpPr>
            <a:cxnSpLocks/>
          </p:cNvCxnSpPr>
          <p:nvPr/>
        </p:nvCxnSpPr>
        <p:spPr>
          <a:xfrm>
            <a:off x="2131127" y="1625503"/>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Arco 47">
            <a:extLst>
              <a:ext uri="{FF2B5EF4-FFF2-40B4-BE49-F238E27FC236}">
                <a16:creationId xmlns:a16="http://schemas.microsoft.com/office/drawing/2014/main" id="{007F8DD3-B1F6-9A7B-3872-6BC492C5A24F}"/>
              </a:ext>
            </a:extLst>
          </p:cNvPr>
          <p:cNvSpPr/>
          <p:nvPr/>
        </p:nvSpPr>
        <p:spPr>
          <a:xfrm>
            <a:off x="1654364" y="1430819"/>
            <a:ext cx="620140" cy="522273"/>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D134656C-2AA6-76B9-06C2-154E54EF485D}"/>
                  </a:ext>
                </a:extLst>
              </p:cNvPr>
              <p:cNvSpPr txBox="1"/>
              <p:nvPr/>
            </p:nvSpPr>
            <p:spPr>
              <a:xfrm>
                <a:off x="2169583" y="1387775"/>
                <a:ext cx="356636"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50" name="CaixaDeTexto 49">
                <a:extLst>
                  <a:ext uri="{FF2B5EF4-FFF2-40B4-BE49-F238E27FC236}">
                    <a16:creationId xmlns:a16="http://schemas.microsoft.com/office/drawing/2014/main" id="{D134656C-2AA6-76B9-06C2-154E54EF485D}"/>
                  </a:ext>
                </a:extLst>
              </p:cNvPr>
              <p:cNvSpPr txBox="1">
                <a:spLocks noRot="1" noChangeAspect="1" noMove="1" noResize="1" noEditPoints="1" noAdjustHandles="1" noChangeArrowheads="1" noChangeShapeType="1" noTextEdit="1"/>
              </p:cNvSpPr>
              <p:nvPr/>
            </p:nvSpPr>
            <p:spPr>
              <a:xfrm>
                <a:off x="2169583" y="1387775"/>
                <a:ext cx="356636" cy="274627"/>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FE43FAB9-D20C-60DA-0850-2937795DDEDA}"/>
                  </a:ext>
                </a:extLst>
              </p:cNvPr>
              <p:cNvSpPr txBox="1"/>
              <p:nvPr/>
            </p:nvSpPr>
            <p:spPr>
              <a:xfrm>
                <a:off x="2044590" y="1192083"/>
                <a:ext cx="379976"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41" name="CaixaDeTexto 40">
                <a:extLst>
                  <a:ext uri="{FF2B5EF4-FFF2-40B4-BE49-F238E27FC236}">
                    <a16:creationId xmlns:a16="http://schemas.microsoft.com/office/drawing/2014/main" id="{FE43FAB9-D20C-60DA-0850-2937795DDEDA}"/>
                  </a:ext>
                </a:extLst>
              </p:cNvPr>
              <p:cNvSpPr txBox="1">
                <a:spLocks noRot="1" noChangeAspect="1" noMove="1" noResize="1" noEditPoints="1" noAdjustHandles="1" noChangeArrowheads="1" noChangeShapeType="1" noTextEdit="1"/>
              </p:cNvSpPr>
              <p:nvPr/>
            </p:nvSpPr>
            <p:spPr>
              <a:xfrm>
                <a:off x="2044590" y="1192083"/>
                <a:ext cx="379976" cy="291298"/>
              </a:xfrm>
              <a:prstGeom prst="rect">
                <a:avLst/>
              </a:prstGeom>
              <a:blipFill>
                <a:blip r:embed="rId4"/>
                <a:stretch>
                  <a:fillRect/>
                </a:stretch>
              </a:blipFill>
            </p:spPr>
            <p:txBody>
              <a:bodyPr/>
              <a:lstStyle/>
              <a:p>
                <a:r>
                  <a:rPr lang="pt-BR">
                    <a:noFill/>
                  </a:rPr>
                  <a:t> </a:t>
                </a:r>
              </a:p>
            </p:txBody>
          </p:sp>
        </mc:Fallback>
      </mc:AlternateContent>
      <p:cxnSp>
        <p:nvCxnSpPr>
          <p:cNvPr id="42" name="Conector de Seta Reta 41">
            <a:extLst>
              <a:ext uri="{FF2B5EF4-FFF2-40B4-BE49-F238E27FC236}">
                <a16:creationId xmlns:a16="http://schemas.microsoft.com/office/drawing/2014/main" id="{B1570981-55A4-BF07-0DCD-94E7E3AB486B}"/>
              </a:ext>
            </a:extLst>
          </p:cNvPr>
          <p:cNvCxnSpPr>
            <a:cxnSpLocks/>
            <a:endCxn id="39" idx="7"/>
          </p:cNvCxnSpPr>
          <p:nvPr/>
        </p:nvCxnSpPr>
        <p:spPr>
          <a:xfrm flipH="1" flipV="1">
            <a:off x="2490042" y="1272046"/>
            <a:ext cx="1091863" cy="15926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4F3CD97-3E4C-E20C-001F-392E19689A2D}"/>
                  </a:ext>
                </a:extLst>
              </p:cNvPr>
              <p:cNvSpPr txBox="1"/>
              <p:nvPr/>
            </p:nvSpPr>
            <p:spPr>
              <a:xfrm>
                <a:off x="2880268" y="1670509"/>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54" name="CaixaDeTexto 53">
                <a:extLst>
                  <a:ext uri="{FF2B5EF4-FFF2-40B4-BE49-F238E27FC236}">
                    <a16:creationId xmlns:a16="http://schemas.microsoft.com/office/drawing/2014/main" id="{A4F3CD97-3E4C-E20C-001F-392E19689A2D}"/>
                  </a:ext>
                </a:extLst>
              </p:cNvPr>
              <p:cNvSpPr txBox="1">
                <a:spLocks noRot="1" noChangeAspect="1" noMove="1" noResize="1" noEditPoints="1" noAdjustHandles="1" noChangeArrowheads="1" noChangeShapeType="1" noTextEdit="1"/>
              </p:cNvSpPr>
              <p:nvPr/>
            </p:nvSpPr>
            <p:spPr>
              <a:xfrm>
                <a:off x="2880268" y="1670509"/>
                <a:ext cx="367473" cy="324384"/>
              </a:xfrm>
              <a:prstGeom prst="rect">
                <a:avLst/>
              </a:prstGeom>
              <a:blipFill>
                <a:blip r:embed="rId5"/>
                <a:stretch>
                  <a:fillRect t="-9434" r="-8197"/>
                </a:stretch>
              </a:blipFill>
            </p:spPr>
            <p:txBody>
              <a:bodyPr/>
              <a:lstStyle/>
              <a:p>
                <a:r>
                  <a:rPr lang="pt-BR">
                    <a:noFill/>
                  </a:rPr>
                  <a:t> </a:t>
                </a:r>
              </a:p>
            </p:txBody>
          </p:sp>
        </mc:Fallback>
      </mc:AlternateContent>
      <p:sp>
        <p:nvSpPr>
          <p:cNvPr id="64" name="Elipse 63">
            <a:extLst>
              <a:ext uri="{FF2B5EF4-FFF2-40B4-BE49-F238E27FC236}">
                <a16:creationId xmlns:a16="http://schemas.microsoft.com/office/drawing/2014/main" id="{D56D16F1-26E3-62A7-45A8-3236147FBBC2}"/>
              </a:ext>
            </a:extLst>
          </p:cNvPr>
          <p:cNvSpPr/>
          <p:nvPr/>
        </p:nvSpPr>
        <p:spPr>
          <a:xfrm>
            <a:off x="2108267" y="159294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0" name="Conector de Seta Reta 19">
            <a:extLst>
              <a:ext uri="{FF2B5EF4-FFF2-40B4-BE49-F238E27FC236}">
                <a16:creationId xmlns:a16="http://schemas.microsoft.com/office/drawing/2014/main" id="{CCF2547F-F0A6-305B-691B-2A522DF7F7AC}"/>
              </a:ext>
            </a:extLst>
          </p:cNvPr>
          <p:cNvCxnSpPr>
            <a:cxnSpLocks/>
            <a:endCxn id="2" idx="1"/>
          </p:cNvCxnSpPr>
          <p:nvPr/>
        </p:nvCxnSpPr>
        <p:spPr>
          <a:xfrm flipH="1" flipV="1">
            <a:off x="4877004" y="1274207"/>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7" name="CaixaDeTexto 56">
                <a:extLst>
                  <a:ext uri="{FF2B5EF4-FFF2-40B4-BE49-F238E27FC236}">
                    <a16:creationId xmlns:a16="http://schemas.microsoft.com/office/drawing/2014/main" id="{4DFDEA91-4921-4551-714E-99CCCD72DE88}"/>
                  </a:ext>
                </a:extLst>
              </p:cNvPr>
              <p:cNvSpPr txBox="1"/>
              <p:nvPr/>
            </p:nvSpPr>
            <p:spPr>
              <a:xfrm>
                <a:off x="4959692" y="1231881"/>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57" name="CaixaDeTexto 56">
                <a:extLst>
                  <a:ext uri="{FF2B5EF4-FFF2-40B4-BE49-F238E27FC236}">
                    <a16:creationId xmlns:a16="http://schemas.microsoft.com/office/drawing/2014/main" id="{4DFDEA91-4921-4551-714E-99CCCD72DE88}"/>
                  </a:ext>
                </a:extLst>
              </p:cNvPr>
              <p:cNvSpPr txBox="1">
                <a:spLocks noRot="1" noChangeAspect="1" noMove="1" noResize="1" noEditPoints="1" noAdjustHandles="1" noChangeArrowheads="1" noChangeShapeType="1" noTextEdit="1"/>
              </p:cNvSpPr>
              <p:nvPr/>
            </p:nvSpPr>
            <p:spPr>
              <a:xfrm>
                <a:off x="4959692" y="1231881"/>
                <a:ext cx="360612" cy="291298"/>
              </a:xfrm>
              <a:prstGeom prst="rect">
                <a:avLst/>
              </a:prstGeom>
              <a:blipFill>
                <a:blip r:embed="rId6"/>
                <a:stretch>
                  <a:fillRect r="-3390"/>
                </a:stretch>
              </a:blipFill>
            </p:spPr>
            <p:txBody>
              <a:bodyPr/>
              <a:lstStyle/>
              <a:p>
                <a:r>
                  <a:rPr lang="pt-BR">
                    <a:noFill/>
                  </a:rPr>
                  <a:t> </a:t>
                </a:r>
              </a:p>
            </p:txBody>
          </p:sp>
        </mc:Fallback>
      </mc:AlternateContent>
      <p:sp>
        <p:nvSpPr>
          <p:cNvPr id="65" name="Elipse 64">
            <a:extLst>
              <a:ext uri="{FF2B5EF4-FFF2-40B4-BE49-F238E27FC236}">
                <a16:creationId xmlns:a16="http://schemas.microsoft.com/office/drawing/2014/main" id="{0B1B13EB-D6C0-D3E4-9EEB-9763F150DFB0}"/>
              </a:ext>
            </a:extLst>
          </p:cNvPr>
          <p:cNvSpPr/>
          <p:nvPr/>
        </p:nvSpPr>
        <p:spPr>
          <a:xfrm>
            <a:off x="5209762" y="160390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73AED458-E94F-5976-FF4D-E802E5BE41E3}"/>
                  </a:ext>
                </a:extLst>
              </p:cNvPr>
              <p:cNvSpPr txBox="1"/>
              <p:nvPr/>
            </p:nvSpPr>
            <p:spPr>
              <a:xfrm>
                <a:off x="6996100" y="1941122"/>
                <a:ext cx="1995610"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𝑟</m:t>
                              </m:r>
                            </m:e>
                          </m:acc>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acc>
                        <m:accPr>
                          <m:chr m:val="⃗"/>
                          <m:ctrlPr>
                            <a:rPr lang="pt-BR" sz="1600" b="0" i="1" smtClean="0">
                              <a:solidFill>
                                <a:schemeClr val="tx1"/>
                              </a:solidFill>
                              <a:latin typeface="Cambria Math" panose="02040503050406030204" pitchFamily="18" charset="0"/>
                            </a:rPr>
                          </m:ctrlPr>
                        </m:accPr>
                        <m:e>
                          <m:r>
                            <a:rPr lang="pt-BR" sz="1600" b="0" i="1" smtClean="0">
                              <a:solidFill>
                                <a:schemeClr val="tx1"/>
                              </a:solidFill>
                              <a:latin typeface="Cambria Math" panose="02040503050406030204" pitchFamily="18" charset="0"/>
                            </a:rPr>
                            <m:t>𝑝</m:t>
                          </m:r>
                        </m:e>
                      </m:acc>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𝑐</m:t>
                              </m:r>
                            </m:e>
                          </m:acc>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𝜌</m:t>
                      </m:r>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oMath>
                  </m:oMathPara>
                </a14:m>
                <a:endParaRPr lang="pt-BR" sz="1600"/>
              </a:p>
            </p:txBody>
          </p:sp>
        </mc:Choice>
        <mc:Fallback xmlns="">
          <p:sp>
            <p:nvSpPr>
              <p:cNvPr id="69" name="CaixaDeTexto 68">
                <a:extLst>
                  <a:ext uri="{FF2B5EF4-FFF2-40B4-BE49-F238E27FC236}">
                    <a16:creationId xmlns:a16="http://schemas.microsoft.com/office/drawing/2014/main" id="{73AED458-E94F-5976-FF4D-E802E5BE41E3}"/>
                  </a:ext>
                </a:extLst>
              </p:cNvPr>
              <p:cNvSpPr txBox="1">
                <a:spLocks noRot="1" noChangeAspect="1" noMove="1" noResize="1" noEditPoints="1" noAdjustHandles="1" noChangeArrowheads="1" noChangeShapeType="1" noTextEdit="1"/>
              </p:cNvSpPr>
              <p:nvPr/>
            </p:nvSpPr>
            <p:spPr>
              <a:xfrm>
                <a:off x="6996100" y="1941122"/>
                <a:ext cx="1995610" cy="357534"/>
              </a:xfrm>
              <a:prstGeom prst="rect">
                <a:avLst/>
              </a:prstGeom>
              <a:blipFill>
                <a:blip r:embed="rId7"/>
                <a:stretch>
                  <a:fillRect t="-11864" b="-5085"/>
                </a:stretch>
              </a:blipFill>
            </p:spPr>
            <p:txBody>
              <a:bodyPr/>
              <a:lstStyle/>
              <a:p>
                <a:r>
                  <a:rPr lang="pt-BR">
                    <a:noFill/>
                  </a:rPr>
                  <a:t> </a:t>
                </a:r>
              </a:p>
            </p:txBody>
          </p:sp>
        </mc:Fallback>
      </mc:AlternateContent>
      <p:cxnSp>
        <p:nvCxnSpPr>
          <p:cNvPr id="73" name="Conector de Seta Reta 72">
            <a:extLst>
              <a:ext uri="{FF2B5EF4-FFF2-40B4-BE49-F238E27FC236}">
                <a16:creationId xmlns:a16="http://schemas.microsoft.com/office/drawing/2014/main" id="{C4E32A01-E66F-ED8E-4492-A04C0A3251DB}"/>
              </a:ext>
            </a:extLst>
          </p:cNvPr>
          <p:cNvCxnSpPr>
            <a:cxnSpLocks/>
          </p:cNvCxnSpPr>
          <p:nvPr/>
        </p:nvCxnSpPr>
        <p:spPr>
          <a:xfrm flipH="1" flipV="1">
            <a:off x="2156281" y="1648363"/>
            <a:ext cx="1416196" cy="121632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CaixaDeTexto 79">
                <a:extLst>
                  <a:ext uri="{FF2B5EF4-FFF2-40B4-BE49-F238E27FC236}">
                    <a16:creationId xmlns:a16="http://schemas.microsoft.com/office/drawing/2014/main" id="{5F36CBA7-CBD6-7A11-866C-1131375B6A46}"/>
                  </a:ext>
                </a:extLst>
              </p:cNvPr>
              <p:cNvSpPr txBox="1"/>
              <p:nvPr/>
            </p:nvSpPr>
            <p:spPr>
              <a:xfrm>
                <a:off x="2541214" y="2213998"/>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𝑝</m:t>
                          </m:r>
                        </m:e>
                      </m:acc>
                    </m:oMath>
                  </m:oMathPara>
                </a14:m>
                <a:endParaRPr lang="pt-BR" sz="1400">
                  <a:solidFill>
                    <a:srgbClr val="00B050"/>
                  </a:solidFill>
                </a:endParaRPr>
              </a:p>
            </p:txBody>
          </p:sp>
        </mc:Choice>
        <mc:Fallback xmlns="">
          <p:sp>
            <p:nvSpPr>
              <p:cNvPr id="80" name="CaixaDeTexto 79">
                <a:extLst>
                  <a:ext uri="{FF2B5EF4-FFF2-40B4-BE49-F238E27FC236}">
                    <a16:creationId xmlns:a16="http://schemas.microsoft.com/office/drawing/2014/main" id="{5F36CBA7-CBD6-7A11-866C-1131375B6A46}"/>
                  </a:ext>
                </a:extLst>
              </p:cNvPr>
              <p:cNvSpPr txBox="1">
                <a:spLocks noRot="1" noChangeAspect="1" noMove="1" noResize="1" noEditPoints="1" noAdjustHandles="1" noChangeArrowheads="1" noChangeShapeType="1" noTextEdit="1"/>
              </p:cNvSpPr>
              <p:nvPr/>
            </p:nvSpPr>
            <p:spPr>
              <a:xfrm>
                <a:off x="2541214" y="2213998"/>
                <a:ext cx="323165" cy="307777"/>
              </a:xfrm>
              <a:prstGeom prst="rect">
                <a:avLst/>
              </a:prstGeom>
              <a:blipFill>
                <a:blip r:embed="rId8"/>
                <a:stretch>
                  <a:fillRect t="-11765" r="-1320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2" name="CaixaDeTexto 81">
                <a:extLst>
                  <a:ext uri="{FF2B5EF4-FFF2-40B4-BE49-F238E27FC236}">
                    <a16:creationId xmlns:a16="http://schemas.microsoft.com/office/drawing/2014/main" id="{D648C49A-30D1-40B5-90CB-F71876253D90}"/>
                  </a:ext>
                </a:extLst>
              </p:cNvPr>
              <p:cNvSpPr txBox="1"/>
              <p:nvPr/>
            </p:nvSpPr>
            <p:spPr>
              <a:xfrm>
                <a:off x="6996100" y="985898"/>
                <a:ext cx="1571392"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600" b="0" i="1" smtClean="0">
                              <a:solidFill>
                                <a:schemeClr val="tx1"/>
                              </a:solidFill>
                              <a:latin typeface="Cambria Math" panose="02040503050406030204" pitchFamily="18" charset="0"/>
                            </a:rPr>
                          </m:ctrlPr>
                        </m:accPr>
                        <m:e>
                          <m:r>
                            <a:rPr lang="pt-BR" sz="1600" b="0" i="1" smtClean="0">
                              <a:solidFill>
                                <a:schemeClr val="tx1"/>
                              </a:solidFill>
                              <a:latin typeface="Cambria Math" panose="02040503050406030204" pitchFamily="18" charset="0"/>
                            </a:rPr>
                            <m:t>𝑝</m:t>
                          </m:r>
                        </m:e>
                      </m:acc>
                      <m:r>
                        <a:rPr lang="pt-BR" sz="1600" b="0" i="1" smtClean="0">
                          <a:solidFill>
                            <a:schemeClr val="tx1"/>
                          </a:solidFill>
                          <a:latin typeface="Cambria Math" panose="02040503050406030204" pitchFamily="18" charset="0"/>
                        </a:rPr>
                        <m:t>=</m:t>
                      </m:r>
                      <m:sSub>
                        <m:sSubPr>
                          <m:ctrlPr>
                            <a:rPr lang="pt-BR" sz="1600" i="1" smtClean="0">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𝑥</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a:solidFill>
                                <a:schemeClr val="tx1"/>
                              </a:solidFill>
                              <a:latin typeface="Cambria Math" panose="02040503050406030204" pitchFamily="18" charset="0"/>
                            </a:rPr>
                            <m:t>𝒙</m:t>
                          </m:r>
                        </m:e>
                      </m:acc>
                      <m:r>
                        <a:rPr lang="pt-BR" sz="1600" i="1">
                          <a:solidFill>
                            <a:schemeClr val="tx1"/>
                          </a:solidFill>
                          <a:latin typeface="Cambria Math" panose="02040503050406030204" pitchFamily="18" charset="0"/>
                        </a:rPr>
                        <m:t>+</m:t>
                      </m:r>
                      <m:sSub>
                        <m:sSubPr>
                          <m:ctrlPr>
                            <a:rPr lang="pt-BR" sz="1600" i="1">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𝑦</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a:solidFill>
                                <a:schemeClr val="tx1"/>
                              </a:solidFill>
                              <a:latin typeface="Cambria Math" panose="02040503050406030204" pitchFamily="18" charset="0"/>
                            </a:rPr>
                            <m:t>𝒚</m:t>
                          </m:r>
                        </m:e>
                      </m:acc>
                    </m:oMath>
                  </m:oMathPara>
                </a14:m>
                <a:endParaRPr lang="pt-BR" sz="1600">
                  <a:solidFill>
                    <a:schemeClr val="tx1"/>
                  </a:solidFill>
                </a:endParaRPr>
              </a:p>
            </p:txBody>
          </p:sp>
        </mc:Choice>
        <mc:Fallback xmlns="">
          <p:sp>
            <p:nvSpPr>
              <p:cNvPr id="82" name="CaixaDeTexto 81">
                <a:extLst>
                  <a:ext uri="{FF2B5EF4-FFF2-40B4-BE49-F238E27FC236}">
                    <a16:creationId xmlns:a16="http://schemas.microsoft.com/office/drawing/2014/main" id="{D648C49A-30D1-40B5-90CB-F71876253D90}"/>
                  </a:ext>
                </a:extLst>
              </p:cNvPr>
              <p:cNvSpPr txBox="1">
                <a:spLocks noRot="1" noChangeAspect="1" noMove="1" noResize="1" noEditPoints="1" noAdjustHandles="1" noChangeArrowheads="1" noChangeShapeType="1" noTextEdit="1"/>
              </p:cNvSpPr>
              <p:nvPr/>
            </p:nvSpPr>
            <p:spPr>
              <a:xfrm>
                <a:off x="6996100" y="985898"/>
                <a:ext cx="1571392" cy="357534"/>
              </a:xfrm>
              <a:prstGeom prst="rect">
                <a:avLst/>
              </a:prstGeom>
              <a:blipFill>
                <a:blip r:embed="rId9"/>
                <a:stretch>
                  <a:fillRect t="-12069" r="-17510" b="-344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898C49C5-814C-1386-43E2-54B3C507507B}"/>
                  </a:ext>
                </a:extLst>
              </p:cNvPr>
              <p:cNvSpPr txBox="1"/>
              <p:nvPr/>
            </p:nvSpPr>
            <p:spPr>
              <a:xfrm>
                <a:off x="3313431" y="2869903"/>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4" name="CaixaDeTexto 33">
                <a:extLst>
                  <a:ext uri="{FF2B5EF4-FFF2-40B4-BE49-F238E27FC236}">
                    <a16:creationId xmlns:a16="http://schemas.microsoft.com/office/drawing/2014/main" id="{898C49C5-814C-1386-43E2-54B3C507507B}"/>
                  </a:ext>
                </a:extLst>
              </p:cNvPr>
              <p:cNvSpPr txBox="1">
                <a:spLocks noRot="1" noChangeAspect="1" noMove="1" noResize="1" noEditPoints="1" noAdjustHandles="1" noChangeArrowheads="1" noChangeShapeType="1" noTextEdit="1"/>
              </p:cNvSpPr>
              <p:nvPr/>
            </p:nvSpPr>
            <p:spPr>
              <a:xfrm>
                <a:off x="3313431" y="2869903"/>
                <a:ext cx="518091" cy="261610"/>
              </a:xfrm>
              <a:prstGeom prst="rect">
                <a:avLst/>
              </a:prstGeom>
              <a:blipFill>
                <a:blip r:embed="rId10"/>
                <a:stretch>
                  <a:fillRect b="-2326"/>
                </a:stretch>
              </a:blipFill>
            </p:spPr>
            <p:txBody>
              <a:bodyPr/>
              <a:lstStyle/>
              <a:p>
                <a:r>
                  <a:rPr lang="pt-BR">
                    <a:noFill/>
                  </a:rPr>
                  <a:t> </a:t>
                </a:r>
              </a:p>
            </p:txBody>
          </p:sp>
        </mc:Fallback>
      </mc:AlternateContent>
      <p:sp>
        <p:nvSpPr>
          <p:cNvPr id="52" name="Elipse 51">
            <a:extLst>
              <a:ext uri="{FF2B5EF4-FFF2-40B4-BE49-F238E27FC236}">
                <a16:creationId xmlns:a16="http://schemas.microsoft.com/office/drawing/2014/main" id="{CB6A626C-42BE-26BE-2F44-A7F8680C24BF}"/>
              </a:ext>
            </a:extLst>
          </p:cNvPr>
          <p:cNvSpPr/>
          <p:nvPr/>
        </p:nvSpPr>
        <p:spPr>
          <a:xfrm>
            <a:off x="3554669" y="282833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6" name="CaixaDeTexto 85">
                <a:extLst>
                  <a:ext uri="{FF2B5EF4-FFF2-40B4-BE49-F238E27FC236}">
                    <a16:creationId xmlns:a16="http://schemas.microsoft.com/office/drawing/2014/main" id="{4F40EB66-1C14-6860-A40A-6FCB001C04C6}"/>
                  </a:ext>
                </a:extLst>
              </p:cNvPr>
              <p:cNvSpPr txBox="1"/>
              <p:nvPr/>
            </p:nvSpPr>
            <p:spPr>
              <a:xfrm>
                <a:off x="6996100" y="1426134"/>
                <a:ext cx="4340034" cy="3735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i="1">
                                  <a:latin typeface="Cambria Math" panose="02040503050406030204" pitchFamily="18" charset="0"/>
                                </a:rPr>
                                <m:t>𝑐</m:t>
                              </m:r>
                            </m:e>
                          </m:acc>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r>
                        <a:rPr lang="pt-BR" sz="1600" b="0" i="1" smtClean="0">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b="0" i="1" smtClean="0">
                              <a:solidFill>
                                <a:schemeClr val="tx1"/>
                              </a:solidFill>
                              <a:latin typeface="Cambria Math" panose="02040503050406030204" pitchFamily="18" charset="0"/>
                            </a:rPr>
                            <m:t>𝜌</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smtClean="0">
                              <a:solidFill>
                                <a:schemeClr val="tx1"/>
                              </a:solidFill>
                              <a:latin typeface="Cambria Math" panose="02040503050406030204" pitchFamily="18" charset="0"/>
                            </a:rPr>
                            <m:t>𝝆</m:t>
                          </m:r>
                        </m:e>
                      </m:acc>
                      <m:r>
                        <a:rPr lang="pt-BR" sz="1600" i="1">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i="1" smtClean="0">
                              <a:solidFill>
                                <a:schemeClr val="tx1"/>
                              </a:solidFill>
                              <a:latin typeface="Cambria Math" panose="02040503050406030204" pitchFamily="18" charset="0"/>
                            </a:rPr>
                            <m:t>𝜃</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smtClean="0">
                              <a:solidFill>
                                <a:schemeClr val="tx1"/>
                              </a:solidFill>
                              <a:latin typeface="Cambria Math" panose="02040503050406030204" pitchFamily="18" charset="0"/>
                            </a:rPr>
                            <m:t>𝜽</m:t>
                          </m:r>
                        </m:e>
                      </m:acc>
                      <m:r>
                        <a:rPr lang="pt-BR" sz="1600" b="1" i="1" smtClean="0">
                          <a:solidFill>
                            <a:schemeClr val="tx1"/>
                          </a:solidFill>
                          <a:latin typeface="Cambria Math" panose="02040503050406030204" pitchFamily="18" charset="0"/>
                        </a:rPr>
                        <m:t>=</m:t>
                      </m:r>
                      <m:sSub>
                        <m:sSubPr>
                          <m:ctrlPr>
                            <a:rPr lang="pt-BR" sz="1600" i="1" smtClean="0">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𝒙</m:t>
                          </m:r>
                        </m:e>
                      </m:acc>
                      <m:r>
                        <a:rPr lang="pt-BR" sz="1600" i="1">
                          <a:latin typeface="Cambria Math" panose="02040503050406030204" pitchFamily="18" charset="0"/>
                        </a:rPr>
                        <m:t>+</m:t>
                      </m:r>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r>
                        <a:rPr lang="pt-BR" sz="1600" b="1" i="1" smtClean="0">
                          <a:latin typeface="Cambria Math" panose="02040503050406030204" pitchFamily="18" charset="0"/>
                        </a:rPr>
                        <m:t>)</m:t>
                      </m:r>
                    </m:oMath>
                  </m:oMathPara>
                </a14:m>
                <a:endParaRPr lang="pt-BR" sz="1600">
                  <a:solidFill>
                    <a:schemeClr val="tx1"/>
                  </a:solidFill>
                </a:endParaRPr>
              </a:p>
            </p:txBody>
          </p:sp>
        </mc:Choice>
        <mc:Fallback xmlns="">
          <p:sp>
            <p:nvSpPr>
              <p:cNvPr id="86" name="CaixaDeTexto 85">
                <a:extLst>
                  <a:ext uri="{FF2B5EF4-FFF2-40B4-BE49-F238E27FC236}">
                    <a16:creationId xmlns:a16="http://schemas.microsoft.com/office/drawing/2014/main" id="{4F40EB66-1C14-6860-A40A-6FCB001C04C6}"/>
                  </a:ext>
                </a:extLst>
              </p:cNvPr>
              <p:cNvSpPr txBox="1">
                <a:spLocks noRot="1" noChangeAspect="1" noMove="1" noResize="1" noEditPoints="1" noAdjustHandles="1" noChangeArrowheads="1" noChangeShapeType="1" noTextEdit="1"/>
              </p:cNvSpPr>
              <p:nvPr/>
            </p:nvSpPr>
            <p:spPr>
              <a:xfrm>
                <a:off x="6996100" y="1426134"/>
                <a:ext cx="4340034" cy="373564"/>
              </a:xfrm>
              <a:prstGeom prst="rect">
                <a:avLst/>
              </a:prstGeom>
              <a:blipFill>
                <a:blip r:embed="rId11"/>
                <a:stretch>
                  <a:fillRect t="-8197" r="-4635" b="-4918"/>
                </a:stretch>
              </a:blipFill>
            </p:spPr>
            <p:txBody>
              <a:bodyPr/>
              <a:lstStyle/>
              <a:p>
                <a:r>
                  <a:rPr lang="pt-BR">
                    <a:noFill/>
                  </a:rPr>
                  <a:t> </a:t>
                </a:r>
              </a:p>
            </p:txBody>
          </p:sp>
        </mc:Fallback>
      </mc:AlternateContent>
      <p:cxnSp>
        <p:nvCxnSpPr>
          <p:cNvPr id="102" name="Conector de Seta Reta 101">
            <a:extLst>
              <a:ext uri="{FF2B5EF4-FFF2-40B4-BE49-F238E27FC236}">
                <a16:creationId xmlns:a16="http://schemas.microsoft.com/office/drawing/2014/main" id="{444CEE81-53DB-8BDB-330D-58E7B0AC6633}"/>
              </a:ext>
            </a:extLst>
          </p:cNvPr>
          <p:cNvCxnSpPr>
            <a:cxnSpLocks/>
            <a:endCxn id="2" idx="1"/>
          </p:cNvCxnSpPr>
          <p:nvPr/>
        </p:nvCxnSpPr>
        <p:spPr>
          <a:xfrm flipV="1">
            <a:off x="3572477" y="1274207"/>
            <a:ext cx="1304527" cy="15904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CA356078-1C43-A1EA-2F84-F8415EB8CBB4}"/>
                  </a:ext>
                </a:extLst>
              </p:cNvPr>
              <p:cNvSpPr txBox="1"/>
              <p:nvPr/>
            </p:nvSpPr>
            <p:spPr>
              <a:xfrm>
                <a:off x="3920135" y="1755451"/>
                <a:ext cx="366639"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𝑞</m:t>
                          </m:r>
                        </m:sub>
                      </m:sSub>
                    </m:oMath>
                  </m:oMathPara>
                </a14:m>
                <a:endParaRPr lang="pt-BR" sz="1400"/>
              </a:p>
            </p:txBody>
          </p:sp>
        </mc:Choice>
        <mc:Fallback xmlns="">
          <p:sp>
            <p:nvSpPr>
              <p:cNvPr id="106" name="CaixaDeTexto 105">
                <a:extLst>
                  <a:ext uri="{FF2B5EF4-FFF2-40B4-BE49-F238E27FC236}">
                    <a16:creationId xmlns:a16="http://schemas.microsoft.com/office/drawing/2014/main" id="{CA356078-1C43-A1EA-2F84-F8415EB8CBB4}"/>
                  </a:ext>
                </a:extLst>
              </p:cNvPr>
              <p:cNvSpPr txBox="1">
                <a:spLocks noRot="1" noChangeAspect="1" noMove="1" noResize="1" noEditPoints="1" noAdjustHandles="1" noChangeArrowheads="1" noChangeShapeType="1" noTextEdit="1"/>
              </p:cNvSpPr>
              <p:nvPr/>
            </p:nvSpPr>
            <p:spPr>
              <a:xfrm>
                <a:off x="3920135" y="1755451"/>
                <a:ext cx="366639" cy="324384"/>
              </a:xfrm>
              <a:prstGeom prst="rect">
                <a:avLst/>
              </a:prstGeom>
              <a:blipFill>
                <a:blip r:embed="rId12"/>
                <a:stretch>
                  <a:fillRect t="-9434" r="-10000"/>
                </a:stretch>
              </a:blipFill>
            </p:spPr>
            <p:txBody>
              <a:bodyPr/>
              <a:lstStyle/>
              <a:p>
                <a:r>
                  <a:rPr lang="pt-BR">
                    <a:noFill/>
                  </a:rPr>
                  <a:t> </a:t>
                </a:r>
              </a:p>
            </p:txBody>
          </p:sp>
        </mc:Fallback>
      </mc:AlternateContent>
      <p:grpSp>
        <p:nvGrpSpPr>
          <p:cNvPr id="110" name="Agrupar 109">
            <a:extLst>
              <a:ext uri="{FF2B5EF4-FFF2-40B4-BE49-F238E27FC236}">
                <a16:creationId xmlns:a16="http://schemas.microsoft.com/office/drawing/2014/main" id="{8497BA6C-89E3-8DC0-A90B-A4EF4DDAEBC8}"/>
              </a:ext>
            </a:extLst>
          </p:cNvPr>
          <p:cNvGrpSpPr/>
          <p:nvPr/>
        </p:nvGrpSpPr>
        <p:grpSpPr>
          <a:xfrm>
            <a:off x="6943911" y="2650604"/>
            <a:ext cx="4392223" cy="914749"/>
            <a:chOff x="6943911" y="2650604"/>
            <a:chExt cx="4392223" cy="914749"/>
          </a:xfrm>
        </p:grpSpPr>
        <p:grpSp>
          <p:nvGrpSpPr>
            <p:cNvPr id="108" name="Agrupar 107">
              <a:extLst>
                <a:ext uri="{FF2B5EF4-FFF2-40B4-BE49-F238E27FC236}">
                  <a16:creationId xmlns:a16="http://schemas.microsoft.com/office/drawing/2014/main" id="{C7366F91-043F-FD71-E6CB-A8A347854022}"/>
                </a:ext>
              </a:extLst>
            </p:cNvPr>
            <p:cNvGrpSpPr/>
            <p:nvPr/>
          </p:nvGrpSpPr>
          <p:grpSpPr>
            <a:xfrm>
              <a:off x="6979428" y="2650604"/>
              <a:ext cx="4356706" cy="871965"/>
              <a:chOff x="6979428" y="2650604"/>
              <a:chExt cx="4356706" cy="871965"/>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A7DECBBD-8841-8249-3E88-FD2983F91567}"/>
                      </a:ext>
                    </a:extLst>
                  </p:cNvPr>
                  <p:cNvSpPr txBox="1"/>
                  <p:nvPr/>
                </p:nvSpPr>
                <p:spPr>
                  <a:xfrm>
                    <a:off x="6979429" y="2650604"/>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𝑝</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70" name="CaixaDeTexto 69">
                    <a:extLst>
                      <a:ext uri="{FF2B5EF4-FFF2-40B4-BE49-F238E27FC236}">
                        <a16:creationId xmlns:a16="http://schemas.microsoft.com/office/drawing/2014/main" id="{A7DECBBD-8841-8249-3E88-FD2983F91567}"/>
                      </a:ext>
                    </a:extLst>
                  </p:cNvPr>
                  <p:cNvSpPr txBox="1">
                    <a:spLocks noRot="1" noChangeAspect="1" noMove="1" noResize="1" noEditPoints="1" noAdjustHandles="1" noChangeArrowheads="1" noChangeShapeType="1" noTextEdit="1"/>
                  </p:cNvSpPr>
                  <p:nvPr/>
                </p:nvSpPr>
                <p:spPr>
                  <a:xfrm>
                    <a:off x="6979429" y="2650604"/>
                    <a:ext cx="4356705" cy="375167"/>
                  </a:xfrm>
                  <a:prstGeom prst="rect">
                    <a:avLst/>
                  </a:prstGeom>
                  <a:blipFill>
                    <a:blip r:embed="rId13"/>
                    <a:stretch>
                      <a:fillRect t="-6557" r="-5315"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E0EA366-401A-0B15-ECD8-6C476D682E13}"/>
                      </a:ext>
                    </a:extLst>
                  </p:cNvPr>
                  <p:cNvSpPr txBox="1"/>
                  <p:nvPr/>
                </p:nvSpPr>
                <p:spPr>
                  <a:xfrm>
                    <a:off x="6979428" y="3147402"/>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107" name="CaixaDeTexto 106">
                    <a:extLst>
                      <a:ext uri="{FF2B5EF4-FFF2-40B4-BE49-F238E27FC236}">
                        <a16:creationId xmlns:a16="http://schemas.microsoft.com/office/drawing/2014/main" id="{DE0EA366-401A-0B15-ECD8-6C476D682E13}"/>
                      </a:ext>
                    </a:extLst>
                  </p:cNvPr>
                  <p:cNvSpPr txBox="1">
                    <a:spLocks noRot="1" noChangeAspect="1" noMove="1" noResize="1" noEditPoints="1" noAdjustHandles="1" noChangeArrowheads="1" noChangeShapeType="1" noTextEdit="1"/>
                  </p:cNvSpPr>
                  <p:nvPr/>
                </p:nvSpPr>
                <p:spPr>
                  <a:xfrm>
                    <a:off x="6979428" y="3147402"/>
                    <a:ext cx="4356705" cy="375167"/>
                  </a:xfrm>
                  <a:prstGeom prst="rect">
                    <a:avLst/>
                  </a:prstGeom>
                  <a:blipFill>
                    <a:blip r:embed="rId14"/>
                    <a:stretch>
                      <a:fillRect t="-6452" r="-5175" b="-4839"/>
                    </a:stretch>
                  </a:blipFill>
                </p:spPr>
                <p:txBody>
                  <a:bodyPr/>
                  <a:lstStyle/>
                  <a:p>
                    <a:r>
                      <a:rPr lang="pt-BR">
                        <a:noFill/>
                      </a:rPr>
                      <a:t> </a:t>
                    </a:r>
                  </a:p>
                </p:txBody>
              </p:sp>
            </mc:Fallback>
          </mc:AlternateContent>
        </p:grpSp>
        <p:sp>
          <p:nvSpPr>
            <p:cNvPr id="109" name="Chave Esquerda 108">
              <a:extLst>
                <a:ext uri="{FF2B5EF4-FFF2-40B4-BE49-F238E27FC236}">
                  <a16:creationId xmlns:a16="http://schemas.microsoft.com/office/drawing/2014/main" id="{56A910FF-B773-18D5-9E1D-FB2687CE109A}"/>
                </a:ext>
              </a:extLst>
            </p:cNvPr>
            <p:cNvSpPr/>
            <p:nvPr/>
          </p:nvSpPr>
          <p:spPr>
            <a:xfrm>
              <a:off x="6943911" y="265095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sp>
        <p:nvSpPr>
          <p:cNvPr id="137" name="Elipse 136">
            <a:extLst>
              <a:ext uri="{FF2B5EF4-FFF2-40B4-BE49-F238E27FC236}">
                <a16:creationId xmlns:a16="http://schemas.microsoft.com/office/drawing/2014/main" id="{A3BDCC96-FBFE-9A16-93F2-D3E161626217}"/>
              </a:ext>
            </a:extLst>
          </p:cNvPr>
          <p:cNvSpPr/>
          <p:nvPr/>
        </p:nvSpPr>
        <p:spPr>
          <a:xfrm>
            <a:off x="1631922" y="4473227"/>
            <a:ext cx="1005840" cy="10058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138" name="Conector reto 137">
            <a:extLst>
              <a:ext uri="{FF2B5EF4-FFF2-40B4-BE49-F238E27FC236}">
                <a16:creationId xmlns:a16="http://schemas.microsoft.com/office/drawing/2014/main" id="{15F96408-C88C-9F1A-DE69-23F04D233CD3}"/>
              </a:ext>
            </a:extLst>
          </p:cNvPr>
          <p:cNvCxnSpPr>
            <a:cxnSpLocks/>
            <a:stCxn id="148" idx="7"/>
            <a:endCxn id="137" idx="7"/>
          </p:cNvCxnSpPr>
          <p:nvPr/>
        </p:nvCxnSpPr>
        <p:spPr>
          <a:xfrm flipV="1">
            <a:off x="2147709" y="4620529"/>
            <a:ext cx="342751" cy="32759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9" name="Elipse 138">
            <a:extLst>
              <a:ext uri="{FF2B5EF4-FFF2-40B4-BE49-F238E27FC236}">
                <a16:creationId xmlns:a16="http://schemas.microsoft.com/office/drawing/2014/main" id="{B157CFD6-7B1E-1658-D202-9E29A2FF6E78}"/>
              </a:ext>
            </a:extLst>
          </p:cNvPr>
          <p:cNvSpPr/>
          <p:nvPr/>
        </p:nvSpPr>
        <p:spPr>
          <a:xfrm>
            <a:off x="4730120" y="4475388"/>
            <a:ext cx="1005840" cy="10058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3" name="Arco 142">
            <a:extLst>
              <a:ext uri="{FF2B5EF4-FFF2-40B4-BE49-F238E27FC236}">
                <a16:creationId xmlns:a16="http://schemas.microsoft.com/office/drawing/2014/main" id="{D5CC91E1-7CB4-2B54-25A4-992F48B49800}"/>
              </a:ext>
            </a:extLst>
          </p:cNvPr>
          <p:cNvSpPr/>
          <p:nvPr/>
        </p:nvSpPr>
        <p:spPr>
          <a:xfrm>
            <a:off x="1654782" y="4779302"/>
            <a:ext cx="620140" cy="522273"/>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4" name="CaixaDeTexto 143">
                <a:extLst>
                  <a:ext uri="{FF2B5EF4-FFF2-40B4-BE49-F238E27FC236}">
                    <a16:creationId xmlns:a16="http://schemas.microsoft.com/office/drawing/2014/main" id="{E76BA359-1AC3-4ADA-963F-D89DB1536C34}"/>
                  </a:ext>
                </a:extLst>
              </p:cNvPr>
              <p:cNvSpPr txBox="1"/>
              <p:nvPr/>
            </p:nvSpPr>
            <p:spPr>
              <a:xfrm>
                <a:off x="2212272" y="4690638"/>
                <a:ext cx="356636"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144" name="CaixaDeTexto 143">
                <a:extLst>
                  <a:ext uri="{FF2B5EF4-FFF2-40B4-BE49-F238E27FC236}">
                    <a16:creationId xmlns:a16="http://schemas.microsoft.com/office/drawing/2014/main" id="{E76BA359-1AC3-4ADA-963F-D89DB1536C34}"/>
                  </a:ext>
                </a:extLst>
              </p:cNvPr>
              <p:cNvSpPr txBox="1">
                <a:spLocks noRot="1" noChangeAspect="1" noMove="1" noResize="1" noEditPoints="1" noAdjustHandles="1" noChangeArrowheads="1" noChangeShapeType="1" noTextEdit="1"/>
              </p:cNvSpPr>
              <p:nvPr/>
            </p:nvSpPr>
            <p:spPr>
              <a:xfrm>
                <a:off x="2212272" y="4690638"/>
                <a:ext cx="356636" cy="274627"/>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5" name="CaixaDeTexto 144">
                <a:extLst>
                  <a:ext uri="{FF2B5EF4-FFF2-40B4-BE49-F238E27FC236}">
                    <a16:creationId xmlns:a16="http://schemas.microsoft.com/office/drawing/2014/main" id="{72E0672A-FDDF-BED8-ED2D-25B545FDDE58}"/>
                  </a:ext>
                </a:extLst>
              </p:cNvPr>
              <p:cNvSpPr txBox="1"/>
              <p:nvPr/>
            </p:nvSpPr>
            <p:spPr>
              <a:xfrm>
                <a:off x="2270642" y="4894789"/>
                <a:ext cx="379976"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145" name="CaixaDeTexto 144">
                <a:extLst>
                  <a:ext uri="{FF2B5EF4-FFF2-40B4-BE49-F238E27FC236}">
                    <a16:creationId xmlns:a16="http://schemas.microsoft.com/office/drawing/2014/main" id="{72E0672A-FDDF-BED8-ED2D-25B545FDDE58}"/>
                  </a:ext>
                </a:extLst>
              </p:cNvPr>
              <p:cNvSpPr txBox="1">
                <a:spLocks noRot="1" noChangeAspect="1" noMove="1" noResize="1" noEditPoints="1" noAdjustHandles="1" noChangeArrowheads="1" noChangeShapeType="1" noTextEdit="1"/>
              </p:cNvSpPr>
              <p:nvPr/>
            </p:nvSpPr>
            <p:spPr>
              <a:xfrm>
                <a:off x="2270642" y="4894789"/>
                <a:ext cx="379976" cy="291298"/>
              </a:xfrm>
              <a:prstGeom prst="rect">
                <a:avLst/>
              </a:prstGeom>
              <a:blipFill>
                <a:blip r:embed="rId16"/>
                <a:stretch>
                  <a:fillRect/>
                </a:stretch>
              </a:blipFill>
            </p:spPr>
            <p:txBody>
              <a:bodyPr/>
              <a:lstStyle/>
              <a:p>
                <a:r>
                  <a:rPr lang="pt-BR">
                    <a:noFill/>
                  </a:rPr>
                  <a:t> </a:t>
                </a:r>
              </a:p>
            </p:txBody>
          </p:sp>
        </mc:Fallback>
      </mc:AlternateContent>
      <p:cxnSp>
        <p:nvCxnSpPr>
          <p:cNvPr id="146" name="Conector de Seta Reta 145">
            <a:extLst>
              <a:ext uri="{FF2B5EF4-FFF2-40B4-BE49-F238E27FC236}">
                <a16:creationId xmlns:a16="http://schemas.microsoft.com/office/drawing/2014/main" id="{B537A1AE-4494-DDDF-7E23-CA216CD8B7E6}"/>
              </a:ext>
            </a:extLst>
          </p:cNvPr>
          <p:cNvCxnSpPr>
            <a:cxnSpLocks/>
            <a:stCxn id="148" idx="7"/>
            <a:endCxn id="137" idx="7"/>
          </p:cNvCxnSpPr>
          <p:nvPr/>
        </p:nvCxnSpPr>
        <p:spPr>
          <a:xfrm flipV="1">
            <a:off x="2147709" y="4620529"/>
            <a:ext cx="342751" cy="3275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7" name="CaixaDeTexto 146">
                <a:extLst>
                  <a:ext uri="{FF2B5EF4-FFF2-40B4-BE49-F238E27FC236}">
                    <a16:creationId xmlns:a16="http://schemas.microsoft.com/office/drawing/2014/main" id="{AE6388B5-D179-1A28-2E51-87745D17CEAA}"/>
                  </a:ext>
                </a:extLst>
              </p:cNvPr>
              <p:cNvSpPr txBox="1"/>
              <p:nvPr/>
            </p:nvSpPr>
            <p:spPr>
              <a:xfrm>
                <a:off x="2000407" y="4537724"/>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147" name="CaixaDeTexto 146">
                <a:extLst>
                  <a:ext uri="{FF2B5EF4-FFF2-40B4-BE49-F238E27FC236}">
                    <a16:creationId xmlns:a16="http://schemas.microsoft.com/office/drawing/2014/main" id="{AE6388B5-D179-1A28-2E51-87745D17CEAA}"/>
                  </a:ext>
                </a:extLst>
              </p:cNvPr>
              <p:cNvSpPr txBox="1">
                <a:spLocks noRot="1" noChangeAspect="1" noMove="1" noResize="1" noEditPoints="1" noAdjustHandles="1" noChangeArrowheads="1" noChangeShapeType="1" noTextEdit="1"/>
              </p:cNvSpPr>
              <p:nvPr/>
            </p:nvSpPr>
            <p:spPr>
              <a:xfrm>
                <a:off x="2000407" y="4537724"/>
                <a:ext cx="367473" cy="324384"/>
              </a:xfrm>
              <a:prstGeom prst="rect">
                <a:avLst/>
              </a:prstGeom>
              <a:blipFill>
                <a:blip r:embed="rId17"/>
                <a:stretch>
                  <a:fillRect t="-9259" r="-10000"/>
                </a:stretch>
              </a:blipFill>
            </p:spPr>
            <p:txBody>
              <a:bodyPr/>
              <a:lstStyle/>
              <a:p>
                <a:r>
                  <a:rPr lang="pt-BR">
                    <a:noFill/>
                  </a:rPr>
                  <a:t> </a:t>
                </a:r>
              </a:p>
            </p:txBody>
          </p:sp>
        </mc:Fallback>
      </mc:AlternateContent>
      <p:cxnSp>
        <p:nvCxnSpPr>
          <p:cNvPr id="149" name="Conector de Seta Reta 148">
            <a:extLst>
              <a:ext uri="{FF2B5EF4-FFF2-40B4-BE49-F238E27FC236}">
                <a16:creationId xmlns:a16="http://schemas.microsoft.com/office/drawing/2014/main" id="{A62ED30F-0C13-1447-3565-2025591D3666}"/>
              </a:ext>
            </a:extLst>
          </p:cNvPr>
          <p:cNvCxnSpPr>
            <a:cxnSpLocks/>
            <a:endCxn id="139" idx="1"/>
          </p:cNvCxnSpPr>
          <p:nvPr/>
        </p:nvCxnSpPr>
        <p:spPr>
          <a:xfrm flipH="1" flipV="1">
            <a:off x="4877422"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0" name="CaixaDeTexto 149">
                <a:extLst>
                  <a:ext uri="{FF2B5EF4-FFF2-40B4-BE49-F238E27FC236}">
                    <a16:creationId xmlns:a16="http://schemas.microsoft.com/office/drawing/2014/main" id="{0550D8E6-8AFF-BD87-F245-D6EA4298D775}"/>
                  </a:ext>
                </a:extLst>
              </p:cNvPr>
              <p:cNvSpPr txBox="1"/>
              <p:nvPr/>
            </p:nvSpPr>
            <p:spPr>
              <a:xfrm>
                <a:off x="4960110"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150" name="CaixaDeTexto 149">
                <a:extLst>
                  <a:ext uri="{FF2B5EF4-FFF2-40B4-BE49-F238E27FC236}">
                    <a16:creationId xmlns:a16="http://schemas.microsoft.com/office/drawing/2014/main" id="{0550D8E6-8AFF-BD87-F245-D6EA4298D775}"/>
                  </a:ext>
                </a:extLst>
              </p:cNvPr>
              <p:cNvSpPr txBox="1">
                <a:spLocks noRot="1" noChangeAspect="1" noMove="1" noResize="1" noEditPoints="1" noAdjustHandles="1" noChangeArrowheads="1" noChangeShapeType="1" noTextEdit="1"/>
              </p:cNvSpPr>
              <p:nvPr/>
            </p:nvSpPr>
            <p:spPr>
              <a:xfrm>
                <a:off x="4960110" y="4580364"/>
                <a:ext cx="360612" cy="291298"/>
              </a:xfrm>
              <a:prstGeom prst="rect">
                <a:avLst/>
              </a:prstGeom>
              <a:blipFill>
                <a:blip r:embed="rId18"/>
                <a:stretch>
                  <a:fillRect r="-3390"/>
                </a:stretch>
              </a:blipFill>
            </p:spPr>
            <p:txBody>
              <a:bodyPr/>
              <a:lstStyle/>
              <a:p>
                <a:r>
                  <a:rPr lang="pt-BR">
                    <a:noFill/>
                  </a:rPr>
                  <a:t> </a:t>
                </a:r>
              </a:p>
            </p:txBody>
          </p:sp>
        </mc:Fallback>
      </mc:AlternateContent>
      <p:sp>
        <p:nvSpPr>
          <p:cNvPr id="151" name="Elipse 150">
            <a:extLst>
              <a:ext uri="{FF2B5EF4-FFF2-40B4-BE49-F238E27FC236}">
                <a16:creationId xmlns:a16="http://schemas.microsoft.com/office/drawing/2014/main" id="{E9021F1D-CA31-7D6A-4406-CDDEDF224CD8}"/>
              </a:ext>
            </a:extLst>
          </p:cNvPr>
          <p:cNvSpPr/>
          <p:nvPr/>
        </p:nvSpPr>
        <p:spPr>
          <a:xfrm>
            <a:off x="5210180" y="4952386"/>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54" name="CaixaDeTexto 153">
                <a:extLst>
                  <a:ext uri="{FF2B5EF4-FFF2-40B4-BE49-F238E27FC236}">
                    <a16:creationId xmlns:a16="http://schemas.microsoft.com/office/drawing/2014/main" id="{228935A9-A1BD-9580-C131-2399C269E132}"/>
                  </a:ext>
                </a:extLst>
              </p:cNvPr>
              <p:cNvSpPr txBox="1"/>
              <p:nvPr/>
            </p:nvSpPr>
            <p:spPr>
              <a:xfrm>
                <a:off x="1872499" y="5009891"/>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154" name="CaixaDeTexto 153">
                <a:extLst>
                  <a:ext uri="{FF2B5EF4-FFF2-40B4-BE49-F238E27FC236}">
                    <a16:creationId xmlns:a16="http://schemas.microsoft.com/office/drawing/2014/main" id="{228935A9-A1BD-9580-C131-2399C269E132}"/>
                  </a:ext>
                </a:extLst>
              </p:cNvPr>
              <p:cNvSpPr txBox="1">
                <a:spLocks noRot="1" noChangeAspect="1" noMove="1" noResize="1" noEditPoints="1" noAdjustHandles="1" noChangeArrowheads="1" noChangeShapeType="1" noTextEdit="1"/>
              </p:cNvSpPr>
              <p:nvPr/>
            </p:nvSpPr>
            <p:spPr>
              <a:xfrm>
                <a:off x="1872499" y="5009891"/>
                <a:ext cx="518091" cy="261610"/>
              </a:xfrm>
              <a:prstGeom prst="rect">
                <a:avLst/>
              </a:prstGeom>
              <a:blipFill>
                <a:blip r:embed="rId19"/>
                <a:stretch>
                  <a:fillRect b="-2326"/>
                </a:stretch>
              </a:blipFill>
            </p:spPr>
            <p:txBody>
              <a:bodyPr/>
              <a:lstStyle/>
              <a:p>
                <a:r>
                  <a:rPr lang="pt-BR">
                    <a:noFill/>
                  </a:rPr>
                  <a:t> </a:t>
                </a:r>
              </a:p>
            </p:txBody>
          </p:sp>
        </mc:Fallback>
      </mc:AlternateContent>
      <p:grpSp>
        <p:nvGrpSpPr>
          <p:cNvPr id="170" name="Agrupar 169">
            <a:extLst>
              <a:ext uri="{FF2B5EF4-FFF2-40B4-BE49-F238E27FC236}">
                <a16:creationId xmlns:a16="http://schemas.microsoft.com/office/drawing/2014/main" id="{BB73D790-27B5-1445-9E89-2BBF406FCB04}"/>
              </a:ext>
            </a:extLst>
          </p:cNvPr>
          <p:cNvGrpSpPr/>
          <p:nvPr/>
        </p:nvGrpSpPr>
        <p:grpSpPr>
          <a:xfrm>
            <a:off x="2155700" y="4812307"/>
            <a:ext cx="3054480" cy="307777"/>
            <a:chOff x="2014932" y="4810398"/>
            <a:chExt cx="3054480" cy="307777"/>
          </a:xfrm>
        </p:grpSpPr>
        <p:cxnSp>
          <p:nvCxnSpPr>
            <p:cNvPr id="141" name="Conector de Seta Reta 140">
              <a:extLst>
                <a:ext uri="{FF2B5EF4-FFF2-40B4-BE49-F238E27FC236}">
                  <a16:creationId xmlns:a16="http://schemas.microsoft.com/office/drawing/2014/main" id="{D514260F-50E9-1A3F-C48E-438997749117}"/>
                </a:ext>
              </a:extLst>
            </p:cNvPr>
            <p:cNvCxnSpPr>
              <a:cxnSpLocks/>
            </p:cNvCxnSpPr>
            <p:nvPr/>
          </p:nvCxnSpPr>
          <p:spPr>
            <a:xfrm>
              <a:off x="2014932" y="4973986"/>
              <a:ext cx="305448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165" name="Agrupar 164">
              <a:extLst>
                <a:ext uri="{FF2B5EF4-FFF2-40B4-BE49-F238E27FC236}">
                  <a16:creationId xmlns:a16="http://schemas.microsoft.com/office/drawing/2014/main" id="{B3E3E7CA-2BE4-E481-7E10-CBACD61EA127}"/>
                </a:ext>
              </a:extLst>
            </p:cNvPr>
            <p:cNvGrpSpPr/>
            <p:nvPr/>
          </p:nvGrpSpPr>
          <p:grpSpPr>
            <a:xfrm>
              <a:off x="3487118" y="4810398"/>
              <a:ext cx="323165" cy="307777"/>
              <a:chOff x="3432139" y="4750389"/>
              <a:chExt cx="323165" cy="307777"/>
            </a:xfrm>
          </p:grpSpPr>
          <p:sp>
            <p:nvSpPr>
              <p:cNvPr id="163" name="Retângulo 162">
                <a:extLst>
                  <a:ext uri="{FF2B5EF4-FFF2-40B4-BE49-F238E27FC236}">
                    <a16:creationId xmlns:a16="http://schemas.microsoft.com/office/drawing/2014/main" id="{16F0A3AB-493C-808F-67F0-ECF7FD5DFB9E}"/>
                  </a:ext>
                </a:extLst>
              </p:cNvPr>
              <p:cNvSpPr/>
              <p:nvPr/>
            </p:nvSpPr>
            <p:spPr>
              <a:xfrm>
                <a:off x="3503712" y="4761148"/>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0" name="CaixaDeTexto 139">
                    <a:extLst>
                      <a:ext uri="{FF2B5EF4-FFF2-40B4-BE49-F238E27FC236}">
                        <a16:creationId xmlns:a16="http://schemas.microsoft.com/office/drawing/2014/main" id="{8F8E8CCE-6E96-B01A-1BE5-54881D29AF3E}"/>
                      </a:ext>
                    </a:extLst>
                  </p:cNvPr>
                  <p:cNvSpPr txBox="1"/>
                  <p:nvPr/>
                </p:nvSpPr>
                <p:spPr>
                  <a:xfrm>
                    <a:off x="3432139" y="4750389"/>
                    <a:ext cx="32316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140" name="CaixaDeTexto 139">
                    <a:extLst>
                      <a:ext uri="{FF2B5EF4-FFF2-40B4-BE49-F238E27FC236}">
                        <a16:creationId xmlns:a16="http://schemas.microsoft.com/office/drawing/2014/main" id="{8F8E8CCE-6E96-B01A-1BE5-54881D29AF3E}"/>
                      </a:ext>
                    </a:extLst>
                  </p:cNvPr>
                  <p:cNvSpPr txBox="1">
                    <a:spLocks noRot="1" noChangeAspect="1" noMove="1" noResize="1" noEditPoints="1" noAdjustHandles="1" noChangeArrowheads="1" noChangeShapeType="1" noTextEdit="1"/>
                  </p:cNvSpPr>
                  <p:nvPr/>
                </p:nvSpPr>
                <p:spPr>
                  <a:xfrm>
                    <a:off x="3432139" y="4750389"/>
                    <a:ext cx="323165" cy="307777"/>
                  </a:xfrm>
                  <a:prstGeom prst="rect">
                    <a:avLst/>
                  </a:prstGeom>
                  <a:blipFill>
                    <a:blip r:embed="rId20"/>
                    <a:stretch>
                      <a:fillRect t="-11765" r="-11321"/>
                    </a:stretch>
                  </a:blipFill>
                </p:spPr>
                <p:txBody>
                  <a:bodyPr/>
                  <a:lstStyle/>
                  <a:p>
                    <a:r>
                      <a:rPr lang="pt-BR">
                        <a:noFill/>
                      </a:rPr>
                      <a:t> </a:t>
                    </a:r>
                  </a:p>
                </p:txBody>
              </p:sp>
            </mc:Fallback>
          </mc:AlternateContent>
        </p:grpSp>
      </p:grpSp>
      <p:grpSp>
        <p:nvGrpSpPr>
          <p:cNvPr id="167" name="Agrupar 166">
            <a:extLst>
              <a:ext uri="{FF2B5EF4-FFF2-40B4-BE49-F238E27FC236}">
                <a16:creationId xmlns:a16="http://schemas.microsoft.com/office/drawing/2014/main" id="{8A2CDBCD-4BAD-47E1-E4CC-C12C2F010740}"/>
              </a:ext>
            </a:extLst>
          </p:cNvPr>
          <p:cNvGrpSpPr/>
          <p:nvPr/>
        </p:nvGrpSpPr>
        <p:grpSpPr>
          <a:xfrm>
            <a:off x="3790303" y="4418015"/>
            <a:ext cx="323165" cy="324384"/>
            <a:chOff x="3432139" y="4750389"/>
            <a:chExt cx="323165" cy="324384"/>
          </a:xfrm>
        </p:grpSpPr>
        <p:sp>
          <p:nvSpPr>
            <p:cNvPr id="168" name="Retângulo 167">
              <a:extLst>
                <a:ext uri="{FF2B5EF4-FFF2-40B4-BE49-F238E27FC236}">
                  <a16:creationId xmlns:a16="http://schemas.microsoft.com/office/drawing/2014/main" id="{46E5D5DB-43ED-4206-FBBD-AD7C5A90A2E1}"/>
                </a:ext>
              </a:extLst>
            </p:cNvPr>
            <p:cNvSpPr/>
            <p:nvPr/>
          </p:nvSpPr>
          <p:spPr>
            <a:xfrm>
              <a:off x="3503712" y="4761148"/>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69" name="CaixaDeTexto 168">
                  <a:extLst>
                    <a:ext uri="{FF2B5EF4-FFF2-40B4-BE49-F238E27FC236}">
                      <a16:creationId xmlns:a16="http://schemas.microsoft.com/office/drawing/2014/main" id="{BC9AFC3E-7134-6441-1E38-832054D739F0}"/>
                    </a:ext>
                  </a:extLst>
                </p:cNvPr>
                <p:cNvSpPr txBox="1"/>
                <p:nvPr/>
              </p:nvSpPr>
              <p:spPr>
                <a:xfrm>
                  <a:off x="3432139" y="4750389"/>
                  <a:ext cx="323165"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chemeClr val="tx1"/>
                                </a:solidFill>
                                <a:latin typeface="Cambria Math" panose="02040503050406030204" pitchFamily="18" charset="0"/>
                              </a:rPr>
                            </m:ctrlPr>
                          </m:sSubPr>
                          <m:e>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𝑟</m:t>
                                </m:r>
                              </m:e>
                            </m:acc>
                          </m:e>
                          <m:sub>
                            <m:r>
                              <a:rPr lang="pt-BR" sz="1400" b="0" i="1" smtClean="0">
                                <a:solidFill>
                                  <a:schemeClr val="tx1"/>
                                </a:solidFill>
                                <a:latin typeface="Cambria Math" panose="02040503050406030204" pitchFamily="18" charset="0"/>
                              </a:rPr>
                              <m:t>𝑞</m:t>
                            </m:r>
                          </m:sub>
                        </m:sSub>
                      </m:oMath>
                    </m:oMathPara>
                  </a14:m>
                  <a:endParaRPr lang="pt-BR" sz="1400">
                    <a:solidFill>
                      <a:schemeClr val="tx1"/>
                    </a:solidFill>
                  </a:endParaRPr>
                </a:p>
              </p:txBody>
            </p:sp>
          </mc:Choice>
          <mc:Fallback xmlns="">
            <p:sp>
              <p:nvSpPr>
                <p:cNvPr id="169" name="CaixaDeTexto 168">
                  <a:extLst>
                    <a:ext uri="{FF2B5EF4-FFF2-40B4-BE49-F238E27FC236}">
                      <a16:creationId xmlns:a16="http://schemas.microsoft.com/office/drawing/2014/main" id="{BC9AFC3E-7134-6441-1E38-832054D739F0}"/>
                    </a:ext>
                  </a:extLst>
                </p:cNvPr>
                <p:cNvSpPr txBox="1">
                  <a:spLocks noRot="1" noChangeAspect="1" noMove="1" noResize="1" noEditPoints="1" noAdjustHandles="1" noChangeArrowheads="1" noChangeShapeType="1" noTextEdit="1"/>
                </p:cNvSpPr>
                <p:nvPr/>
              </p:nvSpPr>
              <p:spPr>
                <a:xfrm>
                  <a:off x="3432139" y="4750389"/>
                  <a:ext cx="323165" cy="324384"/>
                </a:xfrm>
                <a:prstGeom prst="rect">
                  <a:avLst/>
                </a:prstGeom>
                <a:blipFill>
                  <a:blip r:embed="rId21"/>
                  <a:stretch>
                    <a:fillRect t="-9434" r="-3774"/>
                  </a:stretch>
                </a:blipFill>
              </p:spPr>
              <p:txBody>
                <a:bodyPr/>
                <a:lstStyle/>
                <a:p>
                  <a:r>
                    <a:rPr lang="pt-BR">
                      <a:noFill/>
                    </a:rPr>
                    <a:t> </a:t>
                  </a:r>
                </a:p>
              </p:txBody>
            </p:sp>
          </mc:Fallback>
        </mc:AlternateContent>
      </p:grpSp>
      <p:grpSp>
        <p:nvGrpSpPr>
          <p:cNvPr id="172" name="Agrupar 171">
            <a:extLst>
              <a:ext uri="{FF2B5EF4-FFF2-40B4-BE49-F238E27FC236}">
                <a16:creationId xmlns:a16="http://schemas.microsoft.com/office/drawing/2014/main" id="{1982672A-104B-7FC0-4D03-231A458FB04C}"/>
              </a:ext>
            </a:extLst>
          </p:cNvPr>
          <p:cNvGrpSpPr/>
          <p:nvPr/>
        </p:nvGrpSpPr>
        <p:grpSpPr>
          <a:xfrm>
            <a:off x="403988" y="4784730"/>
            <a:ext cx="687372" cy="307777"/>
            <a:chOff x="1698324" y="3917643"/>
            <a:chExt cx="687372" cy="307777"/>
          </a:xfrm>
        </p:grpSpPr>
        <mc:AlternateContent xmlns:mc="http://schemas.openxmlformats.org/markup-compatibility/2006" xmlns:a14="http://schemas.microsoft.com/office/drawing/2010/main">
          <mc:Choice Requires="a14">
            <p:sp>
              <p:nvSpPr>
                <p:cNvPr id="166" name="CaixaDeTexto 165">
                  <a:extLst>
                    <a:ext uri="{FF2B5EF4-FFF2-40B4-BE49-F238E27FC236}">
                      <a16:creationId xmlns:a16="http://schemas.microsoft.com/office/drawing/2014/main" id="{A82C9BBC-F747-C028-B620-35C7FAD20589}"/>
                    </a:ext>
                  </a:extLst>
                </p:cNvPr>
                <p:cNvSpPr txBox="1"/>
                <p:nvPr/>
              </p:nvSpPr>
              <p:spPr>
                <a:xfrm>
                  <a:off x="1698324" y="3917643"/>
                  <a:ext cx="65691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𝑝</m:t>
                            </m:r>
                          </m:e>
                        </m:acc>
                        <m:r>
                          <a:rPr lang="pt-BR" sz="1400" b="0" i="1" smtClean="0">
                            <a:solidFill>
                              <a:schemeClr val="tx1"/>
                            </a:solidFill>
                            <a:latin typeface="Cambria Math" panose="02040503050406030204" pitchFamily="18" charset="0"/>
                          </a:rPr>
                          <m:t>=0</m:t>
                        </m:r>
                      </m:oMath>
                    </m:oMathPara>
                  </a14:m>
                  <a:endParaRPr lang="pt-BR" sz="1400" b="0">
                    <a:solidFill>
                      <a:schemeClr val="tx1"/>
                    </a:solidFill>
                  </a:endParaRPr>
                </a:p>
              </p:txBody>
            </p:sp>
          </mc:Choice>
          <mc:Fallback xmlns="">
            <p:sp>
              <p:nvSpPr>
                <p:cNvPr id="166" name="CaixaDeTexto 165">
                  <a:extLst>
                    <a:ext uri="{FF2B5EF4-FFF2-40B4-BE49-F238E27FC236}">
                      <a16:creationId xmlns:a16="http://schemas.microsoft.com/office/drawing/2014/main" id="{A82C9BBC-F747-C028-B620-35C7FAD20589}"/>
                    </a:ext>
                  </a:extLst>
                </p:cNvPr>
                <p:cNvSpPr txBox="1">
                  <a:spLocks noRot="1" noChangeAspect="1" noMove="1" noResize="1" noEditPoints="1" noAdjustHandles="1" noChangeArrowheads="1" noChangeShapeType="1" noTextEdit="1"/>
                </p:cNvSpPr>
                <p:nvPr/>
              </p:nvSpPr>
              <p:spPr>
                <a:xfrm>
                  <a:off x="1698324" y="3917643"/>
                  <a:ext cx="656911" cy="307777"/>
                </a:xfrm>
                <a:prstGeom prst="rect">
                  <a:avLst/>
                </a:prstGeom>
                <a:blipFill>
                  <a:blip r:embed="rId22"/>
                  <a:stretch>
                    <a:fillRect t="-12000" b="-2000"/>
                  </a:stretch>
                </a:blipFill>
              </p:spPr>
              <p:txBody>
                <a:bodyPr/>
                <a:lstStyle/>
                <a:p>
                  <a:r>
                    <a:rPr lang="pt-BR">
                      <a:noFill/>
                    </a:rPr>
                    <a:t> </a:t>
                  </a:r>
                </a:p>
              </p:txBody>
            </p:sp>
          </mc:Fallback>
        </mc:AlternateContent>
        <p:sp>
          <p:nvSpPr>
            <p:cNvPr id="171" name="Retângulo 170">
              <a:extLst>
                <a:ext uri="{FF2B5EF4-FFF2-40B4-BE49-F238E27FC236}">
                  <a16:creationId xmlns:a16="http://schemas.microsoft.com/office/drawing/2014/main" id="{02CB6E6A-0F3A-5D69-B1CD-277FDC3037EB}"/>
                </a:ext>
              </a:extLst>
            </p:cNvPr>
            <p:cNvSpPr/>
            <p:nvPr/>
          </p:nvSpPr>
          <p:spPr>
            <a:xfrm>
              <a:off x="1698324" y="3917643"/>
              <a:ext cx="687372" cy="307777"/>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cxnSp>
        <p:nvCxnSpPr>
          <p:cNvPr id="156" name="Conector de Seta Reta 155">
            <a:extLst>
              <a:ext uri="{FF2B5EF4-FFF2-40B4-BE49-F238E27FC236}">
                <a16:creationId xmlns:a16="http://schemas.microsoft.com/office/drawing/2014/main" id="{04565E15-2E9E-B47D-BBFE-D082939028E0}"/>
              </a:ext>
            </a:extLst>
          </p:cNvPr>
          <p:cNvCxnSpPr>
            <a:cxnSpLocks/>
          </p:cNvCxnSpPr>
          <p:nvPr/>
        </p:nvCxnSpPr>
        <p:spPr>
          <a:xfrm flipV="1">
            <a:off x="2146774" y="4622690"/>
            <a:ext cx="2723017" cy="3415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2" name="Conector reto 141">
            <a:extLst>
              <a:ext uri="{FF2B5EF4-FFF2-40B4-BE49-F238E27FC236}">
                <a16:creationId xmlns:a16="http://schemas.microsoft.com/office/drawing/2014/main" id="{308A1BBC-82BB-C4CF-E29D-E1FB615D3E79}"/>
              </a:ext>
            </a:extLst>
          </p:cNvPr>
          <p:cNvCxnSpPr>
            <a:cxnSpLocks/>
          </p:cNvCxnSpPr>
          <p:nvPr/>
        </p:nvCxnSpPr>
        <p:spPr>
          <a:xfrm>
            <a:off x="2131545" y="4973986"/>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8" name="Elipse 147">
            <a:extLst>
              <a:ext uri="{FF2B5EF4-FFF2-40B4-BE49-F238E27FC236}">
                <a16:creationId xmlns:a16="http://schemas.microsoft.com/office/drawing/2014/main" id="{35391369-9161-1CA2-3441-E46D838D474D}"/>
              </a:ext>
            </a:extLst>
          </p:cNvPr>
          <p:cNvSpPr/>
          <p:nvPr/>
        </p:nvSpPr>
        <p:spPr>
          <a:xfrm>
            <a:off x="2108685" y="4941427"/>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576449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Elipse 38">
            <a:extLst>
              <a:ext uri="{FF2B5EF4-FFF2-40B4-BE49-F238E27FC236}">
                <a16:creationId xmlns:a16="http://schemas.microsoft.com/office/drawing/2014/main" id="{DDC0B1C0-326B-5A6A-6367-C5197EAFD90A}"/>
              </a:ext>
            </a:extLst>
          </p:cNvPr>
          <p:cNvSpPr/>
          <p:nvPr/>
        </p:nvSpPr>
        <p:spPr>
          <a:xfrm>
            <a:off x="1631504" y="1124744"/>
            <a:ext cx="1005840" cy="1005840"/>
          </a:xfrm>
          <a:prstGeom prst="ellipse">
            <a:avLst/>
          </a:prstGeom>
          <a:noFill/>
          <a:ln w="19050">
            <a:solidFill>
              <a:schemeClr val="tx2">
                <a:lumMod val="90000"/>
                <a:lumOff val="1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 name="Elipse 1">
            <a:extLst>
              <a:ext uri="{FF2B5EF4-FFF2-40B4-BE49-F238E27FC236}">
                <a16:creationId xmlns:a16="http://schemas.microsoft.com/office/drawing/2014/main" id="{5190BEF2-9F43-A48F-4ECB-F20D4FF0E227}"/>
              </a:ext>
            </a:extLst>
          </p:cNvPr>
          <p:cNvSpPr/>
          <p:nvPr/>
        </p:nvSpPr>
        <p:spPr>
          <a:xfrm>
            <a:off x="4729702" y="1126905"/>
            <a:ext cx="1005840" cy="1005840"/>
          </a:xfrm>
          <a:prstGeom prst="ellipse">
            <a:avLst/>
          </a:prstGeom>
          <a:noFill/>
          <a:ln w="19050">
            <a:solidFill>
              <a:schemeClr val="accent1">
                <a:lumMod val="60000"/>
                <a:lumOff val="4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42" name="Conector de Seta Reta 41">
            <a:extLst>
              <a:ext uri="{FF2B5EF4-FFF2-40B4-BE49-F238E27FC236}">
                <a16:creationId xmlns:a16="http://schemas.microsoft.com/office/drawing/2014/main" id="{B1570981-55A4-BF07-0DCD-94E7E3AB486B}"/>
              </a:ext>
            </a:extLst>
          </p:cNvPr>
          <p:cNvCxnSpPr>
            <a:cxnSpLocks/>
            <a:stCxn id="52" idx="1"/>
            <a:endCxn id="12" idx="5"/>
          </p:cNvCxnSpPr>
          <p:nvPr/>
        </p:nvCxnSpPr>
        <p:spPr>
          <a:xfrm flipH="1" flipV="1">
            <a:off x="2529307" y="1306536"/>
            <a:ext cx="1032058" cy="15284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4F3CD97-3E4C-E20C-001F-392E19689A2D}"/>
                  </a:ext>
                </a:extLst>
              </p:cNvPr>
              <p:cNvSpPr txBox="1"/>
              <p:nvPr/>
            </p:nvSpPr>
            <p:spPr>
              <a:xfrm>
                <a:off x="2713149" y="1898179"/>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54" name="CaixaDeTexto 53">
                <a:extLst>
                  <a:ext uri="{FF2B5EF4-FFF2-40B4-BE49-F238E27FC236}">
                    <a16:creationId xmlns:a16="http://schemas.microsoft.com/office/drawing/2014/main" id="{A4F3CD97-3E4C-E20C-001F-392E19689A2D}"/>
                  </a:ext>
                </a:extLst>
              </p:cNvPr>
              <p:cNvSpPr txBox="1">
                <a:spLocks noRot="1" noChangeAspect="1" noMove="1" noResize="1" noEditPoints="1" noAdjustHandles="1" noChangeArrowheads="1" noChangeShapeType="1" noTextEdit="1"/>
              </p:cNvSpPr>
              <p:nvPr/>
            </p:nvSpPr>
            <p:spPr>
              <a:xfrm>
                <a:off x="2713149" y="1898179"/>
                <a:ext cx="367473" cy="324384"/>
              </a:xfrm>
              <a:prstGeom prst="rect">
                <a:avLst/>
              </a:prstGeom>
              <a:blipFill>
                <a:blip r:embed="rId2"/>
                <a:stretch>
                  <a:fillRect t="-9259" r="-10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898C49C5-814C-1386-43E2-54B3C507507B}"/>
                  </a:ext>
                </a:extLst>
              </p:cNvPr>
              <p:cNvSpPr txBox="1"/>
              <p:nvPr/>
            </p:nvSpPr>
            <p:spPr>
              <a:xfrm>
                <a:off x="3313431" y="2869903"/>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4" name="CaixaDeTexto 33">
                <a:extLst>
                  <a:ext uri="{FF2B5EF4-FFF2-40B4-BE49-F238E27FC236}">
                    <a16:creationId xmlns:a16="http://schemas.microsoft.com/office/drawing/2014/main" id="{898C49C5-814C-1386-43E2-54B3C507507B}"/>
                  </a:ext>
                </a:extLst>
              </p:cNvPr>
              <p:cNvSpPr txBox="1">
                <a:spLocks noRot="1" noChangeAspect="1" noMove="1" noResize="1" noEditPoints="1" noAdjustHandles="1" noChangeArrowheads="1" noChangeShapeType="1" noTextEdit="1"/>
              </p:cNvSpPr>
              <p:nvPr/>
            </p:nvSpPr>
            <p:spPr>
              <a:xfrm>
                <a:off x="3313431" y="2869903"/>
                <a:ext cx="518091" cy="261610"/>
              </a:xfrm>
              <a:prstGeom prst="rect">
                <a:avLst/>
              </a:prstGeom>
              <a:blipFill>
                <a:blip r:embed="rId3"/>
                <a:stretch>
                  <a:fillRect b="-2326"/>
                </a:stretch>
              </a:blipFill>
            </p:spPr>
            <p:txBody>
              <a:bodyPr/>
              <a:lstStyle/>
              <a:p>
                <a:r>
                  <a:rPr lang="pt-BR">
                    <a:noFill/>
                  </a:rPr>
                  <a:t> </a:t>
                </a:r>
              </a:p>
            </p:txBody>
          </p:sp>
        </mc:Fallback>
      </mc:AlternateContent>
      <p:grpSp>
        <p:nvGrpSpPr>
          <p:cNvPr id="110" name="Agrupar 109">
            <a:extLst>
              <a:ext uri="{FF2B5EF4-FFF2-40B4-BE49-F238E27FC236}">
                <a16:creationId xmlns:a16="http://schemas.microsoft.com/office/drawing/2014/main" id="{8497BA6C-89E3-8DC0-A90B-A4EF4DDAEBC8}"/>
              </a:ext>
            </a:extLst>
          </p:cNvPr>
          <p:cNvGrpSpPr/>
          <p:nvPr/>
        </p:nvGrpSpPr>
        <p:grpSpPr>
          <a:xfrm>
            <a:off x="6699424" y="1432299"/>
            <a:ext cx="4392223" cy="914749"/>
            <a:chOff x="6943911" y="2650604"/>
            <a:chExt cx="4392223" cy="914749"/>
          </a:xfrm>
        </p:grpSpPr>
        <p:grpSp>
          <p:nvGrpSpPr>
            <p:cNvPr id="108" name="Agrupar 107">
              <a:extLst>
                <a:ext uri="{FF2B5EF4-FFF2-40B4-BE49-F238E27FC236}">
                  <a16:creationId xmlns:a16="http://schemas.microsoft.com/office/drawing/2014/main" id="{C7366F91-043F-FD71-E6CB-A8A347854022}"/>
                </a:ext>
              </a:extLst>
            </p:cNvPr>
            <p:cNvGrpSpPr/>
            <p:nvPr/>
          </p:nvGrpSpPr>
          <p:grpSpPr>
            <a:xfrm>
              <a:off x="6979428" y="2650604"/>
              <a:ext cx="4356706" cy="871965"/>
              <a:chOff x="6979428" y="2650604"/>
              <a:chExt cx="4356706" cy="871965"/>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A7DECBBD-8841-8249-3E88-FD2983F91567}"/>
                      </a:ext>
                    </a:extLst>
                  </p:cNvPr>
                  <p:cNvSpPr txBox="1"/>
                  <p:nvPr/>
                </p:nvSpPr>
                <p:spPr>
                  <a:xfrm>
                    <a:off x="6979429" y="2650604"/>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𝑝</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70" name="CaixaDeTexto 69">
                    <a:extLst>
                      <a:ext uri="{FF2B5EF4-FFF2-40B4-BE49-F238E27FC236}">
                        <a16:creationId xmlns:a16="http://schemas.microsoft.com/office/drawing/2014/main" id="{A7DECBBD-8841-8249-3E88-FD2983F91567}"/>
                      </a:ext>
                    </a:extLst>
                  </p:cNvPr>
                  <p:cNvSpPr txBox="1">
                    <a:spLocks noRot="1" noChangeAspect="1" noMove="1" noResize="1" noEditPoints="1" noAdjustHandles="1" noChangeArrowheads="1" noChangeShapeType="1" noTextEdit="1"/>
                  </p:cNvSpPr>
                  <p:nvPr/>
                </p:nvSpPr>
                <p:spPr>
                  <a:xfrm>
                    <a:off x="6979429" y="2650604"/>
                    <a:ext cx="4356705" cy="375167"/>
                  </a:xfrm>
                  <a:prstGeom prst="rect">
                    <a:avLst/>
                  </a:prstGeom>
                  <a:blipFill>
                    <a:blip r:embed="rId5"/>
                    <a:stretch>
                      <a:fillRect t="-6452" r="-5455" b="-483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E0EA366-401A-0B15-ECD8-6C476D682E13}"/>
                      </a:ext>
                    </a:extLst>
                  </p:cNvPr>
                  <p:cNvSpPr txBox="1"/>
                  <p:nvPr/>
                </p:nvSpPr>
                <p:spPr>
                  <a:xfrm>
                    <a:off x="6979428" y="3147402"/>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107" name="CaixaDeTexto 106">
                    <a:extLst>
                      <a:ext uri="{FF2B5EF4-FFF2-40B4-BE49-F238E27FC236}">
                        <a16:creationId xmlns:a16="http://schemas.microsoft.com/office/drawing/2014/main" id="{DE0EA366-401A-0B15-ECD8-6C476D682E13}"/>
                      </a:ext>
                    </a:extLst>
                  </p:cNvPr>
                  <p:cNvSpPr txBox="1">
                    <a:spLocks noRot="1" noChangeAspect="1" noMove="1" noResize="1" noEditPoints="1" noAdjustHandles="1" noChangeArrowheads="1" noChangeShapeType="1" noTextEdit="1"/>
                  </p:cNvSpPr>
                  <p:nvPr/>
                </p:nvSpPr>
                <p:spPr>
                  <a:xfrm>
                    <a:off x="6979428" y="3147402"/>
                    <a:ext cx="4356705" cy="375167"/>
                  </a:xfrm>
                  <a:prstGeom prst="rect">
                    <a:avLst/>
                  </a:prstGeom>
                  <a:blipFill>
                    <a:blip r:embed="rId6"/>
                    <a:stretch>
                      <a:fillRect t="-6452" r="-5315" b="-4839"/>
                    </a:stretch>
                  </a:blipFill>
                </p:spPr>
                <p:txBody>
                  <a:bodyPr/>
                  <a:lstStyle/>
                  <a:p>
                    <a:r>
                      <a:rPr lang="pt-BR">
                        <a:noFill/>
                      </a:rPr>
                      <a:t> </a:t>
                    </a:r>
                  </a:p>
                </p:txBody>
              </p:sp>
            </mc:Fallback>
          </mc:AlternateContent>
        </p:grpSp>
        <p:sp>
          <p:nvSpPr>
            <p:cNvPr id="109" name="Chave Esquerda 108">
              <a:extLst>
                <a:ext uri="{FF2B5EF4-FFF2-40B4-BE49-F238E27FC236}">
                  <a16:creationId xmlns:a16="http://schemas.microsoft.com/office/drawing/2014/main" id="{56A910FF-B773-18D5-9E1D-FB2687CE109A}"/>
                </a:ext>
              </a:extLst>
            </p:cNvPr>
            <p:cNvSpPr/>
            <p:nvPr/>
          </p:nvSpPr>
          <p:spPr>
            <a:xfrm>
              <a:off x="6943911" y="265095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sp>
        <p:nvSpPr>
          <p:cNvPr id="64" name="Elipse 63">
            <a:extLst>
              <a:ext uri="{FF2B5EF4-FFF2-40B4-BE49-F238E27FC236}">
                <a16:creationId xmlns:a16="http://schemas.microsoft.com/office/drawing/2014/main" id="{D56D16F1-26E3-62A7-45A8-3236147FBBC2}"/>
              </a:ext>
            </a:extLst>
          </p:cNvPr>
          <p:cNvSpPr/>
          <p:nvPr/>
        </p:nvSpPr>
        <p:spPr>
          <a:xfrm>
            <a:off x="2108267" y="159294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14CC4BDD-6C75-2284-8648-D592C4CDAEEC}"/>
                  </a:ext>
                </a:extLst>
              </p:cNvPr>
              <p:cNvSpPr txBox="1"/>
              <p:nvPr/>
            </p:nvSpPr>
            <p:spPr>
              <a:xfrm>
                <a:off x="6699424" y="672609"/>
                <a:ext cx="2241383" cy="554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i="1" smtClean="0">
                          <a:latin typeface="Cambria Math" panose="02040503050406030204" pitchFamily="18" charset="0"/>
                        </a:rPr>
                        <m:t>𝐺</m:t>
                      </m:r>
                      <m:d>
                        <m:dPr>
                          <m:ctrlPr>
                            <a:rPr lang="pt-BR" sz="1600" b="0" i="1" smtClean="0">
                              <a:latin typeface="Cambria Math" panose="02040503050406030204" pitchFamily="18" charset="0"/>
                            </a:rPr>
                          </m:ctrlPr>
                        </m:dPr>
                        <m:e>
                          <m:acc>
                            <m:accPr>
                              <m:chr m:val="⃗"/>
                              <m:ctrlPr>
                                <a:rPr lang="pt-BR" sz="1600" b="0" i="1" smtClean="0">
                                  <a:latin typeface="Cambria Math" panose="02040503050406030204" pitchFamily="18" charset="0"/>
                                </a:rPr>
                              </m:ctrlPr>
                            </m:accPr>
                            <m:e>
                              <m:r>
                                <a:rPr lang="pt-BR" sz="1600" b="0" i="1" smtClean="0">
                                  <a:latin typeface="Cambria Math" panose="02040503050406030204" pitchFamily="18" charset="0"/>
                                </a:rPr>
                                <m:t>𝑟</m:t>
                              </m:r>
                            </m:e>
                          </m:acc>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p>
                              <m:r>
                                <a:rPr lang="pt-BR" sz="1600" b="0" i="1" smtClean="0">
                                  <a:latin typeface="Cambria Math" panose="02040503050406030204" pitchFamily="18" charset="0"/>
                                </a:rPr>
                                <m:t>′</m:t>
                              </m:r>
                            </m:sup>
                          </m:sSup>
                        </m:e>
                      </m:d>
                      <m:r>
                        <a:rPr lang="pt-BR" sz="1600" b="0" i="1" smtClean="0">
                          <a:latin typeface="Cambria Math" panose="02040503050406030204" pitchFamily="18" charset="0"/>
                        </a:rPr>
                        <m:t>=</m:t>
                      </m:r>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r>
                            <a:rPr lang="pt-BR" sz="1600" b="0" i="1" smtClean="0">
                              <a:latin typeface="Cambria Math" panose="02040503050406030204" pitchFamily="18" charset="0"/>
                            </a:rPr>
                            <m:t>𝜋</m:t>
                          </m:r>
                        </m:den>
                      </m:f>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ln</m:t>
                          </m:r>
                        </m:fName>
                        <m:e>
                          <m:d>
                            <m:dPr>
                              <m:begChr m:val="|"/>
                              <m:endChr m:val="|"/>
                              <m:ctrlPr>
                                <a:rPr lang="pt-BR" sz="1600" b="0" i="1" smtClean="0">
                                  <a:latin typeface="Cambria Math" panose="02040503050406030204" pitchFamily="18" charset="0"/>
                                </a:rPr>
                              </m:ctrlPr>
                            </m:d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r>
                                <a:rPr lang="pt-BR" sz="1600" b="0" i="1" smtClean="0">
                                  <a:latin typeface="Cambria Math" panose="02040503050406030204" pitchFamily="18" charset="0"/>
                                </a:rPr>
                                <m:t>−</m:t>
                              </m:r>
                              <m:sSup>
                                <m:sSupPr>
                                  <m:ctrlPr>
                                    <a:rPr lang="pt-BR" sz="1600" i="1">
                                      <a:latin typeface="Cambria Math" panose="02040503050406030204" pitchFamily="18" charset="0"/>
                                    </a:rPr>
                                  </m:ctrlPr>
                                </m:s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p>
                                  <m:r>
                                    <a:rPr lang="pt-BR" sz="1600" i="1">
                                      <a:latin typeface="Cambria Math" panose="02040503050406030204" pitchFamily="18" charset="0"/>
                                    </a:rPr>
                                    <m:t>′</m:t>
                                  </m:r>
                                </m:sup>
                              </m:sSup>
                            </m:e>
                          </m:d>
                        </m:e>
                      </m:func>
                    </m:oMath>
                  </m:oMathPara>
                </a14:m>
                <a:endParaRPr lang="pt-BR" sz="1600"/>
              </a:p>
            </p:txBody>
          </p:sp>
        </mc:Choice>
        <mc:Fallback xmlns="">
          <p:sp>
            <p:nvSpPr>
              <p:cNvPr id="7" name="CaixaDeTexto 6">
                <a:extLst>
                  <a:ext uri="{FF2B5EF4-FFF2-40B4-BE49-F238E27FC236}">
                    <a16:creationId xmlns:a16="http://schemas.microsoft.com/office/drawing/2014/main" id="{14CC4BDD-6C75-2284-8648-D592C4CDAEEC}"/>
                  </a:ext>
                </a:extLst>
              </p:cNvPr>
              <p:cNvSpPr txBox="1">
                <a:spLocks noRot="1" noChangeAspect="1" noMove="1" noResize="1" noEditPoints="1" noAdjustHandles="1" noChangeArrowheads="1" noChangeShapeType="1" noTextEdit="1"/>
              </p:cNvSpPr>
              <p:nvPr/>
            </p:nvSpPr>
            <p:spPr>
              <a:xfrm>
                <a:off x="6699424" y="672609"/>
                <a:ext cx="2241383" cy="554960"/>
              </a:xfrm>
              <a:prstGeom prst="rect">
                <a:avLst/>
              </a:prstGeom>
              <a:blipFill>
                <a:blip r:embed="rId7"/>
                <a:stretch>
                  <a:fillRect/>
                </a:stretch>
              </a:blipFill>
            </p:spPr>
            <p:txBody>
              <a:bodyPr/>
              <a:lstStyle/>
              <a:p>
                <a:r>
                  <a:rPr lang="pt-BR">
                    <a:noFill/>
                  </a:rPr>
                  <a:t> </a:t>
                </a:r>
              </a:p>
            </p:txBody>
          </p:sp>
        </mc:Fallback>
      </mc:AlternateContent>
      <p:sp>
        <p:nvSpPr>
          <p:cNvPr id="12" name="Círculo: Vazio 11">
            <a:extLst>
              <a:ext uri="{FF2B5EF4-FFF2-40B4-BE49-F238E27FC236}">
                <a16:creationId xmlns:a16="http://schemas.microsoft.com/office/drawing/2014/main" id="{1594B770-A144-D6AC-7C25-7D2EE4157880}"/>
              </a:ext>
            </a:extLst>
          </p:cNvPr>
          <p:cNvSpPr/>
          <p:nvPr/>
        </p:nvSpPr>
        <p:spPr>
          <a:xfrm>
            <a:off x="2451258" y="1228487"/>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5" name="Círculo: Vazio 14">
            <a:extLst>
              <a:ext uri="{FF2B5EF4-FFF2-40B4-BE49-F238E27FC236}">
                <a16:creationId xmlns:a16="http://schemas.microsoft.com/office/drawing/2014/main" id="{7BB162BB-71C3-D658-8F8F-32EEFFFA0E13}"/>
              </a:ext>
            </a:extLst>
          </p:cNvPr>
          <p:cNvSpPr/>
          <p:nvPr/>
        </p:nvSpPr>
        <p:spPr>
          <a:xfrm>
            <a:off x="4827921" y="1228487"/>
            <a:ext cx="91440" cy="91440"/>
          </a:xfrm>
          <a:prstGeom prst="donut">
            <a:avLst>
              <a:gd name="adj" fmla="val 46798"/>
            </a:avLst>
          </a:prstGeom>
          <a:solidFill>
            <a:schemeClr val="bg1"/>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90000"/>
                  <a:lumOff val="10000"/>
                </a:schemeClr>
              </a:solidFill>
            </a:endParaRPr>
          </a:p>
        </p:txBody>
      </p:sp>
      <p:cxnSp>
        <p:nvCxnSpPr>
          <p:cNvPr id="24" name="Conector de Seta Reta 23">
            <a:extLst>
              <a:ext uri="{FF2B5EF4-FFF2-40B4-BE49-F238E27FC236}">
                <a16:creationId xmlns:a16="http://schemas.microsoft.com/office/drawing/2014/main" id="{0A2D5CEB-A6DF-E01E-7E10-D1E970DB836A}"/>
              </a:ext>
            </a:extLst>
          </p:cNvPr>
          <p:cNvCxnSpPr>
            <a:cxnSpLocks/>
            <a:stCxn id="12" idx="6"/>
            <a:endCxn id="15" idx="2"/>
          </p:cNvCxnSpPr>
          <p:nvPr/>
        </p:nvCxnSpPr>
        <p:spPr>
          <a:xfrm>
            <a:off x="2542698" y="1274207"/>
            <a:ext cx="2285223" cy="0"/>
          </a:xfrm>
          <a:prstGeom prst="straightConnector1">
            <a:avLst/>
          </a:prstGeom>
          <a:ln>
            <a:solidFill>
              <a:srgbClr val="00B05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25" name="Agrupar 24">
            <a:extLst>
              <a:ext uri="{FF2B5EF4-FFF2-40B4-BE49-F238E27FC236}">
                <a16:creationId xmlns:a16="http://schemas.microsoft.com/office/drawing/2014/main" id="{395C7895-CD4E-B32B-4200-D5C2AEF760DC}"/>
              </a:ext>
            </a:extLst>
          </p:cNvPr>
          <p:cNvGrpSpPr/>
          <p:nvPr/>
        </p:nvGrpSpPr>
        <p:grpSpPr>
          <a:xfrm>
            <a:off x="3368735" y="940654"/>
            <a:ext cx="732321" cy="324384"/>
            <a:chOff x="3435929" y="4757047"/>
            <a:chExt cx="296344" cy="324384"/>
          </a:xfrm>
        </p:grpSpPr>
        <p:sp>
          <p:nvSpPr>
            <p:cNvPr id="26" name="Retângulo 25">
              <a:extLst>
                <a:ext uri="{FF2B5EF4-FFF2-40B4-BE49-F238E27FC236}">
                  <a16:creationId xmlns:a16="http://schemas.microsoft.com/office/drawing/2014/main" id="{BFD6B590-B523-9A0C-7A82-8B1469D11C18}"/>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15F53F5C-0D1C-2A33-6416-D1C7857487A1}"/>
                    </a:ext>
                  </a:extLst>
                </p:cNvPr>
                <p:cNvSpPr txBox="1"/>
                <p:nvPr/>
              </p:nvSpPr>
              <p:spPr>
                <a:xfrm>
                  <a:off x="3435929" y="4757047"/>
                  <a:ext cx="29634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oMath>
                    </m:oMathPara>
                  </a14:m>
                  <a:endParaRPr lang="pt-BR" sz="1400">
                    <a:solidFill>
                      <a:srgbClr val="00B050"/>
                    </a:solidFill>
                  </a:endParaRPr>
                </a:p>
              </p:txBody>
            </p:sp>
          </mc:Choice>
          <mc:Fallback xmlns="">
            <p:sp>
              <p:nvSpPr>
                <p:cNvPr id="27" name="CaixaDeTexto 26">
                  <a:extLst>
                    <a:ext uri="{FF2B5EF4-FFF2-40B4-BE49-F238E27FC236}">
                      <a16:creationId xmlns:a16="http://schemas.microsoft.com/office/drawing/2014/main" id="{15F53F5C-0D1C-2A33-6416-D1C7857487A1}"/>
                    </a:ext>
                  </a:extLst>
                </p:cNvPr>
                <p:cNvSpPr txBox="1">
                  <a:spLocks noRot="1" noChangeAspect="1" noMove="1" noResize="1" noEditPoints="1" noAdjustHandles="1" noChangeArrowheads="1" noChangeShapeType="1" noTextEdit="1"/>
                </p:cNvSpPr>
                <p:nvPr/>
              </p:nvSpPr>
              <p:spPr>
                <a:xfrm>
                  <a:off x="3435929" y="4757047"/>
                  <a:ext cx="296344" cy="324384"/>
                </a:xfrm>
                <a:prstGeom prst="rect">
                  <a:avLst/>
                </a:prstGeom>
                <a:blipFill>
                  <a:blip r:embed="rId8"/>
                  <a:stretch>
                    <a:fillRect t="-9259" r="-15833"/>
                  </a:stretch>
                </a:blipFill>
              </p:spPr>
              <p:txBody>
                <a:bodyPr/>
                <a:lstStyle/>
                <a:p>
                  <a:r>
                    <a:rPr lang="pt-BR">
                      <a:noFill/>
                    </a:rPr>
                    <a:t> </a:t>
                  </a:r>
                </a:p>
              </p:txBody>
            </p:sp>
          </mc:Fallback>
        </mc:AlternateContent>
      </p:grpSp>
      <p:sp>
        <p:nvSpPr>
          <p:cNvPr id="30" name="Elipse 29">
            <a:extLst>
              <a:ext uri="{FF2B5EF4-FFF2-40B4-BE49-F238E27FC236}">
                <a16:creationId xmlns:a16="http://schemas.microsoft.com/office/drawing/2014/main" id="{CDD99590-823C-B810-F958-3630CE025979}"/>
              </a:ext>
            </a:extLst>
          </p:cNvPr>
          <p:cNvSpPr/>
          <p:nvPr/>
        </p:nvSpPr>
        <p:spPr>
          <a:xfrm>
            <a:off x="1631922" y="3897163"/>
            <a:ext cx="1005840" cy="1005840"/>
          </a:xfrm>
          <a:prstGeom prst="ellipse">
            <a:avLst/>
          </a:prstGeom>
          <a:noFill/>
          <a:ln w="19050">
            <a:solidFill>
              <a:schemeClr val="tx2">
                <a:lumMod val="90000"/>
                <a:lumOff val="1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31" name="Elipse 30">
            <a:extLst>
              <a:ext uri="{FF2B5EF4-FFF2-40B4-BE49-F238E27FC236}">
                <a16:creationId xmlns:a16="http://schemas.microsoft.com/office/drawing/2014/main" id="{E3935C5C-0366-B342-D6C2-E26ED0954C31}"/>
              </a:ext>
            </a:extLst>
          </p:cNvPr>
          <p:cNvSpPr/>
          <p:nvPr/>
        </p:nvSpPr>
        <p:spPr>
          <a:xfrm>
            <a:off x="4730120" y="3899324"/>
            <a:ext cx="1005840" cy="1005840"/>
          </a:xfrm>
          <a:prstGeom prst="ellipse">
            <a:avLst/>
          </a:prstGeom>
          <a:noFill/>
          <a:ln w="19050">
            <a:solidFill>
              <a:schemeClr val="accent1">
                <a:lumMod val="60000"/>
                <a:lumOff val="4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32" name="Conector de Seta Reta 31">
            <a:extLst>
              <a:ext uri="{FF2B5EF4-FFF2-40B4-BE49-F238E27FC236}">
                <a16:creationId xmlns:a16="http://schemas.microsoft.com/office/drawing/2014/main" id="{BC6D0DF9-C6F6-4170-F668-0D43CDAD7FCF}"/>
              </a:ext>
            </a:extLst>
          </p:cNvPr>
          <p:cNvCxnSpPr>
            <a:cxnSpLocks/>
            <a:stCxn id="49" idx="7"/>
            <a:endCxn id="51" idx="3"/>
          </p:cNvCxnSpPr>
          <p:nvPr/>
        </p:nvCxnSpPr>
        <p:spPr>
          <a:xfrm flipV="1">
            <a:off x="2147709" y="4078955"/>
            <a:ext cx="317358" cy="2931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9A55EBFD-4AF1-A1EC-9D2D-BA4434BACEF7}"/>
                  </a:ext>
                </a:extLst>
              </p:cNvPr>
              <p:cNvSpPr txBox="1"/>
              <p:nvPr/>
            </p:nvSpPr>
            <p:spPr>
              <a:xfrm>
                <a:off x="1954781" y="3987757"/>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33" name="CaixaDeTexto 32">
                <a:extLst>
                  <a:ext uri="{FF2B5EF4-FFF2-40B4-BE49-F238E27FC236}">
                    <a16:creationId xmlns:a16="http://schemas.microsoft.com/office/drawing/2014/main" id="{9A55EBFD-4AF1-A1EC-9D2D-BA4434BACEF7}"/>
                  </a:ext>
                </a:extLst>
              </p:cNvPr>
              <p:cNvSpPr txBox="1">
                <a:spLocks noRot="1" noChangeAspect="1" noMove="1" noResize="1" noEditPoints="1" noAdjustHandles="1" noChangeArrowheads="1" noChangeShapeType="1" noTextEdit="1"/>
              </p:cNvSpPr>
              <p:nvPr/>
            </p:nvSpPr>
            <p:spPr>
              <a:xfrm>
                <a:off x="1954781" y="3987757"/>
                <a:ext cx="367473" cy="324384"/>
              </a:xfrm>
              <a:prstGeom prst="rect">
                <a:avLst/>
              </a:prstGeom>
              <a:blipFill>
                <a:blip r:embed="rId9"/>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BE2E1706-344C-279C-9A1A-98F50C95C3FE}"/>
                  </a:ext>
                </a:extLst>
              </p:cNvPr>
              <p:cNvSpPr txBox="1"/>
              <p:nvPr/>
            </p:nvSpPr>
            <p:spPr>
              <a:xfrm>
                <a:off x="1873585" y="4440606"/>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8" name="CaixaDeTexto 37">
                <a:extLst>
                  <a:ext uri="{FF2B5EF4-FFF2-40B4-BE49-F238E27FC236}">
                    <a16:creationId xmlns:a16="http://schemas.microsoft.com/office/drawing/2014/main" id="{BE2E1706-344C-279C-9A1A-98F50C95C3FE}"/>
                  </a:ext>
                </a:extLst>
              </p:cNvPr>
              <p:cNvSpPr txBox="1">
                <a:spLocks noRot="1" noChangeAspect="1" noMove="1" noResize="1" noEditPoints="1" noAdjustHandles="1" noChangeArrowheads="1" noChangeShapeType="1" noTextEdit="1"/>
              </p:cNvSpPr>
              <p:nvPr/>
            </p:nvSpPr>
            <p:spPr>
              <a:xfrm>
                <a:off x="1873585" y="4440606"/>
                <a:ext cx="518091" cy="261610"/>
              </a:xfrm>
              <a:prstGeom prst="rect">
                <a:avLst/>
              </a:prstGeom>
              <a:blipFill>
                <a:blip r:embed="rId10"/>
                <a:stretch>
                  <a:fillRect b="-4651"/>
                </a:stretch>
              </a:blipFill>
            </p:spPr>
            <p:txBody>
              <a:bodyPr/>
              <a:lstStyle/>
              <a:p>
                <a:r>
                  <a:rPr lang="pt-BR">
                    <a:noFill/>
                  </a:rPr>
                  <a:t> </a:t>
                </a:r>
              </a:p>
            </p:txBody>
          </p:sp>
        </mc:Fallback>
      </mc:AlternateContent>
      <p:sp>
        <p:nvSpPr>
          <p:cNvPr id="53" name="Círculo: Vazio 52">
            <a:extLst>
              <a:ext uri="{FF2B5EF4-FFF2-40B4-BE49-F238E27FC236}">
                <a16:creationId xmlns:a16="http://schemas.microsoft.com/office/drawing/2014/main" id="{6FF6E52F-6DBB-57EB-C602-8C10273426FF}"/>
              </a:ext>
            </a:extLst>
          </p:cNvPr>
          <p:cNvSpPr/>
          <p:nvPr/>
        </p:nvSpPr>
        <p:spPr>
          <a:xfrm>
            <a:off x="4828339" y="4000906"/>
            <a:ext cx="91440" cy="91440"/>
          </a:xfrm>
          <a:prstGeom prst="donut">
            <a:avLst>
              <a:gd name="adj" fmla="val 46798"/>
            </a:avLst>
          </a:prstGeom>
          <a:solidFill>
            <a:schemeClr val="bg1"/>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cxnSp>
        <p:nvCxnSpPr>
          <p:cNvPr id="55" name="Conector de Seta Reta 54">
            <a:extLst>
              <a:ext uri="{FF2B5EF4-FFF2-40B4-BE49-F238E27FC236}">
                <a16:creationId xmlns:a16="http://schemas.microsoft.com/office/drawing/2014/main" id="{32B37373-5C38-0192-8EDB-E919DFE93C7B}"/>
              </a:ext>
            </a:extLst>
          </p:cNvPr>
          <p:cNvCxnSpPr>
            <a:cxnSpLocks/>
            <a:stCxn id="51" idx="6"/>
            <a:endCxn id="53" idx="2"/>
          </p:cNvCxnSpPr>
          <p:nvPr/>
        </p:nvCxnSpPr>
        <p:spPr>
          <a:xfrm>
            <a:off x="2543116" y="4046626"/>
            <a:ext cx="2285223" cy="0"/>
          </a:xfrm>
          <a:prstGeom prst="straightConnector1">
            <a:avLst/>
          </a:prstGeom>
          <a:ln>
            <a:solidFill>
              <a:srgbClr val="00B05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6" name="Agrupar 55">
            <a:extLst>
              <a:ext uri="{FF2B5EF4-FFF2-40B4-BE49-F238E27FC236}">
                <a16:creationId xmlns:a16="http://schemas.microsoft.com/office/drawing/2014/main" id="{AD938466-4A1A-0E06-007F-D7BAC5505652}"/>
              </a:ext>
            </a:extLst>
          </p:cNvPr>
          <p:cNvGrpSpPr/>
          <p:nvPr/>
        </p:nvGrpSpPr>
        <p:grpSpPr>
          <a:xfrm>
            <a:off x="3287062" y="3722242"/>
            <a:ext cx="732321" cy="324384"/>
            <a:chOff x="3435929" y="4757047"/>
            <a:chExt cx="296344" cy="324384"/>
          </a:xfrm>
        </p:grpSpPr>
        <p:sp>
          <p:nvSpPr>
            <p:cNvPr id="58" name="Retângulo 57">
              <a:extLst>
                <a:ext uri="{FF2B5EF4-FFF2-40B4-BE49-F238E27FC236}">
                  <a16:creationId xmlns:a16="http://schemas.microsoft.com/office/drawing/2014/main" id="{8C191A7E-C4D1-77FD-033D-7644A258E07C}"/>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2AE455B6-8CCF-5387-906C-CDDC3948437D}"/>
                    </a:ext>
                  </a:extLst>
                </p:cNvPr>
                <p:cNvSpPr txBox="1"/>
                <p:nvPr/>
              </p:nvSpPr>
              <p:spPr>
                <a:xfrm>
                  <a:off x="3435929" y="4757047"/>
                  <a:ext cx="29634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oMath>
                    </m:oMathPara>
                  </a14:m>
                  <a:endParaRPr lang="pt-BR" sz="1400">
                    <a:solidFill>
                      <a:srgbClr val="00B050"/>
                    </a:solidFill>
                  </a:endParaRPr>
                </a:p>
              </p:txBody>
            </p:sp>
          </mc:Choice>
          <mc:Fallback xmlns="">
            <p:sp>
              <p:nvSpPr>
                <p:cNvPr id="59" name="CaixaDeTexto 58">
                  <a:extLst>
                    <a:ext uri="{FF2B5EF4-FFF2-40B4-BE49-F238E27FC236}">
                      <a16:creationId xmlns:a16="http://schemas.microsoft.com/office/drawing/2014/main" id="{2AE455B6-8CCF-5387-906C-CDDC3948437D}"/>
                    </a:ext>
                  </a:extLst>
                </p:cNvPr>
                <p:cNvSpPr txBox="1">
                  <a:spLocks noRot="1" noChangeAspect="1" noMove="1" noResize="1" noEditPoints="1" noAdjustHandles="1" noChangeArrowheads="1" noChangeShapeType="1" noTextEdit="1"/>
                </p:cNvSpPr>
                <p:nvPr/>
              </p:nvSpPr>
              <p:spPr>
                <a:xfrm>
                  <a:off x="3435929" y="4757047"/>
                  <a:ext cx="296344" cy="324384"/>
                </a:xfrm>
                <a:prstGeom prst="rect">
                  <a:avLst/>
                </a:prstGeom>
                <a:blipFill>
                  <a:blip r:embed="rId11"/>
                  <a:stretch>
                    <a:fillRect t="-9434" r="-16667"/>
                  </a:stretch>
                </a:blipFill>
              </p:spPr>
              <p:txBody>
                <a:bodyPr/>
                <a:lstStyle/>
                <a:p>
                  <a:r>
                    <a:rPr lang="pt-BR">
                      <a:noFill/>
                    </a:rPr>
                    <a:t> </a:t>
                  </a:r>
                </a:p>
              </p:txBody>
            </p:sp>
          </mc:Fallback>
        </mc:AlternateContent>
      </p:grpSp>
      <p:sp>
        <p:nvSpPr>
          <p:cNvPr id="51" name="Círculo: Vazio 50">
            <a:extLst>
              <a:ext uri="{FF2B5EF4-FFF2-40B4-BE49-F238E27FC236}">
                <a16:creationId xmlns:a16="http://schemas.microsoft.com/office/drawing/2014/main" id="{5F3DA4D8-0493-C4D1-54AC-18B0331399D6}"/>
              </a:ext>
            </a:extLst>
          </p:cNvPr>
          <p:cNvSpPr/>
          <p:nvPr/>
        </p:nvSpPr>
        <p:spPr>
          <a:xfrm>
            <a:off x="2451676" y="4000906"/>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67" name="CaixaDeTexto 66">
                <a:extLst>
                  <a:ext uri="{FF2B5EF4-FFF2-40B4-BE49-F238E27FC236}">
                    <a16:creationId xmlns:a16="http://schemas.microsoft.com/office/drawing/2014/main" id="{01F4955E-C308-40AA-0F13-F830DDAF8B8E}"/>
                  </a:ext>
                </a:extLst>
              </p:cNvPr>
              <p:cNvSpPr txBox="1"/>
              <p:nvPr/>
            </p:nvSpPr>
            <p:spPr>
              <a:xfrm>
                <a:off x="4341289" y="2158212"/>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67" name="CaixaDeTexto 66">
                <a:extLst>
                  <a:ext uri="{FF2B5EF4-FFF2-40B4-BE49-F238E27FC236}">
                    <a16:creationId xmlns:a16="http://schemas.microsoft.com/office/drawing/2014/main" id="{01F4955E-C308-40AA-0F13-F830DDAF8B8E}"/>
                  </a:ext>
                </a:extLst>
              </p:cNvPr>
              <p:cNvSpPr txBox="1">
                <a:spLocks noRot="1" noChangeAspect="1" noMove="1" noResize="1" noEditPoints="1" noAdjustHandles="1" noChangeArrowheads="1" noChangeShapeType="1" noTextEdit="1"/>
              </p:cNvSpPr>
              <p:nvPr/>
            </p:nvSpPr>
            <p:spPr>
              <a:xfrm>
                <a:off x="4341289" y="2158212"/>
                <a:ext cx="323165" cy="307777"/>
              </a:xfrm>
              <a:prstGeom prst="rect">
                <a:avLst/>
              </a:prstGeom>
              <a:blipFill>
                <a:blip r:embed="rId12"/>
                <a:stretch>
                  <a:fillRect t="-11765" r="-13208"/>
                </a:stretch>
              </a:blipFill>
            </p:spPr>
            <p:txBody>
              <a:bodyPr/>
              <a:lstStyle/>
              <a:p>
                <a:r>
                  <a:rPr lang="pt-BR">
                    <a:noFill/>
                  </a:rPr>
                  <a:t> </a:t>
                </a:r>
              </a:p>
            </p:txBody>
          </p:sp>
        </mc:Fallback>
      </mc:AlternateContent>
      <p:cxnSp>
        <p:nvCxnSpPr>
          <p:cNvPr id="68" name="Conector de Seta Reta 67">
            <a:extLst>
              <a:ext uri="{FF2B5EF4-FFF2-40B4-BE49-F238E27FC236}">
                <a16:creationId xmlns:a16="http://schemas.microsoft.com/office/drawing/2014/main" id="{D7DB7881-BFAA-BDE2-7FE2-001F016DD54F}"/>
              </a:ext>
            </a:extLst>
          </p:cNvPr>
          <p:cNvCxnSpPr>
            <a:cxnSpLocks/>
            <a:stCxn id="52" idx="6"/>
            <a:endCxn id="65" idx="3"/>
          </p:cNvCxnSpPr>
          <p:nvPr/>
        </p:nvCxnSpPr>
        <p:spPr>
          <a:xfrm flipV="1">
            <a:off x="3600389" y="1642927"/>
            <a:ext cx="1616069" cy="12082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2" name="Elipse 51">
            <a:extLst>
              <a:ext uri="{FF2B5EF4-FFF2-40B4-BE49-F238E27FC236}">
                <a16:creationId xmlns:a16="http://schemas.microsoft.com/office/drawing/2014/main" id="{CB6A626C-42BE-26BE-2F44-A7F8680C24BF}"/>
              </a:ext>
            </a:extLst>
          </p:cNvPr>
          <p:cNvSpPr/>
          <p:nvPr/>
        </p:nvSpPr>
        <p:spPr>
          <a:xfrm>
            <a:off x="3554669" y="282833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4" name="Conector de Seta Reta 73">
            <a:extLst>
              <a:ext uri="{FF2B5EF4-FFF2-40B4-BE49-F238E27FC236}">
                <a16:creationId xmlns:a16="http://schemas.microsoft.com/office/drawing/2014/main" id="{B533DF2E-C9E9-BD06-6730-1B11D307FC30}"/>
              </a:ext>
            </a:extLst>
          </p:cNvPr>
          <p:cNvCxnSpPr>
            <a:cxnSpLocks/>
            <a:stCxn id="12" idx="6"/>
            <a:endCxn id="65" idx="2"/>
          </p:cNvCxnSpPr>
          <p:nvPr/>
        </p:nvCxnSpPr>
        <p:spPr>
          <a:xfrm>
            <a:off x="2542698" y="1274207"/>
            <a:ext cx="2667064" cy="352556"/>
          </a:xfrm>
          <a:prstGeom prst="straightConnector1">
            <a:avLst/>
          </a:prstGeom>
          <a:ln>
            <a:solidFill>
              <a:srgbClr val="7030A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78" name="Agrupar 77">
            <a:extLst>
              <a:ext uri="{FF2B5EF4-FFF2-40B4-BE49-F238E27FC236}">
                <a16:creationId xmlns:a16="http://schemas.microsoft.com/office/drawing/2014/main" id="{531F0A3C-3070-EFF3-D1E2-12B9C75B2749}"/>
              </a:ext>
            </a:extLst>
          </p:cNvPr>
          <p:cNvGrpSpPr/>
          <p:nvPr/>
        </p:nvGrpSpPr>
        <p:grpSpPr>
          <a:xfrm>
            <a:off x="3375551" y="1293800"/>
            <a:ext cx="732321" cy="285276"/>
            <a:chOff x="3402461" y="4903024"/>
            <a:chExt cx="296344" cy="285276"/>
          </a:xfrm>
        </p:grpSpPr>
        <p:sp>
          <p:nvSpPr>
            <p:cNvPr id="79" name="Retângulo 78">
              <a:extLst>
                <a:ext uri="{FF2B5EF4-FFF2-40B4-BE49-F238E27FC236}">
                  <a16:creationId xmlns:a16="http://schemas.microsoft.com/office/drawing/2014/main" id="{78C0FF04-AA56-1C88-17A3-779370DEFD1F}"/>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1" name="CaixaDeTexto 80">
                  <a:extLst>
                    <a:ext uri="{FF2B5EF4-FFF2-40B4-BE49-F238E27FC236}">
                      <a16:creationId xmlns:a16="http://schemas.microsoft.com/office/drawing/2014/main" id="{F61CB60A-CA70-A05D-4527-CDAF8DD857B1}"/>
                    </a:ext>
                  </a:extLst>
                </p:cNvPr>
                <p:cNvSpPr txBox="1"/>
                <p:nvPr/>
              </p:nvSpPr>
              <p:spPr>
                <a:xfrm>
                  <a:off x="3402461" y="4903024"/>
                  <a:ext cx="29634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200" b="0" i="1" smtClean="0">
                                <a:solidFill>
                                  <a:srgbClr val="7030A0"/>
                                </a:solidFill>
                                <a:latin typeface="Cambria Math" panose="02040503050406030204" pitchFamily="18" charset="0"/>
                              </a:rPr>
                            </m:ctrlPr>
                          </m:accPr>
                          <m:e>
                            <m:r>
                              <a:rPr lang="pt-BR" sz="1200" b="0" i="1" smtClean="0">
                                <a:solidFill>
                                  <a:srgbClr val="7030A0"/>
                                </a:solidFill>
                                <a:latin typeface="Cambria Math" panose="02040503050406030204" pitchFamily="18" charset="0"/>
                              </a:rPr>
                              <m:t>𝑟</m:t>
                            </m:r>
                          </m:e>
                        </m:acc>
                        <m:r>
                          <a:rPr lang="pt-BR" sz="1200" b="0" i="1" smtClean="0">
                            <a:solidFill>
                              <a:srgbClr val="7030A0"/>
                            </a:solidFill>
                            <a:latin typeface="Cambria Math" panose="02040503050406030204" pitchFamily="18" charset="0"/>
                          </a:rPr>
                          <m:t>′′(</m:t>
                        </m:r>
                        <m:r>
                          <a:rPr lang="pt-BR" sz="1200" b="0" i="1" smtClean="0">
                            <a:solidFill>
                              <a:srgbClr val="7030A0"/>
                            </a:solidFill>
                            <a:latin typeface="Cambria Math" panose="02040503050406030204" pitchFamily="18" charset="0"/>
                          </a:rPr>
                          <m:t>𝜃</m:t>
                        </m:r>
                        <m:r>
                          <a:rPr lang="pt-BR" sz="1200" b="0" i="1" smtClean="0">
                            <a:solidFill>
                              <a:srgbClr val="7030A0"/>
                            </a:solidFill>
                            <a:latin typeface="Cambria Math" panose="02040503050406030204" pitchFamily="18" charset="0"/>
                          </a:rPr>
                          <m:t>)</m:t>
                        </m:r>
                      </m:oMath>
                    </m:oMathPara>
                  </a14:m>
                  <a:endParaRPr lang="pt-BR" sz="1200">
                    <a:solidFill>
                      <a:srgbClr val="7030A0"/>
                    </a:solidFill>
                  </a:endParaRPr>
                </a:p>
              </p:txBody>
            </p:sp>
          </mc:Choice>
          <mc:Fallback xmlns="">
            <p:sp>
              <p:nvSpPr>
                <p:cNvPr id="81" name="CaixaDeTexto 80">
                  <a:extLst>
                    <a:ext uri="{FF2B5EF4-FFF2-40B4-BE49-F238E27FC236}">
                      <a16:creationId xmlns:a16="http://schemas.microsoft.com/office/drawing/2014/main" id="{F61CB60A-CA70-A05D-4527-CDAF8DD857B1}"/>
                    </a:ext>
                  </a:extLst>
                </p:cNvPr>
                <p:cNvSpPr txBox="1">
                  <a:spLocks noRot="1" noChangeAspect="1" noMove="1" noResize="1" noEditPoints="1" noAdjustHandles="1" noChangeArrowheads="1" noChangeShapeType="1" noTextEdit="1"/>
                </p:cNvSpPr>
                <p:nvPr/>
              </p:nvSpPr>
              <p:spPr>
                <a:xfrm>
                  <a:off x="3402461" y="4903024"/>
                  <a:ext cx="296344" cy="276999"/>
                </a:xfrm>
                <a:prstGeom prst="rect">
                  <a:avLst/>
                </a:prstGeom>
                <a:blipFill>
                  <a:blip r:embed="rId13"/>
                  <a:stretch>
                    <a:fillRect t="-2174" b="-6522"/>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83" name="CaixaDeTexto 82">
                <a:extLst>
                  <a:ext uri="{FF2B5EF4-FFF2-40B4-BE49-F238E27FC236}">
                    <a16:creationId xmlns:a16="http://schemas.microsoft.com/office/drawing/2014/main" id="{31DD61BD-1C0D-CCF6-BF57-75F632416BE1}"/>
                  </a:ext>
                </a:extLst>
              </p:cNvPr>
              <p:cNvSpPr txBox="1"/>
              <p:nvPr/>
            </p:nvSpPr>
            <p:spPr>
              <a:xfrm>
                <a:off x="6699424" y="3524288"/>
                <a:ext cx="3501536"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d>
                        <m:dPr>
                          <m:ctrlPr>
                            <a:rPr lang="pt-BR" sz="1600" i="1">
                              <a:latin typeface="Cambria Math" panose="02040503050406030204" pitchFamily="18" charset="0"/>
                            </a:rPr>
                          </m:ctrlPr>
                        </m:dPr>
                        <m:e>
                          <m:r>
                            <a:rPr lang="pt-BR" sz="1600" i="1">
                              <a:latin typeface="Cambria Math" panose="02040503050406030204" pitchFamily="18" charset="0"/>
                            </a:rPr>
                            <m:t>𝜃</m:t>
                          </m:r>
                        </m:e>
                      </m:d>
                      <m:r>
                        <a:rPr lang="pt-BR" sz="1600" b="0" i="1" smtClean="0">
                          <a:latin typeface="Cambria Math" panose="02040503050406030204" pitchFamily="18" charset="0"/>
                        </a:rPr>
                        <m:t>−</m:t>
                      </m:r>
                      <m:acc>
                        <m:accPr>
                          <m:chr m:val="⃗"/>
                          <m:ctrlPr>
                            <a:rPr lang="pt-BR" sz="1600" b="0" i="1" smtClean="0">
                              <a:latin typeface="Cambria Math" panose="02040503050406030204" pitchFamily="18" charset="0"/>
                            </a:rPr>
                          </m:ctrlPr>
                        </m:accPr>
                        <m:e>
                          <m:r>
                            <a:rPr lang="pt-BR" sz="1600" b="0" i="1" smtClean="0">
                              <a:latin typeface="Cambria Math" panose="02040503050406030204" pitchFamily="18" charset="0"/>
                            </a:rPr>
                            <m:t>𝑞</m:t>
                          </m:r>
                        </m:e>
                      </m:acc>
                      <m:r>
                        <a:rPr lang="pt-BR" sz="1600" b="0" i="1" smtClean="0">
                          <a:latin typeface="Cambria Math" panose="02040503050406030204" pitchFamily="18" charset="0"/>
                        </a:rPr>
                        <m:t>=</m:t>
                      </m:r>
                      <m:acc>
                        <m:accPr>
                          <m:chr m:val="⃗"/>
                          <m:ctrlPr>
                            <a:rPr lang="pt-BR" sz="1600" i="1">
                              <a:latin typeface="Cambria Math" panose="02040503050406030204" pitchFamily="18" charset="0"/>
                            </a:rPr>
                          </m:ctrlPr>
                        </m:accPr>
                        <m:e>
                          <m:r>
                            <a:rPr lang="pt-BR" sz="1600" i="1">
                              <a:latin typeface="Cambria Math" panose="02040503050406030204" pitchFamily="18" charset="0"/>
                            </a:rPr>
                            <m:t>𝑝</m:t>
                          </m:r>
                        </m:e>
                      </m:acc>
                      <m:r>
                        <a:rPr lang="pt-BR" sz="1600" i="1">
                          <a:latin typeface="Cambria Math" panose="02040503050406030204" pitchFamily="18" charset="0"/>
                        </a:rPr>
                        <m:t>−</m:t>
                      </m:r>
                      <m:acc>
                        <m:accPr>
                          <m:chr m:val="⃗"/>
                          <m:ctrlPr>
                            <a:rPr lang="pt-BR" sz="1600" i="1">
                              <a:latin typeface="Cambria Math" panose="02040503050406030204" pitchFamily="18" charset="0"/>
                            </a:rPr>
                          </m:ctrlPr>
                        </m:accPr>
                        <m:e>
                          <m:r>
                            <a:rPr lang="pt-BR" sz="1600" i="1">
                              <a:latin typeface="Cambria Math" panose="02040503050406030204" pitchFamily="18" charset="0"/>
                            </a:rPr>
                            <m:t>𝑞</m:t>
                          </m:r>
                        </m:e>
                      </m:acc>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𝑐</m:t>
                              </m:r>
                            </m:e>
                          </m:acc>
                        </m:e>
                        <m:sub>
                          <m:r>
                            <a:rPr lang="pt-BR" sz="1600" i="1">
                              <a:latin typeface="Cambria Math" panose="02040503050406030204" pitchFamily="18" charset="0"/>
                            </a:rPr>
                            <m:t>𝑝</m:t>
                          </m:r>
                        </m:sub>
                      </m:sSub>
                      <m:d>
                        <m:dPr>
                          <m:ctrlPr>
                            <a:rPr lang="pt-BR" sz="1600" i="1">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oMath>
                  </m:oMathPara>
                </a14:m>
                <a:endParaRPr lang="pt-BR" sz="1600"/>
              </a:p>
            </p:txBody>
          </p:sp>
        </mc:Choice>
        <mc:Fallback xmlns="">
          <p:sp>
            <p:nvSpPr>
              <p:cNvPr id="83" name="CaixaDeTexto 82">
                <a:extLst>
                  <a:ext uri="{FF2B5EF4-FFF2-40B4-BE49-F238E27FC236}">
                    <a16:creationId xmlns:a16="http://schemas.microsoft.com/office/drawing/2014/main" id="{31DD61BD-1C0D-CCF6-BF57-75F632416BE1}"/>
                  </a:ext>
                </a:extLst>
              </p:cNvPr>
              <p:cNvSpPr txBox="1">
                <a:spLocks noRot="1" noChangeAspect="1" noMove="1" noResize="1" noEditPoints="1" noAdjustHandles="1" noChangeArrowheads="1" noChangeShapeType="1" noTextEdit="1"/>
              </p:cNvSpPr>
              <p:nvPr/>
            </p:nvSpPr>
            <p:spPr>
              <a:xfrm>
                <a:off x="6699424" y="3524288"/>
                <a:ext cx="3501536" cy="357534"/>
              </a:xfrm>
              <a:prstGeom prst="rect">
                <a:avLst/>
              </a:prstGeom>
              <a:blipFill>
                <a:blip r:embed="rId14"/>
                <a:stretch>
                  <a:fillRect t="-11864"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4" name="CaixaDeTexto 83">
                <a:extLst>
                  <a:ext uri="{FF2B5EF4-FFF2-40B4-BE49-F238E27FC236}">
                    <a16:creationId xmlns:a16="http://schemas.microsoft.com/office/drawing/2014/main" id="{A07E6704-4334-705D-9954-39A0755B4789}"/>
                  </a:ext>
                </a:extLst>
              </p:cNvPr>
              <p:cNvSpPr txBox="1"/>
              <p:nvPr/>
            </p:nvSpPr>
            <p:spPr>
              <a:xfrm>
                <a:off x="6699424" y="4071218"/>
                <a:ext cx="5208092"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i="1">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a:latin typeface="Cambria Math" panose="02040503050406030204" pitchFamily="18" charset="0"/>
                            </a:rPr>
                            <m:t>𝒙</m:t>
                          </m:r>
                        </m:e>
                      </m:acc>
                      <m:r>
                        <a:rPr lang="pt-BR" sz="1600" i="1">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i="1">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a:latin typeface="Cambria Math" panose="02040503050406030204" pitchFamily="18" charset="0"/>
                            </a:rPr>
                            <m:t>𝒚</m:t>
                          </m:r>
                        </m:e>
                      </m:acc>
                    </m:oMath>
                  </m:oMathPara>
                </a14:m>
                <a:endParaRPr lang="pt-BR" sz="1600"/>
              </a:p>
            </p:txBody>
          </p:sp>
        </mc:Choice>
        <mc:Fallback xmlns="">
          <p:sp>
            <p:nvSpPr>
              <p:cNvPr id="84" name="CaixaDeTexto 83">
                <a:extLst>
                  <a:ext uri="{FF2B5EF4-FFF2-40B4-BE49-F238E27FC236}">
                    <a16:creationId xmlns:a16="http://schemas.microsoft.com/office/drawing/2014/main" id="{A07E6704-4334-705D-9954-39A0755B4789}"/>
                  </a:ext>
                </a:extLst>
              </p:cNvPr>
              <p:cNvSpPr txBox="1">
                <a:spLocks noRot="1" noChangeAspect="1" noMove="1" noResize="1" noEditPoints="1" noAdjustHandles="1" noChangeArrowheads="1" noChangeShapeType="1" noTextEdit="1"/>
              </p:cNvSpPr>
              <p:nvPr/>
            </p:nvSpPr>
            <p:spPr>
              <a:xfrm>
                <a:off x="6699424" y="4071218"/>
                <a:ext cx="5208092" cy="375167"/>
              </a:xfrm>
              <a:prstGeom prst="rect">
                <a:avLst/>
              </a:prstGeom>
              <a:blipFill>
                <a:blip r:embed="rId15"/>
                <a:stretch>
                  <a:fillRect t="-6557" r="-5504"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5" name="CaixaDeTexto 84">
                <a:extLst>
                  <a:ext uri="{FF2B5EF4-FFF2-40B4-BE49-F238E27FC236}">
                    <a16:creationId xmlns:a16="http://schemas.microsoft.com/office/drawing/2014/main" id="{30E39637-F7B9-4C5F-A4C3-8F739FD145C4}"/>
                  </a:ext>
                </a:extLst>
              </p:cNvPr>
              <p:cNvSpPr txBox="1"/>
              <p:nvPr/>
            </p:nvSpPr>
            <p:spPr>
              <a:xfrm>
                <a:off x="6699424" y="4659152"/>
                <a:ext cx="305019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𝑟</m:t>
                          </m:r>
                        </m:e>
                        <m:sup>
                          <m:r>
                            <a:rPr lang="pt-BR" sz="1600" b="0" i="1" smtClean="0">
                              <a:latin typeface="Cambria Math" panose="02040503050406030204" pitchFamily="18" charset="0"/>
                            </a:rPr>
                            <m:t>′′</m:t>
                          </m:r>
                        </m:sup>
                      </m:sSup>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𝜃</m:t>
                              </m:r>
                            </m:e>
                            <m:sup>
                              <m:r>
                                <a:rPr lang="pt-BR" sz="1600" b="0" i="1" smtClean="0">
                                  <a:latin typeface="Cambria Math" panose="02040503050406030204" pitchFamily="18" charset="0"/>
                                </a:rPr>
                                <m:t>′′</m:t>
                              </m:r>
                            </m:sup>
                          </m:sSup>
                        </m:e>
                      </m:func>
                      <m:acc>
                        <m:accPr>
                          <m:chr m:val="̂"/>
                          <m:ctrlPr>
                            <a:rPr lang="pt-BR" sz="1600" i="1">
                              <a:latin typeface="Cambria Math" panose="02040503050406030204" pitchFamily="18" charset="0"/>
                            </a:rPr>
                          </m:ctrlPr>
                        </m:accPr>
                        <m:e>
                          <m:r>
                            <a:rPr lang="pt-BR" sz="1600" b="1" i="1">
                              <a:latin typeface="Cambria Math" panose="02040503050406030204" pitchFamily="18" charset="0"/>
                            </a:rPr>
                            <m:t>𝒙</m:t>
                          </m:r>
                        </m:e>
                      </m:acc>
                      <m:r>
                        <a:rPr lang="pt-BR" sz="1600" i="1">
                          <a:latin typeface="Cambria Math" panose="02040503050406030204" pitchFamily="18" charset="0"/>
                        </a:rPr>
                        <m:t>+</m:t>
                      </m:r>
                      <m:func>
                        <m:funcPr>
                          <m:ctrlPr>
                            <a:rPr lang="pt-BR" sz="1600" i="1" smtClean="0">
                              <a:latin typeface="Cambria Math" panose="02040503050406030204" pitchFamily="18" charset="0"/>
                            </a:rPr>
                          </m:ctrlPr>
                        </m:funcPr>
                        <m:fName>
                          <m:r>
                            <m:rPr>
                              <m:sty m:val="p"/>
                            </m:rPr>
                            <a:rPr lang="pt-BR" sz="1600" b="0" i="0" smtClean="0">
                              <a:latin typeface="Cambria Math" panose="02040503050406030204" pitchFamily="18" charset="0"/>
                            </a:rPr>
                            <m:t>sin</m:t>
                          </m:r>
                        </m:fName>
                        <m:e>
                          <m:sSup>
                            <m:sSupPr>
                              <m:ctrlPr>
                                <a:rPr lang="pt-BR" sz="1600" i="1">
                                  <a:latin typeface="Cambria Math" panose="02040503050406030204" pitchFamily="18" charset="0"/>
                                </a:rPr>
                              </m:ctrlPr>
                            </m:sSupPr>
                            <m:e>
                              <m:r>
                                <a:rPr lang="pt-BR" sz="1600" i="1">
                                  <a:latin typeface="Cambria Math" panose="02040503050406030204" pitchFamily="18" charset="0"/>
                                </a:rPr>
                                <m:t>𝜃</m:t>
                              </m:r>
                            </m:e>
                            <m:sup>
                              <m:r>
                                <a:rPr lang="pt-BR" sz="1600" i="1">
                                  <a:latin typeface="Cambria Math" panose="02040503050406030204" pitchFamily="18" charset="0"/>
                                </a:rPr>
                                <m:t>′′</m:t>
                              </m:r>
                            </m:sup>
                          </m:sSup>
                        </m:e>
                      </m:func>
                      <m:acc>
                        <m:accPr>
                          <m:chr m:val="̂"/>
                          <m:ctrlPr>
                            <a:rPr lang="pt-BR" sz="1600" i="1">
                              <a:latin typeface="Cambria Math" panose="02040503050406030204" pitchFamily="18" charset="0"/>
                            </a:rPr>
                          </m:ctrlPr>
                        </m:accPr>
                        <m:e>
                          <m:r>
                            <a:rPr lang="pt-BR" sz="1600" b="1" i="1">
                              <a:latin typeface="Cambria Math" panose="02040503050406030204" pitchFamily="18" charset="0"/>
                            </a:rPr>
                            <m:t>𝒚</m:t>
                          </m:r>
                        </m:e>
                      </m:acc>
                      <m:r>
                        <a:rPr lang="pt-BR" sz="1600" b="1" i="1" smtClean="0">
                          <a:latin typeface="Cambria Math" panose="02040503050406030204" pitchFamily="18" charset="0"/>
                        </a:rPr>
                        <m:t>)</m:t>
                      </m:r>
                    </m:oMath>
                  </m:oMathPara>
                </a14:m>
                <a:endParaRPr lang="pt-BR" sz="1600"/>
              </a:p>
            </p:txBody>
          </p:sp>
        </mc:Choice>
        <mc:Fallback xmlns="">
          <p:sp>
            <p:nvSpPr>
              <p:cNvPr id="85" name="CaixaDeTexto 84">
                <a:extLst>
                  <a:ext uri="{FF2B5EF4-FFF2-40B4-BE49-F238E27FC236}">
                    <a16:creationId xmlns:a16="http://schemas.microsoft.com/office/drawing/2014/main" id="{30E39637-F7B9-4C5F-A4C3-8F739FD145C4}"/>
                  </a:ext>
                </a:extLst>
              </p:cNvPr>
              <p:cNvSpPr txBox="1">
                <a:spLocks noRot="1" noChangeAspect="1" noMove="1" noResize="1" noEditPoints="1" noAdjustHandles="1" noChangeArrowheads="1" noChangeShapeType="1" noTextEdit="1"/>
              </p:cNvSpPr>
              <p:nvPr/>
            </p:nvSpPr>
            <p:spPr>
              <a:xfrm>
                <a:off x="6699424" y="4659152"/>
                <a:ext cx="3050194" cy="338554"/>
              </a:xfrm>
              <a:prstGeom prst="rect">
                <a:avLst/>
              </a:prstGeom>
              <a:blipFill>
                <a:blip r:embed="rId16"/>
                <a:stretch>
                  <a:fillRect t="-14286" r="-7000" b="-8929"/>
                </a:stretch>
              </a:blipFill>
            </p:spPr>
            <p:txBody>
              <a:bodyPr/>
              <a:lstStyle/>
              <a:p>
                <a:r>
                  <a:rPr lang="pt-BR">
                    <a:noFill/>
                  </a:rPr>
                  <a:t> </a:t>
                </a:r>
              </a:p>
            </p:txBody>
          </p:sp>
        </mc:Fallback>
      </mc:AlternateContent>
      <p:grpSp>
        <p:nvGrpSpPr>
          <p:cNvPr id="91" name="Agrupar 90">
            <a:extLst>
              <a:ext uri="{FF2B5EF4-FFF2-40B4-BE49-F238E27FC236}">
                <a16:creationId xmlns:a16="http://schemas.microsoft.com/office/drawing/2014/main" id="{6A25F992-7E39-CDF2-66E0-734F3CA11411}"/>
              </a:ext>
            </a:extLst>
          </p:cNvPr>
          <p:cNvGrpSpPr/>
          <p:nvPr/>
        </p:nvGrpSpPr>
        <p:grpSpPr>
          <a:xfrm>
            <a:off x="2154405" y="4252559"/>
            <a:ext cx="3055775" cy="307777"/>
            <a:chOff x="2008236" y="4834823"/>
            <a:chExt cx="3055775" cy="307777"/>
          </a:xfrm>
        </p:grpSpPr>
        <p:cxnSp>
          <p:nvCxnSpPr>
            <p:cNvPr id="92" name="Conector de Seta Reta 91">
              <a:extLst>
                <a:ext uri="{FF2B5EF4-FFF2-40B4-BE49-F238E27FC236}">
                  <a16:creationId xmlns:a16="http://schemas.microsoft.com/office/drawing/2014/main" id="{158D0206-BF75-10B0-9923-05A3A6FC64EA}"/>
                </a:ext>
              </a:extLst>
            </p:cNvPr>
            <p:cNvCxnSpPr>
              <a:cxnSpLocks/>
              <a:stCxn id="49" idx="6"/>
              <a:endCxn id="37" idx="2"/>
            </p:cNvCxnSpPr>
            <p:nvPr/>
          </p:nvCxnSpPr>
          <p:spPr>
            <a:xfrm>
              <a:off x="2008236" y="4970487"/>
              <a:ext cx="3055775" cy="1095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93" name="Agrupar 92">
              <a:extLst>
                <a:ext uri="{FF2B5EF4-FFF2-40B4-BE49-F238E27FC236}">
                  <a16:creationId xmlns:a16="http://schemas.microsoft.com/office/drawing/2014/main" id="{3216FC8A-0731-EF02-3139-D0CFDE20DC5D}"/>
                </a:ext>
              </a:extLst>
            </p:cNvPr>
            <p:cNvGrpSpPr/>
            <p:nvPr/>
          </p:nvGrpSpPr>
          <p:grpSpPr>
            <a:xfrm>
              <a:off x="3470180" y="4834823"/>
              <a:ext cx="323165" cy="307777"/>
              <a:chOff x="3415201" y="4774814"/>
              <a:chExt cx="323165" cy="307777"/>
            </a:xfrm>
          </p:grpSpPr>
          <p:sp>
            <p:nvSpPr>
              <p:cNvPr id="94" name="Retângulo 93">
                <a:extLst>
                  <a:ext uri="{FF2B5EF4-FFF2-40B4-BE49-F238E27FC236}">
                    <a16:creationId xmlns:a16="http://schemas.microsoft.com/office/drawing/2014/main" id="{1280BC8A-A0DE-003B-D8C7-F7D235C8E3A5}"/>
                  </a:ext>
                </a:extLst>
              </p:cNvPr>
              <p:cNvSpPr/>
              <p:nvPr/>
            </p:nvSpPr>
            <p:spPr>
              <a:xfrm>
                <a:off x="3498302" y="4840644"/>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1D3CCB5C-523E-3F57-192C-80B7B1E280B1}"/>
                      </a:ext>
                    </a:extLst>
                  </p:cNvPr>
                  <p:cNvSpPr txBox="1"/>
                  <p:nvPr/>
                </p:nvSpPr>
                <p:spPr>
                  <a:xfrm>
                    <a:off x="3415201" y="4774814"/>
                    <a:ext cx="32316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95" name="CaixaDeTexto 94">
                    <a:extLst>
                      <a:ext uri="{FF2B5EF4-FFF2-40B4-BE49-F238E27FC236}">
                        <a16:creationId xmlns:a16="http://schemas.microsoft.com/office/drawing/2014/main" id="{1D3CCB5C-523E-3F57-192C-80B7B1E280B1}"/>
                      </a:ext>
                    </a:extLst>
                  </p:cNvPr>
                  <p:cNvSpPr txBox="1">
                    <a:spLocks noRot="1" noChangeAspect="1" noMove="1" noResize="1" noEditPoints="1" noAdjustHandles="1" noChangeArrowheads="1" noChangeShapeType="1" noTextEdit="1"/>
                  </p:cNvSpPr>
                  <p:nvPr/>
                </p:nvSpPr>
                <p:spPr>
                  <a:xfrm>
                    <a:off x="3415201" y="4774814"/>
                    <a:ext cx="323165" cy="307777"/>
                  </a:xfrm>
                  <a:prstGeom prst="rect">
                    <a:avLst/>
                  </a:prstGeom>
                  <a:blipFill>
                    <a:blip r:embed="rId17"/>
                    <a:stretch>
                      <a:fillRect t="-11765" r="-13208"/>
                    </a:stretch>
                  </a:blipFill>
                </p:spPr>
                <p:txBody>
                  <a:bodyPr/>
                  <a:lstStyle/>
                  <a:p>
                    <a:r>
                      <a:rPr lang="pt-BR">
                        <a:noFill/>
                      </a:rPr>
                      <a:t> </a:t>
                    </a:r>
                  </a:p>
                </p:txBody>
              </p:sp>
            </mc:Fallback>
          </mc:AlternateContent>
        </p:grpSp>
      </p:grpSp>
      <p:sp>
        <p:nvSpPr>
          <p:cNvPr id="49" name="Elipse 48">
            <a:extLst>
              <a:ext uri="{FF2B5EF4-FFF2-40B4-BE49-F238E27FC236}">
                <a16:creationId xmlns:a16="http://schemas.microsoft.com/office/drawing/2014/main" id="{25273311-F996-ABEC-B724-ACD4416B9BD8}"/>
              </a:ext>
            </a:extLst>
          </p:cNvPr>
          <p:cNvSpPr/>
          <p:nvPr/>
        </p:nvSpPr>
        <p:spPr>
          <a:xfrm>
            <a:off x="2108685" y="436536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98" name="Agrupar 97">
            <a:extLst>
              <a:ext uri="{FF2B5EF4-FFF2-40B4-BE49-F238E27FC236}">
                <a16:creationId xmlns:a16="http://schemas.microsoft.com/office/drawing/2014/main" id="{62A2726E-E952-5328-51BB-0319DE66EC1F}"/>
              </a:ext>
            </a:extLst>
          </p:cNvPr>
          <p:cNvGrpSpPr/>
          <p:nvPr/>
        </p:nvGrpSpPr>
        <p:grpSpPr>
          <a:xfrm>
            <a:off x="460868" y="4126165"/>
            <a:ext cx="687372" cy="307777"/>
            <a:chOff x="1698324" y="3917643"/>
            <a:chExt cx="687372" cy="307777"/>
          </a:xfrm>
        </p:grpSpPr>
        <mc:AlternateContent xmlns:mc="http://schemas.openxmlformats.org/markup-compatibility/2006" xmlns:a14="http://schemas.microsoft.com/office/drawing/2010/main">
          <mc:Choice Requires="a14">
            <p:sp>
              <p:nvSpPr>
                <p:cNvPr id="99" name="CaixaDeTexto 98">
                  <a:extLst>
                    <a:ext uri="{FF2B5EF4-FFF2-40B4-BE49-F238E27FC236}">
                      <a16:creationId xmlns:a16="http://schemas.microsoft.com/office/drawing/2014/main" id="{EA2D616B-F638-AC77-473D-7797513F3AD3}"/>
                    </a:ext>
                  </a:extLst>
                </p:cNvPr>
                <p:cNvSpPr txBox="1"/>
                <p:nvPr/>
              </p:nvSpPr>
              <p:spPr>
                <a:xfrm>
                  <a:off x="1698324" y="3917643"/>
                  <a:ext cx="65691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𝑝</m:t>
                            </m:r>
                          </m:e>
                        </m:acc>
                        <m:r>
                          <a:rPr lang="pt-BR" sz="1400" b="0" i="1" smtClean="0">
                            <a:solidFill>
                              <a:schemeClr val="tx1"/>
                            </a:solidFill>
                            <a:latin typeface="Cambria Math" panose="02040503050406030204" pitchFamily="18" charset="0"/>
                          </a:rPr>
                          <m:t>=0</m:t>
                        </m:r>
                      </m:oMath>
                    </m:oMathPara>
                  </a14:m>
                  <a:endParaRPr lang="pt-BR" sz="1400" b="0">
                    <a:solidFill>
                      <a:schemeClr val="tx1"/>
                    </a:solidFill>
                  </a:endParaRPr>
                </a:p>
              </p:txBody>
            </p:sp>
          </mc:Choice>
          <mc:Fallback xmlns="">
            <p:sp>
              <p:nvSpPr>
                <p:cNvPr id="99" name="CaixaDeTexto 98">
                  <a:extLst>
                    <a:ext uri="{FF2B5EF4-FFF2-40B4-BE49-F238E27FC236}">
                      <a16:creationId xmlns:a16="http://schemas.microsoft.com/office/drawing/2014/main" id="{EA2D616B-F638-AC77-473D-7797513F3AD3}"/>
                    </a:ext>
                  </a:extLst>
                </p:cNvPr>
                <p:cNvSpPr txBox="1">
                  <a:spLocks noRot="1" noChangeAspect="1" noMove="1" noResize="1" noEditPoints="1" noAdjustHandles="1" noChangeArrowheads="1" noChangeShapeType="1" noTextEdit="1"/>
                </p:cNvSpPr>
                <p:nvPr/>
              </p:nvSpPr>
              <p:spPr>
                <a:xfrm>
                  <a:off x="1698324" y="3917643"/>
                  <a:ext cx="656911" cy="307777"/>
                </a:xfrm>
                <a:prstGeom prst="rect">
                  <a:avLst/>
                </a:prstGeom>
                <a:blipFill>
                  <a:blip r:embed="rId18"/>
                  <a:stretch>
                    <a:fillRect t="-12000" b="-2000"/>
                  </a:stretch>
                </a:blipFill>
              </p:spPr>
              <p:txBody>
                <a:bodyPr/>
                <a:lstStyle/>
                <a:p>
                  <a:r>
                    <a:rPr lang="pt-BR">
                      <a:noFill/>
                    </a:rPr>
                    <a:t> </a:t>
                  </a:r>
                </a:p>
              </p:txBody>
            </p:sp>
          </mc:Fallback>
        </mc:AlternateContent>
        <p:sp>
          <p:nvSpPr>
            <p:cNvPr id="100" name="Retângulo 99">
              <a:extLst>
                <a:ext uri="{FF2B5EF4-FFF2-40B4-BE49-F238E27FC236}">
                  <a16:creationId xmlns:a16="http://schemas.microsoft.com/office/drawing/2014/main" id="{740903EF-F113-FF93-9934-322A07B88556}"/>
                </a:ext>
              </a:extLst>
            </p:cNvPr>
            <p:cNvSpPr/>
            <p:nvPr/>
          </p:nvSpPr>
          <p:spPr>
            <a:xfrm>
              <a:off x="1698324" y="3917643"/>
              <a:ext cx="687372" cy="307777"/>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cxnSp>
        <p:nvCxnSpPr>
          <p:cNvPr id="101" name="Conector de Seta Reta 100">
            <a:extLst>
              <a:ext uri="{FF2B5EF4-FFF2-40B4-BE49-F238E27FC236}">
                <a16:creationId xmlns:a16="http://schemas.microsoft.com/office/drawing/2014/main" id="{BBB86B4E-2639-B8B9-3857-CE0FD69AF765}"/>
              </a:ext>
            </a:extLst>
          </p:cNvPr>
          <p:cNvCxnSpPr>
            <a:cxnSpLocks/>
            <a:stCxn id="51" idx="6"/>
          </p:cNvCxnSpPr>
          <p:nvPr/>
        </p:nvCxnSpPr>
        <p:spPr>
          <a:xfrm>
            <a:off x="2543116" y="4046626"/>
            <a:ext cx="2660349" cy="347452"/>
          </a:xfrm>
          <a:prstGeom prst="straightConnector1">
            <a:avLst/>
          </a:prstGeom>
          <a:ln>
            <a:solidFill>
              <a:srgbClr val="7030A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03" name="Agrupar 102">
            <a:extLst>
              <a:ext uri="{FF2B5EF4-FFF2-40B4-BE49-F238E27FC236}">
                <a16:creationId xmlns:a16="http://schemas.microsoft.com/office/drawing/2014/main" id="{8A293701-90E2-B12E-07D1-048244821135}"/>
              </a:ext>
            </a:extLst>
          </p:cNvPr>
          <p:cNvGrpSpPr/>
          <p:nvPr/>
        </p:nvGrpSpPr>
        <p:grpSpPr>
          <a:xfrm>
            <a:off x="3749621" y="4077845"/>
            <a:ext cx="732321" cy="282130"/>
            <a:chOff x="3399703" y="4906170"/>
            <a:chExt cx="296344" cy="282130"/>
          </a:xfrm>
        </p:grpSpPr>
        <p:sp>
          <p:nvSpPr>
            <p:cNvPr id="104" name="Retângulo 103">
              <a:extLst>
                <a:ext uri="{FF2B5EF4-FFF2-40B4-BE49-F238E27FC236}">
                  <a16:creationId xmlns:a16="http://schemas.microsoft.com/office/drawing/2014/main" id="{77B24435-BDCC-BE85-0B79-D943E4464D13}"/>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5" name="CaixaDeTexto 104">
                  <a:extLst>
                    <a:ext uri="{FF2B5EF4-FFF2-40B4-BE49-F238E27FC236}">
                      <a16:creationId xmlns:a16="http://schemas.microsoft.com/office/drawing/2014/main" id="{64EE7E2C-B564-2F22-26FE-1B775CA9BE8F}"/>
                    </a:ext>
                  </a:extLst>
                </p:cNvPr>
                <p:cNvSpPr txBox="1"/>
                <p:nvPr/>
              </p:nvSpPr>
              <p:spPr>
                <a:xfrm>
                  <a:off x="3399703" y="4906170"/>
                  <a:ext cx="29634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200" b="0" i="1" smtClean="0">
                                <a:solidFill>
                                  <a:srgbClr val="7030A0"/>
                                </a:solidFill>
                                <a:latin typeface="Cambria Math" panose="02040503050406030204" pitchFamily="18" charset="0"/>
                              </a:rPr>
                            </m:ctrlPr>
                          </m:accPr>
                          <m:e>
                            <m:r>
                              <a:rPr lang="pt-BR" sz="1200" b="0" i="1" smtClean="0">
                                <a:solidFill>
                                  <a:srgbClr val="7030A0"/>
                                </a:solidFill>
                                <a:latin typeface="Cambria Math" panose="02040503050406030204" pitchFamily="18" charset="0"/>
                              </a:rPr>
                              <m:t>𝑟</m:t>
                            </m:r>
                          </m:e>
                        </m:acc>
                        <m:r>
                          <a:rPr lang="pt-BR" sz="1200" b="0" i="1" smtClean="0">
                            <a:solidFill>
                              <a:srgbClr val="7030A0"/>
                            </a:solidFill>
                            <a:latin typeface="Cambria Math" panose="02040503050406030204" pitchFamily="18" charset="0"/>
                          </a:rPr>
                          <m:t>′′(</m:t>
                        </m:r>
                        <m:r>
                          <a:rPr lang="pt-BR" sz="1200" b="0" i="1" smtClean="0">
                            <a:solidFill>
                              <a:srgbClr val="7030A0"/>
                            </a:solidFill>
                            <a:latin typeface="Cambria Math" panose="02040503050406030204" pitchFamily="18" charset="0"/>
                          </a:rPr>
                          <m:t>𝜃</m:t>
                        </m:r>
                        <m:r>
                          <a:rPr lang="pt-BR" sz="1200" b="0" i="1" smtClean="0">
                            <a:solidFill>
                              <a:srgbClr val="7030A0"/>
                            </a:solidFill>
                            <a:latin typeface="Cambria Math" panose="02040503050406030204" pitchFamily="18" charset="0"/>
                          </a:rPr>
                          <m:t>)</m:t>
                        </m:r>
                      </m:oMath>
                    </m:oMathPara>
                  </a14:m>
                  <a:endParaRPr lang="pt-BR" sz="1200">
                    <a:solidFill>
                      <a:srgbClr val="7030A0"/>
                    </a:solidFill>
                  </a:endParaRPr>
                </a:p>
              </p:txBody>
            </p:sp>
          </mc:Choice>
          <mc:Fallback xmlns="">
            <p:sp>
              <p:nvSpPr>
                <p:cNvPr id="105" name="CaixaDeTexto 104">
                  <a:extLst>
                    <a:ext uri="{FF2B5EF4-FFF2-40B4-BE49-F238E27FC236}">
                      <a16:creationId xmlns:a16="http://schemas.microsoft.com/office/drawing/2014/main" id="{64EE7E2C-B564-2F22-26FE-1B775CA9BE8F}"/>
                    </a:ext>
                  </a:extLst>
                </p:cNvPr>
                <p:cNvSpPr txBox="1">
                  <a:spLocks noRot="1" noChangeAspect="1" noMove="1" noResize="1" noEditPoints="1" noAdjustHandles="1" noChangeArrowheads="1" noChangeShapeType="1" noTextEdit="1"/>
                </p:cNvSpPr>
                <p:nvPr/>
              </p:nvSpPr>
              <p:spPr>
                <a:xfrm>
                  <a:off x="3399703" y="4906170"/>
                  <a:ext cx="296344" cy="276999"/>
                </a:xfrm>
                <a:prstGeom prst="rect">
                  <a:avLst/>
                </a:prstGeom>
                <a:blipFill>
                  <a:blip r:embed="rId19"/>
                  <a:stretch>
                    <a:fillRect t="-2222" b="-8889"/>
                  </a:stretch>
                </a:blipFill>
              </p:spPr>
              <p:txBody>
                <a:bodyPr/>
                <a:lstStyle/>
                <a:p>
                  <a:r>
                    <a:rPr lang="pt-BR">
                      <a:noFill/>
                    </a:rPr>
                    <a:t> </a:t>
                  </a:r>
                </a:p>
              </p:txBody>
            </p:sp>
          </mc:Fallback>
        </mc:AlternateContent>
      </p:grpSp>
      <p:sp>
        <p:nvSpPr>
          <p:cNvPr id="113" name="CaixaDeTexto 112">
            <a:extLst>
              <a:ext uri="{FF2B5EF4-FFF2-40B4-BE49-F238E27FC236}">
                <a16:creationId xmlns:a16="http://schemas.microsoft.com/office/drawing/2014/main" id="{4E8AD4E2-5829-1B8F-6CC1-CC7216CD4A95}"/>
              </a:ext>
            </a:extLst>
          </p:cNvPr>
          <p:cNvSpPr txBox="1"/>
          <p:nvPr/>
        </p:nvSpPr>
        <p:spPr>
          <a:xfrm>
            <a:off x="6699424" y="2984706"/>
            <a:ext cx="4860540" cy="369332"/>
          </a:xfrm>
          <a:prstGeom prst="rect">
            <a:avLst/>
          </a:prstGeom>
          <a:noFill/>
        </p:spPr>
        <p:txBody>
          <a:bodyPr wrap="square">
            <a:spAutoFit/>
          </a:bodyPr>
          <a:lstStyle/>
          <a:p>
            <a:r>
              <a:rPr lang="pt-BR"/>
              <a:t>Patel’s auxiliary vector</a:t>
            </a:r>
          </a:p>
        </p:txBody>
      </p:sp>
      <p:grpSp>
        <p:nvGrpSpPr>
          <p:cNvPr id="5" name="Agrupar 4">
            <a:extLst>
              <a:ext uri="{FF2B5EF4-FFF2-40B4-BE49-F238E27FC236}">
                <a16:creationId xmlns:a16="http://schemas.microsoft.com/office/drawing/2014/main" id="{AF8EEC95-46BB-D9CF-61A5-E785CD6616DB}"/>
              </a:ext>
            </a:extLst>
          </p:cNvPr>
          <p:cNvGrpSpPr/>
          <p:nvPr/>
        </p:nvGrpSpPr>
        <p:grpSpPr>
          <a:xfrm>
            <a:off x="4872936" y="4003129"/>
            <a:ext cx="443300" cy="396053"/>
            <a:chOff x="4772658" y="4580364"/>
            <a:chExt cx="443300" cy="396053"/>
          </a:xfrm>
        </p:grpSpPr>
        <p:cxnSp>
          <p:nvCxnSpPr>
            <p:cNvPr id="3" name="Conector de Seta Reta 2">
              <a:extLst>
                <a:ext uri="{FF2B5EF4-FFF2-40B4-BE49-F238E27FC236}">
                  <a16:creationId xmlns:a16="http://schemas.microsoft.com/office/drawing/2014/main" id="{3425C7B8-265C-A032-8D35-66888D65A992}"/>
                </a:ext>
              </a:extLst>
            </p:cNvPr>
            <p:cNvCxnSpPr>
              <a:cxnSpLocks/>
            </p:cNvCxnSpPr>
            <p:nvPr/>
          </p:nvCxnSpPr>
          <p:spPr>
            <a:xfrm flipH="1" flipV="1">
              <a:off x="4772658"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A1E5A8DF-8F0A-52E4-A0D6-644C390773C9}"/>
                    </a:ext>
                  </a:extLst>
                </p:cNvPr>
                <p:cNvSpPr txBox="1"/>
                <p:nvPr/>
              </p:nvSpPr>
              <p:spPr>
                <a:xfrm>
                  <a:off x="4855346"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4" name="CaixaDeTexto 3">
                  <a:extLst>
                    <a:ext uri="{FF2B5EF4-FFF2-40B4-BE49-F238E27FC236}">
                      <a16:creationId xmlns:a16="http://schemas.microsoft.com/office/drawing/2014/main" id="{A1E5A8DF-8F0A-52E4-A0D6-644C390773C9}"/>
                    </a:ext>
                  </a:extLst>
                </p:cNvPr>
                <p:cNvSpPr txBox="1">
                  <a:spLocks noRot="1" noChangeAspect="1" noMove="1" noResize="1" noEditPoints="1" noAdjustHandles="1" noChangeArrowheads="1" noChangeShapeType="1" noTextEdit="1"/>
                </p:cNvSpPr>
                <p:nvPr/>
              </p:nvSpPr>
              <p:spPr>
                <a:xfrm>
                  <a:off x="4855346" y="4580364"/>
                  <a:ext cx="360612" cy="291298"/>
                </a:xfrm>
                <a:prstGeom prst="rect">
                  <a:avLst/>
                </a:prstGeom>
                <a:blipFill>
                  <a:blip r:embed="rId20"/>
                  <a:stretch>
                    <a:fillRect r="-5085"/>
                  </a:stretch>
                </a:blipFill>
              </p:spPr>
              <p:txBody>
                <a:bodyPr/>
                <a:lstStyle/>
                <a:p>
                  <a:r>
                    <a:rPr lang="pt-BR">
                      <a:noFill/>
                    </a:rPr>
                    <a:t> </a:t>
                  </a:r>
                </a:p>
              </p:txBody>
            </p:sp>
          </mc:Fallback>
        </mc:AlternateContent>
      </p:grpSp>
      <p:grpSp>
        <p:nvGrpSpPr>
          <p:cNvPr id="6" name="Agrupar 5">
            <a:extLst>
              <a:ext uri="{FF2B5EF4-FFF2-40B4-BE49-F238E27FC236}">
                <a16:creationId xmlns:a16="http://schemas.microsoft.com/office/drawing/2014/main" id="{E2649B41-B2C6-F8E1-9E38-5BC8EEFEC3C4}"/>
              </a:ext>
            </a:extLst>
          </p:cNvPr>
          <p:cNvGrpSpPr/>
          <p:nvPr/>
        </p:nvGrpSpPr>
        <p:grpSpPr>
          <a:xfrm>
            <a:off x="4873641" y="1230184"/>
            <a:ext cx="443300" cy="396053"/>
            <a:chOff x="4772658" y="4580364"/>
            <a:chExt cx="443300" cy="396053"/>
          </a:xfrm>
        </p:grpSpPr>
        <p:cxnSp>
          <p:nvCxnSpPr>
            <p:cNvPr id="8" name="Conector de Seta Reta 7">
              <a:extLst>
                <a:ext uri="{FF2B5EF4-FFF2-40B4-BE49-F238E27FC236}">
                  <a16:creationId xmlns:a16="http://schemas.microsoft.com/office/drawing/2014/main" id="{51FAA3D2-58AE-AEC5-83D2-6E0BB684F83A}"/>
                </a:ext>
              </a:extLst>
            </p:cNvPr>
            <p:cNvCxnSpPr>
              <a:cxnSpLocks/>
            </p:cNvCxnSpPr>
            <p:nvPr/>
          </p:nvCxnSpPr>
          <p:spPr>
            <a:xfrm flipH="1" flipV="1">
              <a:off x="4772658"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A679875D-5D27-2A59-5793-6914629D6391}"/>
                    </a:ext>
                  </a:extLst>
                </p:cNvPr>
                <p:cNvSpPr txBox="1"/>
                <p:nvPr/>
              </p:nvSpPr>
              <p:spPr>
                <a:xfrm>
                  <a:off x="4855346"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9" name="CaixaDeTexto 8">
                  <a:extLst>
                    <a:ext uri="{FF2B5EF4-FFF2-40B4-BE49-F238E27FC236}">
                      <a16:creationId xmlns:a16="http://schemas.microsoft.com/office/drawing/2014/main" id="{A679875D-5D27-2A59-5793-6914629D6391}"/>
                    </a:ext>
                  </a:extLst>
                </p:cNvPr>
                <p:cNvSpPr txBox="1">
                  <a:spLocks noRot="1" noChangeAspect="1" noMove="1" noResize="1" noEditPoints="1" noAdjustHandles="1" noChangeArrowheads="1" noChangeShapeType="1" noTextEdit="1"/>
                </p:cNvSpPr>
                <p:nvPr/>
              </p:nvSpPr>
              <p:spPr>
                <a:xfrm>
                  <a:off x="4855346" y="4580364"/>
                  <a:ext cx="360612" cy="291298"/>
                </a:xfrm>
                <a:prstGeom prst="rect">
                  <a:avLst/>
                </a:prstGeom>
                <a:blipFill>
                  <a:blip r:embed="rId21"/>
                  <a:stretch>
                    <a:fillRect r="-5085"/>
                  </a:stretch>
                </a:blipFill>
              </p:spPr>
              <p:txBody>
                <a:bodyPr/>
                <a:lstStyle/>
                <a:p>
                  <a:r>
                    <a:rPr lang="pt-BR">
                      <a:noFill/>
                    </a:rPr>
                    <a:t> </a:t>
                  </a:r>
                </a:p>
              </p:txBody>
            </p:sp>
          </mc:Fallback>
        </mc:AlternateContent>
      </p:grpSp>
      <p:sp>
        <p:nvSpPr>
          <p:cNvPr id="65" name="Elipse 64">
            <a:extLst>
              <a:ext uri="{FF2B5EF4-FFF2-40B4-BE49-F238E27FC236}">
                <a16:creationId xmlns:a16="http://schemas.microsoft.com/office/drawing/2014/main" id="{0B1B13EB-D6C0-D3E4-9EEB-9763F150DFB0}"/>
              </a:ext>
            </a:extLst>
          </p:cNvPr>
          <p:cNvSpPr/>
          <p:nvPr/>
        </p:nvSpPr>
        <p:spPr>
          <a:xfrm>
            <a:off x="5209762" y="160390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Elipse 36">
            <a:extLst>
              <a:ext uri="{FF2B5EF4-FFF2-40B4-BE49-F238E27FC236}">
                <a16:creationId xmlns:a16="http://schemas.microsoft.com/office/drawing/2014/main" id="{3ADE8B1B-30F8-0E8B-5B01-E0861254B642}"/>
              </a:ext>
            </a:extLst>
          </p:cNvPr>
          <p:cNvSpPr/>
          <p:nvPr/>
        </p:nvSpPr>
        <p:spPr>
          <a:xfrm>
            <a:off x="5210180" y="4376322"/>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D3B8585-D048-75B3-144F-236CE4DCDCA8}"/>
                  </a:ext>
                </a:extLst>
              </p:cNvPr>
              <p:cNvSpPr txBox="1"/>
              <p:nvPr/>
            </p:nvSpPr>
            <p:spPr>
              <a:xfrm>
                <a:off x="6699424" y="5788530"/>
                <a:ext cx="4152034" cy="510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en-US" sz="1600" b="0" i="1" smtClean="0">
                                      <a:latin typeface="Cambria Math" panose="02040503050406030204" pitchFamily="18" charset="0"/>
                                    </a:rPr>
                                    <m:t>𝑝</m:t>
                                  </m:r>
                                </m:sub>
                              </m:sSub>
                              <m:r>
                                <a:rPr lang="pt-BR" sz="1600" i="1">
                                  <a:latin typeface="Cambria Math" panose="02040503050406030204" pitchFamily="18" charset="0"/>
                                </a:rPr>
                                <m:t>−</m:t>
                              </m:r>
                              <m:sSubSup>
                                <m:sSubSupPr>
                                  <m:ctrlPr>
                                    <a:rPr lang="en-US"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en-US" sz="1600" b="0" i="1" smtClean="0">
                                      <a:latin typeface="Cambria Math" panose="02040503050406030204" pitchFamily="18" charset="0"/>
                                    </a:rPr>
                                    <m:t>𝑞</m:t>
                                  </m:r>
                                </m:sub>
                                <m:sup>
                                  <m:r>
                                    <a:rPr lang="pt-BR" sz="1600" b="0" i="1" smtClean="0">
                                      <a:latin typeface="Cambria Math" panose="02040503050406030204" pitchFamily="18" charset="0"/>
                                    </a:rPr>
                                    <m:t> </m:t>
                                  </m:r>
                                </m:sup>
                              </m:sSubSup>
                            </m:e>
                          </m:d>
                        </m:e>
                        <m:sup>
                          <m:r>
                            <a:rPr lang="pt-BR" sz="1600" b="0" i="1" smtClean="0">
                              <a:latin typeface="Cambria Math" panose="02040503050406030204" pitchFamily="18" charset="0"/>
                            </a:rPr>
                            <m:t> </m:t>
                          </m:r>
                        </m:sup>
                      </m:sSup>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d>
                            <m:dPr>
                              <m:begChr m:val="["/>
                              <m:endChr m:val="]"/>
                              <m:ctrlPr>
                                <a:rPr lang="pt-BR" sz="1600" b="0" i="1" smtClean="0">
                                  <a:latin typeface="Cambria Math" panose="02040503050406030204" pitchFamily="18" charset="0"/>
                                </a:rPr>
                              </m:ctrlPr>
                            </m:dPr>
                            <m:e>
                              <m:sSup>
                                <m:sSupPr>
                                  <m:ctrlPr>
                                    <a:rPr lang="pt-BR" sz="1600" i="1">
                                      <a:latin typeface="Cambria Math" panose="02040503050406030204" pitchFamily="18" charset="0"/>
                                    </a:rPr>
                                  </m:ctrlPr>
                                </m:sSupPr>
                                <m:e>
                                  <m:d>
                                    <m:dPr>
                                      <m:ctrlPr>
                                        <a:rPr lang="pt-BR" sz="1600" i="1">
                                          <a:latin typeface="Cambria Math" panose="02040503050406030204" pitchFamily="18" charset="0"/>
                                        </a:rPr>
                                      </m:ctrlPr>
                                    </m:dPr>
                                    <m:e>
                                      <m:sSup>
                                        <m:sSupPr>
                                          <m:ctrlPr>
                                            <a:rPr lang="pt-BR" sz="1600" i="1">
                                              <a:latin typeface="Cambria Math" panose="02040503050406030204" pitchFamily="18" charset="0"/>
                                            </a:rPr>
                                          </m:ctrlPr>
                                        </m:sSupPr>
                                        <m:e>
                                          <m:r>
                                            <a:rPr lang="pt-BR" sz="1600" i="1">
                                              <a:latin typeface="Cambria Math" panose="02040503050406030204" pitchFamily="18" charset="0"/>
                                            </a:rPr>
                                            <m:t>𝑟</m:t>
                                          </m:r>
                                        </m:e>
                                        <m:sup>
                                          <m:r>
                                            <a:rPr lang="pt-BR" sz="1600" i="1">
                                              <a:latin typeface="Cambria Math" panose="02040503050406030204" pitchFamily="18" charset="0"/>
                                            </a:rPr>
                                            <m:t>′′</m:t>
                                          </m:r>
                                        </m:sup>
                                      </m:sSup>
                                    </m:e>
                                  </m:d>
                                </m:e>
                                <m:sup>
                                  <m:r>
                                    <a:rPr lang="pt-BR" sz="1600" i="1">
                                      <a:latin typeface="Cambria Math" panose="02040503050406030204" pitchFamily="18" charset="0"/>
                                    </a:rPr>
                                    <m:t>2</m:t>
                                  </m:r>
                                </m:sup>
                              </m:sSup>
                              <m:r>
                                <a:rPr lang="pt-BR" sz="1600" i="1">
                                  <a:latin typeface="Cambria Math" panose="02040503050406030204" pitchFamily="18" charset="0"/>
                                </a:rPr>
                                <m:t>+</m:t>
                              </m:r>
                              <m:sSup>
                                <m:sSupPr>
                                  <m:ctrlPr>
                                    <a:rPr lang="pt-BR" sz="1600" b="0" i="1" smtClean="0">
                                      <a:latin typeface="Cambria Math" panose="02040503050406030204" pitchFamily="18" charset="0"/>
                                    </a:rPr>
                                  </m:ctrlPr>
                                </m:sSupPr>
                                <m:e>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𝑞</m:t>
                                      </m:r>
                                    </m:sub>
                                  </m:sSub>
                                  <m:r>
                                    <a:rPr lang="en-US" sz="1600" b="0" i="1" smtClean="0">
                                      <a:latin typeface="Cambria Math" panose="02040503050406030204" pitchFamily="18" charset="0"/>
                                    </a:rPr>
                                    <m:t>)</m:t>
                                  </m:r>
                                </m:e>
                                <m:sup>
                                  <m:r>
                                    <a:rPr lang="pt-BR" sz="1600" b="0" i="1" smtClean="0">
                                      <a:latin typeface="Cambria Math" panose="02040503050406030204" pitchFamily="18" charset="0"/>
                                    </a:rPr>
                                    <m:t>2</m:t>
                                  </m:r>
                                </m:sup>
                              </m:sSup>
                              <m:r>
                                <a:rPr lang="pt-BR" sz="1600" b="0" i="1" smtClean="0">
                                  <a:latin typeface="Cambria Math" panose="02040503050406030204" pitchFamily="18" charset="0"/>
                                </a:rPr>
                                <m:t> </m:t>
                              </m:r>
                              <m:r>
                                <a:rPr lang="pt-BR" sz="1600" i="1" smtClean="0">
                                  <a:latin typeface="Cambria Math" panose="02040503050406030204" pitchFamily="18" charset="0"/>
                                </a:rPr>
                                <m:t>−</m:t>
                              </m:r>
                              <m:r>
                                <a:rPr lang="pt-BR" sz="1600" i="1">
                                  <a:latin typeface="Cambria Math" panose="02040503050406030204" pitchFamily="18" charset="0"/>
                                </a:rPr>
                                <m:t>2</m:t>
                              </m:r>
                              <m:sSup>
                                <m:sSupPr>
                                  <m:ctrlPr>
                                    <a:rPr lang="pt-BR" sz="1600" i="1">
                                      <a:latin typeface="Cambria Math" panose="02040503050406030204" pitchFamily="18" charset="0"/>
                                    </a:rPr>
                                  </m:ctrlPr>
                                </m:sSupPr>
                                <m:e>
                                  <m:r>
                                    <a:rPr lang="pt-BR" sz="1600" i="1">
                                      <a:latin typeface="Cambria Math" panose="02040503050406030204" pitchFamily="18" charset="0"/>
                                    </a:rPr>
                                    <m:t>𝑟</m:t>
                                  </m:r>
                                </m:e>
                                <m:sup>
                                  <m:r>
                                    <a:rPr lang="pt-BR" sz="1600" i="1">
                                      <a:latin typeface="Cambria Math" panose="02040503050406030204" pitchFamily="18" charset="0"/>
                                    </a:rPr>
                                    <m:t>′′</m:t>
                                  </m:r>
                                </m:sup>
                              </m:sSup>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d>
                                    <m:dPr>
                                      <m:ctrlPr>
                                        <a:rPr lang="pt-BR" sz="1600" i="1">
                                          <a:latin typeface="Cambria Math" panose="02040503050406030204" pitchFamily="18" charset="0"/>
                                        </a:rPr>
                                      </m:ctrlPr>
                                    </m:dPr>
                                    <m:e>
                                      <m:r>
                                        <a:rPr lang="pt-BR" sz="1600" i="1">
                                          <a:latin typeface="Cambria Math" panose="02040503050406030204" pitchFamily="18" charset="0"/>
                                        </a:rPr>
                                        <m:t>𝛾</m:t>
                                      </m:r>
                                    </m:e>
                                  </m:d>
                                </m:e>
                              </m:func>
                            </m:e>
                          </m:d>
                        </m:e>
                        <m:sup>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den>
                          </m:f>
                        </m:sup>
                      </m:sSup>
                    </m:oMath>
                  </m:oMathPara>
                </a14:m>
                <a:endParaRPr lang="pt-BR" sz="1600"/>
              </a:p>
            </p:txBody>
          </p:sp>
        </mc:Choice>
        <mc:Fallback xmlns="">
          <p:sp>
            <p:nvSpPr>
              <p:cNvPr id="10" name="CaixaDeTexto 9">
                <a:extLst>
                  <a:ext uri="{FF2B5EF4-FFF2-40B4-BE49-F238E27FC236}">
                    <a16:creationId xmlns:a16="http://schemas.microsoft.com/office/drawing/2014/main" id="{3D3B8585-D048-75B3-144F-236CE4DCDCA8}"/>
                  </a:ext>
                </a:extLst>
              </p:cNvPr>
              <p:cNvSpPr txBox="1">
                <a:spLocks noRot="1" noChangeAspect="1" noMove="1" noResize="1" noEditPoints="1" noAdjustHandles="1" noChangeArrowheads="1" noChangeShapeType="1" noTextEdit="1"/>
              </p:cNvSpPr>
              <p:nvPr/>
            </p:nvSpPr>
            <p:spPr>
              <a:xfrm>
                <a:off x="6699424" y="5788530"/>
                <a:ext cx="4152034" cy="510781"/>
              </a:xfrm>
              <a:prstGeom prst="rect">
                <a:avLst/>
              </a:prstGeom>
              <a:blipFill>
                <a:blip r:embed="rId22"/>
                <a:stretch>
                  <a:fillRect/>
                </a:stretch>
              </a:blipFill>
            </p:spPr>
            <p:txBody>
              <a:bodyPr/>
              <a:lstStyle/>
              <a:p>
                <a:r>
                  <a:rPr lang="pt-BR">
                    <a:noFill/>
                  </a:rPr>
                  <a:t> </a:t>
                </a:r>
              </a:p>
            </p:txBody>
          </p:sp>
        </mc:Fallback>
      </mc:AlternateContent>
      <p:sp>
        <p:nvSpPr>
          <p:cNvPr id="11" name="Círculo: Vazio 10">
            <a:extLst>
              <a:ext uri="{FF2B5EF4-FFF2-40B4-BE49-F238E27FC236}">
                <a16:creationId xmlns:a16="http://schemas.microsoft.com/office/drawing/2014/main" id="{988529C0-01AB-5F85-E81B-03EB4793417C}"/>
              </a:ext>
            </a:extLst>
          </p:cNvPr>
          <p:cNvSpPr/>
          <p:nvPr/>
        </p:nvSpPr>
        <p:spPr>
          <a:xfrm>
            <a:off x="2487262" y="5852180"/>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3" name="Círculo: Vazio 12">
            <a:extLst>
              <a:ext uri="{FF2B5EF4-FFF2-40B4-BE49-F238E27FC236}">
                <a16:creationId xmlns:a16="http://schemas.microsoft.com/office/drawing/2014/main" id="{BB979BA9-FEB0-5989-29EE-7570B8E9C8A2}"/>
              </a:ext>
            </a:extLst>
          </p:cNvPr>
          <p:cNvSpPr/>
          <p:nvPr/>
        </p:nvSpPr>
        <p:spPr>
          <a:xfrm>
            <a:off x="4863925" y="5852180"/>
            <a:ext cx="91440" cy="91440"/>
          </a:xfrm>
          <a:prstGeom prst="donut">
            <a:avLst>
              <a:gd name="adj" fmla="val 46798"/>
            </a:avLst>
          </a:prstGeom>
          <a:solidFill>
            <a:schemeClr val="bg1"/>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90000"/>
                  <a:lumOff val="10000"/>
                </a:schemeClr>
              </a:solidFill>
            </a:endParaRPr>
          </a:p>
        </p:txBody>
      </p:sp>
      <p:cxnSp>
        <p:nvCxnSpPr>
          <p:cNvPr id="14" name="Conector de Seta Reta 13">
            <a:extLst>
              <a:ext uri="{FF2B5EF4-FFF2-40B4-BE49-F238E27FC236}">
                <a16:creationId xmlns:a16="http://schemas.microsoft.com/office/drawing/2014/main" id="{E33ED6A1-20C7-12DF-0C9E-5748FABF3291}"/>
              </a:ext>
            </a:extLst>
          </p:cNvPr>
          <p:cNvCxnSpPr>
            <a:cxnSpLocks/>
            <a:stCxn id="11" idx="6"/>
            <a:endCxn id="13" idx="2"/>
          </p:cNvCxnSpPr>
          <p:nvPr/>
        </p:nvCxnSpPr>
        <p:spPr>
          <a:xfrm>
            <a:off x="2578702" y="5897900"/>
            <a:ext cx="2285223" cy="0"/>
          </a:xfrm>
          <a:prstGeom prst="straightConnector1">
            <a:avLst/>
          </a:prstGeom>
          <a:ln>
            <a:solidFill>
              <a:srgbClr val="00B05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6" name="Agrupar 15">
            <a:extLst>
              <a:ext uri="{FF2B5EF4-FFF2-40B4-BE49-F238E27FC236}">
                <a16:creationId xmlns:a16="http://schemas.microsoft.com/office/drawing/2014/main" id="{E5E6C03E-2124-E0CD-AA53-D50EA2DDD7C9}"/>
              </a:ext>
            </a:extLst>
          </p:cNvPr>
          <p:cNvGrpSpPr/>
          <p:nvPr/>
        </p:nvGrpSpPr>
        <p:grpSpPr>
          <a:xfrm>
            <a:off x="3343062" y="5502886"/>
            <a:ext cx="855675" cy="324384"/>
            <a:chOff x="3435929" y="4757047"/>
            <a:chExt cx="346261" cy="324384"/>
          </a:xfrm>
        </p:grpSpPr>
        <p:sp>
          <p:nvSpPr>
            <p:cNvPr id="17" name="Retângulo 16">
              <a:extLst>
                <a:ext uri="{FF2B5EF4-FFF2-40B4-BE49-F238E27FC236}">
                  <a16:creationId xmlns:a16="http://schemas.microsoft.com/office/drawing/2014/main" id="{9A01F1AC-3377-7F99-9348-BB3208660176}"/>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B56A10AC-8B84-40E7-382E-0B35B11BA5DD}"/>
                    </a:ext>
                  </a:extLst>
                </p:cNvPr>
                <p:cNvSpPr txBox="1"/>
                <p:nvPr/>
              </p:nvSpPr>
              <p:spPr>
                <a:xfrm>
                  <a:off x="3435929" y="4757047"/>
                  <a:ext cx="346261"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B050"/>
                            </a:solidFill>
                            <a:latin typeface="Cambria Math" panose="02040503050406030204" pitchFamily="18" charset="0"/>
                          </a:rPr>
                          <m:t>|</m:t>
                        </m:r>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r>
                          <a:rPr lang="en-US" sz="1400" b="0" i="1" smtClean="0">
                            <a:solidFill>
                              <a:srgbClr val="00B050"/>
                            </a:solidFill>
                            <a:latin typeface="Cambria Math" panose="02040503050406030204" pitchFamily="18" charset="0"/>
                          </a:rPr>
                          <m:t>|</m:t>
                        </m:r>
                      </m:oMath>
                    </m:oMathPara>
                  </a14:m>
                  <a:endParaRPr lang="pt-BR" sz="1400">
                    <a:solidFill>
                      <a:srgbClr val="00B050"/>
                    </a:solidFill>
                  </a:endParaRPr>
                </a:p>
              </p:txBody>
            </p:sp>
          </mc:Choice>
          <mc:Fallback xmlns="">
            <p:sp>
              <p:nvSpPr>
                <p:cNvPr id="18" name="CaixaDeTexto 17">
                  <a:extLst>
                    <a:ext uri="{FF2B5EF4-FFF2-40B4-BE49-F238E27FC236}">
                      <a16:creationId xmlns:a16="http://schemas.microsoft.com/office/drawing/2014/main" id="{B56A10AC-8B84-40E7-382E-0B35B11BA5DD}"/>
                    </a:ext>
                  </a:extLst>
                </p:cNvPr>
                <p:cNvSpPr txBox="1">
                  <a:spLocks noRot="1" noChangeAspect="1" noMove="1" noResize="1" noEditPoints="1" noAdjustHandles="1" noChangeArrowheads="1" noChangeShapeType="1" noTextEdit="1"/>
                </p:cNvSpPr>
                <p:nvPr/>
              </p:nvSpPr>
              <p:spPr>
                <a:xfrm>
                  <a:off x="3435929" y="4757047"/>
                  <a:ext cx="346261" cy="324384"/>
                </a:xfrm>
                <a:prstGeom prst="rect">
                  <a:avLst/>
                </a:prstGeom>
                <a:blipFill>
                  <a:blip r:embed="rId23"/>
                  <a:stretch>
                    <a:fillRect t="-9434" r="-6383" b="-3774"/>
                  </a:stretch>
                </a:blipFill>
              </p:spPr>
              <p:txBody>
                <a:bodyPr/>
                <a:lstStyle/>
                <a:p>
                  <a:r>
                    <a:rPr lang="pt-BR">
                      <a:noFill/>
                    </a:rPr>
                    <a:t> </a:t>
                  </a:r>
                </a:p>
              </p:txBody>
            </p:sp>
          </mc:Fallback>
        </mc:AlternateContent>
      </p:grpSp>
      <p:cxnSp>
        <p:nvCxnSpPr>
          <p:cNvPr id="19" name="Conector de Seta Reta 18">
            <a:extLst>
              <a:ext uri="{FF2B5EF4-FFF2-40B4-BE49-F238E27FC236}">
                <a16:creationId xmlns:a16="http://schemas.microsoft.com/office/drawing/2014/main" id="{36FE562B-A8F5-8BD4-81D2-3C735ECCD6BD}"/>
              </a:ext>
            </a:extLst>
          </p:cNvPr>
          <p:cNvCxnSpPr>
            <a:cxnSpLocks/>
            <a:stCxn id="11" idx="6"/>
            <a:endCxn id="35" idx="2"/>
          </p:cNvCxnSpPr>
          <p:nvPr/>
        </p:nvCxnSpPr>
        <p:spPr>
          <a:xfrm>
            <a:off x="2578702" y="5897900"/>
            <a:ext cx="2667064" cy="352556"/>
          </a:xfrm>
          <a:prstGeom prst="straightConnector1">
            <a:avLst/>
          </a:prstGeom>
          <a:ln>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20" name="Agrupar 19">
            <a:extLst>
              <a:ext uri="{FF2B5EF4-FFF2-40B4-BE49-F238E27FC236}">
                <a16:creationId xmlns:a16="http://schemas.microsoft.com/office/drawing/2014/main" id="{0AC21F4A-34EF-03E3-DE07-DC1720EAEEE8}"/>
              </a:ext>
            </a:extLst>
          </p:cNvPr>
          <p:cNvGrpSpPr/>
          <p:nvPr/>
        </p:nvGrpSpPr>
        <p:grpSpPr>
          <a:xfrm>
            <a:off x="3411555" y="5917493"/>
            <a:ext cx="732321" cy="307777"/>
            <a:chOff x="3402461" y="4903024"/>
            <a:chExt cx="296344" cy="307777"/>
          </a:xfrm>
        </p:grpSpPr>
        <p:sp>
          <p:nvSpPr>
            <p:cNvPr id="21" name="Retângulo 20">
              <a:extLst>
                <a:ext uri="{FF2B5EF4-FFF2-40B4-BE49-F238E27FC236}">
                  <a16:creationId xmlns:a16="http://schemas.microsoft.com/office/drawing/2014/main" id="{B99588F9-5C23-1759-1F94-51129235B131}"/>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879C28B-5AB4-B7B8-7951-0E47457D3031}"/>
                    </a:ext>
                  </a:extLst>
                </p:cNvPr>
                <p:cNvSpPr txBox="1"/>
                <p:nvPr/>
              </p:nvSpPr>
              <p:spPr>
                <a:xfrm>
                  <a:off x="3402461" y="4903024"/>
                  <a:ext cx="29634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7030A0"/>
                            </a:solidFill>
                            <a:latin typeface="Cambria Math" panose="02040503050406030204" pitchFamily="18" charset="0"/>
                          </a:rPr>
                          <m:t>𝑟</m:t>
                        </m:r>
                        <m:r>
                          <a:rPr lang="pt-BR" sz="1400" b="0" i="1" smtClean="0">
                            <a:solidFill>
                              <a:srgbClr val="7030A0"/>
                            </a:solidFill>
                            <a:latin typeface="Cambria Math" panose="02040503050406030204" pitchFamily="18" charset="0"/>
                          </a:rPr>
                          <m:t>′′</m:t>
                        </m:r>
                      </m:oMath>
                    </m:oMathPara>
                  </a14:m>
                  <a:endParaRPr lang="pt-BR" sz="1400">
                    <a:solidFill>
                      <a:srgbClr val="7030A0"/>
                    </a:solidFill>
                  </a:endParaRPr>
                </a:p>
              </p:txBody>
            </p:sp>
          </mc:Choice>
          <mc:Fallback xmlns="">
            <p:sp>
              <p:nvSpPr>
                <p:cNvPr id="22" name="CaixaDeTexto 21">
                  <a:extLst>
                    <a:ext uri="{FF2B5EF4-FFF2-40B4-BE49-F238E27FC236}">
                      <a16:creationId xmlns:a16="http://schemas.microsoft.com/office/drawing/2014/main" id="{7879C28B-5AB4-B7B8-7951-0E47457D3031}"/>
                    </a:ext>
                  </a:extLst>
                </p:cNvPr>
                <p:cNvSpPr txBox="1">
                  <a:spLocks noRot="1" noChangeAspect="1" noMove="1" noResize="1" noEditPoints="1" noAdjustHandles="1" noChangeArrowheads="1" noChangeShapeType="1" noTextEdit="1"/>
                </p:cNvSpPr>
                <p:nvPr/>
              </p:nvSpPr>
              <p:spPr>
                <a:xfrm>
                  <a:off x="3402461" y="4903024"/>
                  <a:ext cx="296344" cy="307777"/>
                </a:xfrm>
                <a:prstGeom prst="rect">
                  <a:avLst/>
                </a:prstGeom>
                <a:blipFill>
                  <a:blip r:embed="rId24"/>
                  <a:stretch>
                    <a:fillRect/>
                  </a:stretch>
                </a:blipFill>
              </p:spPr>
              <p:txBody>
                <a:bodyPr/>
                <a:lstStyle/>
                <a:p>
                  <a:r>
                    <a:rPr lang="pt-BR">
                      <a:noFill/>
                    </a:rPr>
                    <a:t> </a:t>
                  </a:r>
                </a:p>
              </p:txBody>
            </p:sp>
          </mc:Fallback>
        </mc:AlternateContent>
      </p:grpSp>
      <p:cxnSp>
        <p:nvCxnSpPr>
          <p:cNvPr id="23" name="Conector reto 22">
            <a:extLst>
              <a:ext uri="{FF2B5EF4-FFF2-40B4-BE49-F238E27FC236}">
                <a16:creationId xmlns:a16="http://schemas.microsoft.com/office/drawing/2014/main" id="{6AE70589-9FC9-9BB3-86D0-3DB3D9FDDA42}"/>
              </a:ext>
            </a:extLst>
          </p:cNvPr>
          <p:cNvCxnSpPr>
            <a:stCxn id="13" idx="5"/>
            <a:endCxn id="35" idx="1"/>
          </p:cNvCxnSpPr>
          <p:nvPr/>
        </p:nvCxnSpPr>
        <p:spPr>
          <a:xfrm>
            <a:off x="4941974" y="5930229"/>
            <a:ext cx="310488" cy="304063"/>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C209304D-7F86-B587-81D8-5A40729CA646}"/>
                  </a:ext>
                </a:extLst>
              </p:cNvPr>
              <p:cNvSpPr txBox="1"/>
              <p:nvPr/>
            </p:nvSpPr>
            <p:spPr>
              <a:xfrm>
                <a:off x="5063185" y="5809470"/>
                <a:ext cx="41088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solidFill>
                                <a:schemeClr val="tx1"/>
                              </a:solidFill>
                              <a:latin typeface="Cambria Math" panose="02040503050406030204" pitchFamily="18" charset="0"/>
                            </a:rPr>
                          </m:ctrlPr>
                        </m:sSubPr>
                        <m:e>
                          <m:r>
                            <a:rPr lang="pt-BR" sz="1400" b="0" i="1" smtClean="0">
                              <a:solidFill>
                                <a:schemeClr val="tx1"/>
                              </a:solidFill>
                              <a:latin typeface="Cambria Math" panose="02040503050406030204" pitchFamily="18" charset="0"/>
                            </a:rPr>
                            <m:t>𝑎</m:t>
                          </m:r>
                        </m:e>
                        <m:sub>
                          <m:r>
                            <a:rPr lang="pt-BR" sz="1400" b="0" i="1" smtClean="0">
                              <a:solidFill>
                                <a:schemeClr val="tx1"/>
                              </a:solidFill>
                              <a:latin typeface="Cambria Math" panose="02040503050406030204" pitchFamily="18" charset="0"/>
                            </a:rPr>
                            <m:t>𝑞</m:t>
                          </m:r>
                        </m:sub>
                      </m:sSub>
                    </m:oMath>
                  </m:oMathPara>
                </a14:m>
                <a:endParaRPr lang="pt-BR" sz="1400">
                  <a:solidFill>
                    <a:schemeClr val="tx2">
                      <a:lumMod val="75000"/>
                      <a:lumOff val="25000"/>
                    </a:schemeClr>
                  </a:solidFill>
                </a:endParaRPr>
              </a:p>
            </p:txBody>
          </p:sp>
        </mc:Choice>
        <mc:Fallback xmlns="">
          <p:sp>
            <p:nvSpPr>
              <p:cNvPr id="28" name="CaixaDeTexto 27">
                <a:extLst>
                  <a:ext uri="{FF2B5EF4-FFF2-40B4-BE49-F238E27FC236}">
                    <a16:creationId xmlns:a16="http://schemas.microsoft.com/office/drawing/2014/main" id="{C209304D-7F86-B587-81D8-5A40729CA646}"/>
                  </a:ext>
                </a:extLst>
              </p:cNvPr>
              <p:cNvSpPr txBox="1">
                <a:spLocks noRot="1" noChangeAspect="1" noMove="1" noResize="1" noEditPoints="1" noAdjustHandles="1" noChangeArrowheads="1" noChangeShapeType="1" noTextEdit="1"/>
              </p:cNvSpPr>
              <p:nvPr/>
            </p:nvSpPr>
            <p:spPr>
              <a:xfrm>
                <a:off x="5063185" y="5809470"/>
                <a:ext cx="410882" cy="324384"/>
              </a:xfrm>
              <a:prstGeom prst="rect">
                <a:avLst/>
              </a:prstGeom>
              <a:blipFill>
                <a:blip r:embed="rId25"/>
                <a:stretch>
                  <a:fillRect/>
                </a:stretch>
              </a:blipFill>
            </p:spPr>
            <p:txBody>
              <a:bodyPr/>
              <a:lstStyle/>
              <a:p>
                <a:r>
                  <a:rPr lang="pt-BR">
                    <a:noFill/>
                  </a:rPr>
                  <a:t> </a:t>
                </a:r>
              </a:p>
            </p:txBody>
          </p:sp>
        </mc:Fallback>
      </mc:AlternateContent>
      <p:sp>
        <p:nvSpPr>
          <p:cNvPr id="29" name="CaixaDeTexto 28">
            <a:extLst>
              <a:ext uri="{FF2B5EF4-FFF2-40B4-BE49-F238E27FC236}">
                <a16:creationId xmlns:a16="http://schemas.microsoft.com/office/drawing/2014/main" id="{097B41D4-08B0-3E6A-BE28-F52E3771FAFC}"/>
              </a:ext>
            </a:extLst>
          </p:cNvPr>
          <p:cNvSpPr txBox="1"/>
          <p:nvPr/>
        </p:nvSpPr>
        <p:spPr>
          <a:xfrm>
            <a:off x="6699424" y="5358365"/>
            <a:ext cx="4860540" cy="369332"/>
          </a:xfrm>
          <a:prstGeom prst="rect">
            <a:avLst/>
          </a:prstGeom>
          <a:noFill/>
        </p:spPr>
        <p:txBody>
          <a:bodyPr wrap="square">
            <a:spAutoFit/>
          </a:bodyPr>
          <a:lstStyle/>
          <a:p>
            <a:r>
              <a:rPr lang="pt-BR"/>
              <a:t>Applying the Cosines’ Law:</a:t>
            </a:r>
          </a:p>
        </p:txBody>
      </p:sp>
      <p:sp>
        <p:nvSpPr>
          <p:cNvPr id="35" name="Elipse 34">
            <a:extLst>
              <a:ext uri="{FF2B5EF4-FFF2-40B4-BE49-F238E27FC236}">
                <a16:creationId xmlns:a16="http://schemas.microsoft.com/office/drawing/2014/main" id="{A7385D67-99F8-E410-B92A-D1AD08815314}"/>
              </a:ext>
            </a:extLst>
          </p:cNvPr>
          <p:cNvSpPr/>
          <p:nvPr/>
        </p:nvSpPr>
        <p:spPr>
          <a:xfrm>
            <a:off x="5245766" y="6227596"/>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6" name="Agrupar 35">
            <a:extLst>
              <a:ext uri="{FF2B5EF4-FFF2-40B4-BE49-F238E27FC236}">
                <a16:creationId xmlns:a16="http://schemas.microsoft.com/office/drawing/2014/main" id="{C4DCC35E-07CE-CC3C-C08B-5E7A0CC03A97}"/>
              </a:ext>
            </a:extLst>
          </p:cNvPr>
          <p:cNvGrpSpPr/>
          <p:nvPr/>
        </p:nvGrpSpPr>
        <p:grpSpPr>
          <a:xfrm>
            <a:off x="4809844" y="5940575"/>
            <a:ext cx="291042" cy="271958"/>
            <a:chOff x="4773840" y="1316882"/>
            <a:chExt cx="291042" cy="271958"/>
          </a:xfrm>
        </p:grpSpPr>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485A8FD1-5935-B4D2-326C-558EFBF2AD51}"/>
                    </a:ext>
                  </a:extLst>
                </p:cNvPr>
                <p:cNvSpPr txBox="1"/>
                <p:nvPr/>
              </p:nvSpPr>
              <p:spPr>
                <a:xfrm>
                  <a:off x="4773840" y="1316882"/>
                  <a:ext cx="291042"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i="1" smtClean="0">
                            <a:solidFill>
                              <a:schemeClr val="tx1"/>
                            </a:solidFill>
                            <a:latin typeface="Cambria Math" panose="02040503050406030204" pitchFamily="18" charset="0"/>
                          </a:rPr>
                          <m:t>𝛾</m:t>
                        </m:r>
                      </m:oMath>
                    </m:oMathPara>
                  </a14:m>
                  <a:endParaRPr lang="pt-BR" sz="1100">
                    <a:solidFill>
                      <a:schemeClr val="tx2">
                        <a:lumMod val="75000"/>
                        <a:lumOff val="25000"/>
                      </a:schemeClr>
                    </a:solidFill>
                  </a:endParaRPr>
                </a:p>
              </p:txBody>
            </p:sp>
          </mc:Choice>
          <mc:Fallback xmlns="">
            <p:sp>
              <p:nvSpPr>
                <p:cNvPr id="40" name="CaixaDeTexto 39">
                  <a:extLst>
                    <a:ext uri="{FF2B5EF4-FFF2-40B4-BE49-F238E27FC236}">
                      <a16:creationId xmlns:a16="http://schemas.microsoft.com/office/drawing/2014/main" id="{485A8FD1-5935-B4D2-326C-558EFBF2AD51}"/>
                    </a:ext>
                  </a:extLst>
                </p:cNvPr>
                <p:cNvSpPr txBox="1">
                  <a:spLocks noRot="1" noChangeAspect="1" noMove="1" noResize="1" noEditPoints="1" noAdjustHandles="1" noChangeArrowheads="1" noChangeShapeType="1" noTextEdit="1"/>
                </p:cNvSpPr>
                <p:nvPr/>
              </p:nvSpPr>
              <p:spPr>
                <a:xfrm>
                  <a:off x="4773840" y="1316882"/>
                  <a:ext cx="291042" cy="261610"/>
                </a:xfrm>
                <a:prstGeom prst="rect">
                  <a:avLst/>
                </a:prstGeom>
                <a:blipFill>
                  <a:blip r:embed="rId26"/>
                  <a:stretch>
                    <a:fillRect/>
                  </a:stretch>
                </a:blipFill>
              </p:spPr>
              <p:txBody>
                <a:bodyPr/>
                <a:lstStyle/>
                <a:p>
                  <a:r>
                    <a:rPr lang="pt-BR">
                      <a:noFill/>
                    </a:rPr>
                    <a:t> </a:t>
                  </a:r>
                </a:p>
              </p:txBody>
            </p:sp>
          </mc:Fallback>
        </mc:AlternateContent>
        <p:sp>
          <p:nvSpPr>
            <p:cNvPr id="41" name="Forma Livre: Forma 40">
              <a:extLst>
                <a:ext uri="{FF2B5EF4-FFF2-40B4-BE49-F238E27FC236}">
                  <a16:creationId xmlns:a16="http://schemas.microsoft.com/office/drawing/2014/main" id="{AC4F3398-6866-33E3-7E11-629033EBC8C4}"/>
                </a:ext>
              </a:extLst>
            </p:cNvPr>
            <p:cNvSpPr/>
            <p:nvPr/>
          </p:nvSpPr>
          <p:spPr>
            <a:xfrm>
              <a:off x="5005579" y="1453581"/>
              <a:ext cx="45719" cy="135259"/>
            </a:xfrm>
            <a:custGeom>
              <a:avLst/>
              <a:gdLst>
                <a:gd name="connsiteX0" fmla="*/ 62649 w 62649"/>
                <a:gd name="connsiteY0" fmla="*/ 0 h 165100"/>
                <a:gd name="connsiteX1" fmla="*/ 5499 w 62649"/>
                <a:gd name="connsiteY1" fmla="*/ 82550 h 165100"/>
                <a:gd name="connsiteX2" fmla="*/ 5499 w 62649"/>
                <a:gd name="connsiteY2" fmla="*/ 165100 h 165100"/>
              </a:gdLst>
              <a:ahLst/>
              <a:cxnLst>
                <a:cxn ang="0">
                  <a:pos x="connsiteX0" y="connsiteY0"/>
                </a:cxn>
                <a:cxn ang="0">
                  <a:pos x="connsiteX1" y="connsiteY1"/>
                </a:cxn>
                <a:cxn ang="0">
                  <a:pos x="connsiteX2" y="connsiteY2"/>
                </a:cxn>
              </a:cxnLst>
              <a:rect l="l" t="t" r="r" b="b"/>
              <a:pathLst>
                <a:path w="62649" h="165100">
                  <a:moveTo>
                    <a:pt x="62649" y="0"/>
                  </a:moveTo>
                  <a:cubicBezTo>
                    <a:pt x="38836" y="27516"/>
                    <a:pt x="15024" y="55033"/>
                    <a:pt x="5499" y="82550"/>
                  </a:cubicBezTo>
                  <a:cubicBezTo>
                    <a:pt x="-4026" y="110067"/>
                    <a:pt x="736" y="137583"/>
                    <a:pt x="5499" y="16510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9C9D5CB5-F4D4-DFCC-F214-161405EEFD7E}"/>
                  </a:ext>
                </a:extLst>
              </p:cNvPr>
              <p:cNvSpPr txBox="1"/>
              <p:nvPr/>
            </p:nvSpPr>
            <p:spPr>
              <a:xfrm>
                <a:off x="6699424" y="6369109"/>
                <a:ext cx="1298304"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𝛾</m:t>
                      </m:r>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𝜃</m:t>
                          </m:r>
                        </m:e>
                        <m:sup>
                          <m:r>
                            <a:rPr lang="pt-BR" sz="1600" b="0" i="1" smtClean="0">
                              <a:latin typeface="Cambria Math" panose="02040503050406030204" pitchFamily="18" charset="0"/>
                            </a:rPr>
                            <m:t>′′</m:t>
                          </m:r>
                        </m:sup>
                      </m:sSup>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oMath>
                  </m:oMathPara>
                </a14:m>
                <a:endParaRPr lang="pt-BR" sz="1600"/>
              </a:p>
            </p:txBody>
          </p:sp>
        </mc:Choice>
        <mc:Fallback xmlns="">
          <p:sp>
            <p:nvSpPr>
              <p:cNvPr id="43" name="CaixaDeTexto 42">
                <a:extLst>
                  <a:ext uri="{FF2B5EF4-FFF2-40B4-BE49-F238E27FC236}">
                    <a16:creationId xmlns:a16="http://schemas.microsoft.com/office/drawing/2014/main" id="{9C9D5CB5-F4D4-DFCC-F214-161405EEFD7E}"/>
                  </a:ext>
                </a:extLst>
              </p:cNvPr>
              <p:cNvSpPr txBox="1">
                <a:spLocks noRot="1" noChangeAspect="1" noMove="1" noResize="1" noEditPoints="1" noAdjustHandles="1" noChangeArrowheads="1" noChangeShapeType="1" noTextEdit="1"/>
              </p:cNvSpPr>
              <p:nvPr/>
            </p:nvSpPr>
            <p:spPr>
              <a:xfrm>
                <a:off x="6699424" y="6369109"/>
                <a:ext cx="1298304" cy="357534"/>
              </a:xfrm>
              <a:prstGeom prst="rect">
                <a:avLst/>
              </a:prstGeom>
              <a:blipFill>
                <a:blip r:embed="rId27"/>
                <a:stretch>
                  <a:fillRect b="-3448"/>
                </a:stretch>
              </a:blipFill>
            </p:spPr>
            <p:txBody>
              <a:bodyPr/>
              <a:lstStyle/>
              <a:p>
                <a:r>
                  <a:rPr lang="pt-BR">
                    <a:noFill/>
                  </a:rPr>
                  <a:t> </a:t>
                </a:r>
              </a:p>
            </p:txBody>
          </p:sp>
        </mc:Fallback>
      </mc:AlternateContent>
    </p:spTree>
    <p:extLst>
      <p:ext uri="{BB962C8B-B14F-4D97-AF65-F5344CB8AC3E}">
        <p14:creationId xmlns:p14="http://schemas.microsoft.com/office/powerpoint/2010/main" val="2979574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519010FE-A28D-ED13-24AD-648D44AE4C64}"/>
                  </a:ext>
                </a:extLst>
              </p:cNvPr>
              <p:cNvSpPr txBox="1"/>
              <p:nvPr/>
            </p:nvSpPr>
            <p:spPr>
              <a:xfrm>
                <a:off x="5879976" y="1524491"/>
                <a:ext cx="4660571" cy="4104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1" i="1" smtClean="0">
                              <a:latin typeface="Cambria Math" panose="02040503050406030204" pitchFamily="18" charset="0"/>
                            </a:rPr>
                            <m:t>𝒓</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i="1" smtClean="0">
                          <a:latin typeface="Cambria Math" panose="02040503050406030204" pitchFamily="18" charset="0"/>
                        </a:rPr>
                        <m:t>𝜃</m:t>
                      </m:r>
                      <m:r>
                        <a:rPr lang="pt-BR" b="0" i="1" smtClean="0">
                          <a:latin typeface="Cambria Math" panose="02040503050406030204" pitchFamily="18" charset="0"/>
                        </a:rPr>
                        <m:t>)=</m:t>
                      </m:r>
                      <m:d>
                        <m:dPr>
                          <m:ctrlPr>
                            <a:rPr lang="pt-BR" b="0" i="1" smtClean="0">
                              <a:latin typeface="Cambria Math" panose="02040503050406030204" pitchFamily="18" charset="0"/>
                            </a:rPr>
                          </m:ctrlPr>
                        </m:d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func>
                            <m:funcPr>
                              <m:ctrlPr>
                                <a:rPr lang="pt-BR" b="0" i="1" smtClean="0">
                                  <a:latin typeface="Cambria Math" panose="02040503050406030204" pitchFamily="18" charset="0"/>
                                </a:rPr>
                              </m:ctrlPr>
                            </m:funcPr>
                            <m:fName>
                              <m:r>
                                <m:rPr>
                                  <m:sty m:val="p"/>
                                </m:rPr>
                                <a:rPr lang="pt-BR" b="0" i="0" smtClean="0">
                                  <a:latin typeface="Cambria Math" panose="02040503050406030204" pitchFamily="18" charset="0"/>
                                </a:rPr>
                                <m:t>cos</m:t>
                              </m:r>
                            </m:fName>
                            <m:e>
                              <m:r>
                                <a:rPr lang="pt-BR" b="0" i="1" smtClean="0">
                                  <a:latin typeface="Cambria Math" panose="02040503050406030204" pitchFamily="18" charset="0"/>
                                </a:rPr>
                                <m:t>𝜃</m:t>
                              </m:r>
                            </m:e>
                          </m:func>
                        </m:e>
                      </m:d>
                      <m:acc>
                        <m:accPr>
                          <m:chr m:val="̂"/>
                          <m:ctrlPr>
                            <a:rPr lang="pt-BR" b="0" i="1" smtClean="0">
                              <a:latin typeface="Cambria Math" panose="02040503050406030204" pitchFamily="18" charset="0"/>
                            </a:rPr>
                          </m:ctrlPr>
                        </m:accPr>
                        <m:e>
                          <m:r>
                            <a:rPr lang="pt-BR" b="1" i="1" smtClean="0">
                              <a:latin typeface="Cambria Math" panose="02040503050406030204" pitchFamily="18" charset="0"/>
                            </a:rPr>
                            <m:t>𝒙</m:t>
                          </m:r>
                        </m:e>
                      </m:acc>
                      <m:r>
                        <a:rPr lang="pt-BR" b="0" i="1" smtClean="0">
                          <a:latin typeface="Cambria Math" panose="02040503050406030204" pitchFamily="18" charset="0"/>
                        </a:rPr>
                        <m:t>+</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b="0" i="1" smtClean="0">
                                  <a:latin typeface="Cambria Math" panose="02040503050406030204" pitchFamily="18" charset="0"/>
                                </a:rPr>
                                <m:t>𝑦</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func>
                            <m:funcPr>
                              <m:ctrlPr>
                                <a:rPr lang="pt-BR" i="1">
                                  <a:latin typeface="Cambria Math" panose="02040503050406030204" pitchFamily="18" charset="0"/>
                                </a:rPr>
                              </m:ctrlPr>
                            </m:funcPr>
                            <m:fName>
                              <m:r>
                                <m:rPr>
                                  <m:sty m:val="p"/>
                                </m:rPr>
                                <a:rPr lang="pt-BR" b="0" i="0" smtClean="0">
                                  <a:latin typeface="Cambria Math" panose="02040503050406030204" pitchFamily="18" charset="0"/>
                                </a:rPr>
                                <m:t>sin</m:t>
                              </m:r>
                            </m:fName>
                            <m:e>
                              <m:r>
                                <a:rPr lang="pt-BR" i="1">
                                  <a:latin typeface="Cambria Math" panose="02040503050406030204" pitchFamily="18" charset="0"/>
                                </a:rPr>
                                <m:t>𝜃</m:t>
                              </m:r>
                            </m:e>
                          </m:func>
                        </m:e>
                      </m:d>
                      <m:acc>
                        <m:accPr>
                          <m:chr m:val="̂"/>
                          <m:ctrlPr>
                            <a:rPr lang="pt-BR" i="1">
                              <a:latin typeface="Cambria Math" panose="02040503050406030204" pitchFamily="18" charset="0"/>
                            </a:rPr>
                          </m:ctrlPr>
                        </m:accPr>
                        <m:e>
                          <m:r>
                            <a:rPr lang="pt-BR" b="1" i="1" smtClean="0">
                              <a:latin typeface="Cambria Math" panose="02040503050406030204" pitchFamily="18" charset="0"/>
                            </a:rPr>
                            <m:t>𝒚</m:t>
                          </m:r>
                        </m:e>
                      </m:acc>
                    </m:oMath>
                  </m:oMathPara>
                </a14:m>
                <a:endParaRPr lang="pt-BR"/>
              </a:p>
            </p:txBody>
          </p:sp>
        </mc:Choice>
        <mc:Fallback xmlns="">
          <p:sp>
            <p:nvSpPr>
              <p:cNvPr id="24" name="CaixaDeTexto 23">
                <a:extLst>
                  <a:ext uri="{FF2B5EF4-FFF2-40B4-BE49-F238E27FC236}">
                    <a16:creationId xmlns:a16="http://schemas.microsoft.com/office/drawing/2014/main" id="{519010FE-A28D-ED13-24AD-648D44AE4C64}"/>
                  </a:ext>
                </a:extLst>
              </p:cNvPr>
              <p:cNvSpPr txBox="1">
                <a:spLocks noRot="1" noChangeAspect="1" noMove="1" noResize="1" noEditPoints="1" noAdjustHandles="1" noChangeArrowheads="1" noChangeShapeType="1" noTextEdit="1"/>
              </p:cNvSpPr>
              <p:nvPr/>
            </p:nvSpPr>
            <p:spPr>
              <a:xfrm>
                <a:off x="5879976" y="1524491"/>
                <a:ext cx="4660571" cy="410497"/>
              </a:xfrm>
              <a:prstGeom prst="rect">
                <a:avLst/>
              </a:prstGeom>
              <a:blipFill>
                <a:blip r:embed="rId2"/>
                <a:stretch>
                  <a:fillRect r="-7068" b="-895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EE4B653B-E909-6FDF-6EFE-AEF0DADEF3E3}"/>
                  </a:ext>
                </a:extLst>
              </p:cNvPr>
              <p:cNvSpPr txBox="1"/>
              <p:nvPr/>
            </p:nvSpPr>
            <p:spPr>
              <a:xfrm>
                <a:off x="5879976" y="800708"/>
                <a:ext cx="4860540" cy="667747"/>
              </a:xfrm>
              <a:prstGeom prst="rect">
                <a:avLst/>
              </a:prstGeom>
              <a:noFill/>
            </p:spPr>
            <p:txBody>
              <a:bodyPr wrap="square">
                <a:spAutoFit/>
              </a:bodyPr>
              <a:lstStyle/>
              <a:p>
                <a:r>
                  <a:rPr lang="en-US"/>
                  <a:t>The outer boundary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𝑐</m:t>
                        </m:r>
                      </m:e>
                      <m:sub>
                        <m:r>
                          <a:rPr lang="en-US" i="1" smtClean="0">
                            <a:latin typeface="Cambria Math" panose="02040503050406030204" pitchFamily="18" charset="0"/>
                          </a:rPr>
                          <m:t>𝑝</m:t>
                        </m:r>
                      </m:sub>
                    </m:sSub>
                  </m:oMath>
                </a14:m>
                <a:r>
                  <a:rPr lang="en-US"/>
                  <a:t> of the </a:t>
                </a:r>
                <a:r>
                  <a:rPr lang="en-US" i="1"/>
                  <a:t>p</a:t>
                </a:r>
                <a:r>
                  <a:rPr lang="en-US"/>
                  <a:t>-th solid conductor </a:t>
                </a:r>
                <a:r>
                  <a:rPr lang="pt-BR"/>
                  <a:t>is traced by </a:t>
                </a:r>
                <a:r>
                  <a:rPr lang="en-US"/>
                  <a:t>the position vector:</a:t>
                </a:r>
                <a:endParaRPr lang="pt-BR"/>
              </a:p>
            </p:txBody>
          </p:sp>
        </mc:Choice>
        <mc:Fallback xmlns="">
          <p:sp>
            <p:nvSpPr>
              <p:cNvPr id="26" name="CaixaDeTexto 25">
                <a:extLst>
                  <a:ext uri="{FF2B5EF4-FFF2-40B4-BE49-F238E27FC236}">
                    <a16:creationId xmlns:a16="http://schemas.microsoft.com/office/drawing/2014/main" id="{EE4B653B-E909-6FDF-6EFE-AEF0DADEF3E3}"/>
                  </a:ext>
                </a:extLst>
              </p:cNvPr>
              <p:cNvSpPr txBox="1">
                <a:spLocks noRot="1" noChangeAspect="1" noMove="1" noResize="1" noEditPoints="1" noAdjustHandles="1" noChangeArrowheads="1" noChangeShapeType="1" noTextEdit="1"/>
              </p:cNvSpPr>
              <p:nvPr/>
            </p:nvSpPr>
            <p:spPr>
              <a:xfrm>
                <a:off x="5879976" y="800708"/>
                <a:ext cx="4860540" cy="667747"/>
              </a:xfrm>
              <a:prstGeom prst="rect">
                <a:avLst/>
              </a:prstGeom>
              <a:blipFill>
                <a:blip r:embed="rId3"/>
                <a:stretch>
                  <a:fillRect l="-1129" t="-2727"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BFE1C83B-9FA0-F85D-AADF-72DFC9173092}"/>
                  </a:ext>
                </a:extLst>
              </p:cNvPr>
              <p:cNvSpPr txBox="1"/>
              <p:nvPr/>
            </p:nvSpPr>
            <p:spPr>
              <a:xfrm>
                <a:off x="5878066" y="3102323"/>
                <a:ext cx="4611134" cy="4104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1" i="1" smtClean="0">
                                  <a:latin typeface="Cambria Math" panose="02040503050406030204" pitchFamily="18" charset="0"/>
                                </a:rPr>
                                <m:t>𝒓</m:t>
                              </m:r>
                            </m:e>
                          </m:acc>
                        </m:e>
                        <m:sub>
                          <m:r>
                            <a:rPr lang="pt-BR" b="0" i="1" smtClean="0">
                              <a:latin typeface="Cambria Math" panose="02040503050406030204" pitchFamily="18" charset="0"/>
                            </a:rPr>
                            <m:t>𝑞</m:t>
                          </m:r>
                        </m:sub>
                      </m:sSub>
                      <m:r>
                        <a:rPr lang="pt-BR" i="1">
                          <a:latin typeface="Cambria Math" panose="02040503050406030204" pitchFamily="18" charset="0"/>
                        </a:rPr>
                        <m:t>(</m:t>
                      </m:r>
                      <m:r>
                        <a:rPr lang="pt-BR" i="1">
                          <a:latin typeface="Cambria Math" panose="02040503050406030204" pitchFamily="18" charset="0"/>
                        </a:rPr>
                        <m:t>𝜃</m:t>
                      </m:r>
                      <m:r>
                        <a:rPr lang="pt-BR" i="1">
                          <a:latin typeface="Cambria Math" panose="02040503050406030204" pitchFamily="18" charset="0"/>
                        </a:rPr>
                        <m:t>)=</m:t>
                      </m:r>
                      <m:d>
                        <m:dPr>
                          <m:ctrlPr>
                            <a:rPr lang="pt-BR" b="0" i="1" smtClean="0">
                              <a:latin typeface="Cambria Math" panose="02040503050406030204" pitchFamily="18" charset="0"/>
                            </a:rPr>
                          </m:ctrlPr>
                        </m:d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ã</m:t>
                              </m:r>
                            </m:e>
                            <m:sub>
                              <m:r>
                                <a:rPr lang="pt-BR" b="0" i="1" smtClean="0">
                                  <a:latin typeface="Cambria Math" panose="02040503050406030204" pitchFamily="18" charset="0"/>
                                </a:rPr>
                                <m:t>𝑞</m:t>
                              </m:r>
                            </m:sub>
                          </m:sSub>
                          <m:func>
                            <m:funcPr>
                              <m:ctrlPr>
                                <a:rPr lang="pt-BR" b="0" i="1" smtClean="0">
                                  <a:latin typeface="Cambria Math" panose="02040503050406030204" pitchFamily="18" charset="0"/>
                                </a:rPr>
                              </m:ctrlPr>
                            </m:funcPr>
                            <m:fName>
                              <m:r>
                                <m:rPr>
                                  <m:sty m:val="p"/>
                                </m:rPr>
                                <a:rPr lang="pt-BR" b="0" i="0" smtClean="0">
                                  <a:latin typeface="Cambria Math" panose="02040503050406030204" pitchFamily="18" charset="0"/>
                                </a:rPr>
                                <m:t>cos</m:t>
                              </m:r>
                            </m:fName>
                            <m:e>
                              <m:r>
                                <a:rPr lang="pt-BR" b="0" i="1" smtClean="0">
                                  <a:latin typeface="Cambria Math" panose="02040503050406030204" pitchFamily="18" charset="0"/>
                                </a:rPr>
                                <m:t>𝜃</m:t>
                              </m:r>
                            </m:e>
                          </m:func>
                        </m:e>
                      </m:d>
                      <m:acc>
                        <m:accPr>
                          <m:chr m:val="̂"/>
                          <m:ctrlPr>
                            <a:rPr lang="pt-BR" b="0" i="1" smtClean="0">
                              <a:latin typeface="Cambria Math" panose="02040503050406030204" pitchFamily="18" charset="0"/>
                            </a:rPr>
                          </m:ctrlPr>
                        </m:accPr>
                        <m:e>
                          <m:r>
                            <a:rPr lang="pt-BR" b="1" i="1" smtClean="0">
                              <a:latin typeface="Cambria Math" panose="02040503050406030204" pitchFamily="18" charset="0"/>
                            </a:rPr>
                            <m:t>𝒙</m:t>
                          </m:r>
                        </m:e>
                      </m:acc>
                      <m:r>
                        <a:rPr lang="pt-BR" b="0" i="1" smtClean="0">
                          <a:latin typeface="Cambria Math" panose="02040503050406030204" pitchFamily="18" charset="0"/>
                        </a:rPr>
                        <m:t>+</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𝑞</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ã</m:t>
                              </m:r>
                            </m:e>
                            <m:sub>
                              <m:r>
                                <a:rPr lang="pt-BR" i="1">
                                  <a:latin typeface="Cambria Math" panose="02040503050406030204" pitchFamily="18" charset="0"/>
                                </a:rPr>
                                <m:t>𝑞</m:t>
                              </m:r>
                            </m:sub>
                          </m:sSub>
                          <m:func>
                            <m:funcPr>
                              <m:ctrlPr>
                                <a:rPr lang="pt-BR" i="1">
                                  <a:latin typeface="Cambria Math" panose="02040503050406030204" pitchFamily="18" charset="0"/>
                                </a:rPr>
                              </m:ctrlPr>
                            </m:funcPr>
                            <m:fName>
                              <m:r>
                                <m:rPr>
                                  <m:sty m:val="p"/>
                                </m:rPr>
                                <a:rPr lang="pt-BR" b="0" i="0" smtClean="0">
                                  <a:latin typeface="Cambria Math" panose="02040503050406030204" pitchFamily="18" charset="0"/>
                                </a:rPr>
                                <m:t>sin</m:t>
                              </m:r>
                            </m:fName>
                            <m:e>
                              <m:r>
                                <a:rPr lang="pt-BR" i="1">
                                  <a:latin typeface="Cambria Math" panose="02040503050406030204" pitchFamily="18" charset="0"/>
                                </a:rPr>
                                <m:t>𝜃</m:t>
                              </m:r>
                            </m:e>
                          </m:func>
                        </m:e>
                      </m:d>
                      <m:acc>
                        <m:accPr>
                          <m:chr m:val="̂"/>
                          <m:ctrlPr>
                            <a:rPr lang="pt-BR" i="1">
                              <a:latin typeface="Cambria Math" panose="02040503050406030204" pitchFamily="18" charset="0"/>
                            </a:rPr>
                          </m:ctrlPr>
                        </m:accPr>
                        <m:e>
                          <m:r>
                            <a:rPr lang="pt-BR" b="1" i="1" smtClean="0">
                              <a:latin typeface="Cambria Math" panose="02040503050406030204" pitchFamily="18" charset="0"/>
                            </a:rPr>
                            <m:t>𝒚</m:t>
                          </m:r>
                        </m:e>
                      </m:acc>
                    </m:oMath>
                  </m:oMathPara>
                </a14:m>
                <a:endParaRPr lang="pt-BR"/>
              </a:p>
            </p:txBody>
          </p:sp>
        </mc:Choice>
        <mc:Fallback xmlns="">
          <p:sp>
            <p:nvSpPr>
              <p:cNvPr id="27" name="CaixaDeTexto 26">
                <a:extLst>
                  <a:ext uri="{FF2B5EF4-FFF2-40B4-BE49-F238E27FC236}">
                    <a16:creationId xmlns:a16="http://schemas.microsoft.com/office/drawing/2014/main" id="{BFE1C83B-9FA0-F85D-AADF-72DFC9173092}"/>
                  </a:ext>
                </a:extLst>
              </p:cNvPr>
              <p:cNvSpPr txBox="1">
                <a:spLocks noRot="1" noChangeAspect="1" noMove="1" noResize="1" noEditPoints="1" noAdjustHandles="1" noChangeArrowheads="1" noChangeShapeType="1" noTextEdit="1"/>
              </p:cNvSpPr>
              <p:nvPr/>
            </p:nvSpPr>
            <p:spPr>
              <a:xfrm>
                <a:off x="5878066" y="3102323"/>
                <a:ext cx="4611134" cy="410497"/>
              </a:xfrm>
              <a:prstGeom prst="rect">
                <a:avLst/>
              </a:prstGeom>
              <a:blipFill>
                <a:blip r:embed="rId4"/>
                <a:stretch>
                  <a:fillRect r="-7266" b="-746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981A3500-9298-24EF-3DB2-3620D9F67319}"/>
                  </a:ext>
                </a:extLst>
              </p:cNvPr>
              <p:cNvSpPr txBox="1"/>
              <p:nvPr/>
            </p:nvSpPr>
            <p:spPr>
              <a:xfrm>
                <a:off x="5878066" y="2378540"/>
                <a:ext cx="4356484" cy="667747"/>
              </a:xfrm>
              <a:prstGeom prst="rect">
                <a:avLst/>
              </a:prstGeom>
              <a:noFill/>
            </p:spPr>
            <p:txBody>
              <a:bodyPr wrap="square">
                <a:spAutoFit/>
              </a:bodyPr>
              <a:lstStyle/>
              <a:p>
                <a:r>
                  <a:rPr lang="en-US"/>
                  <a:t>The inner boundary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pt-BR" b="0" i="1" smtClean="0">
                                <a:latin typeface="Cambria Math" panose="02040503050406030204" pitchFamily="18" charset="0"/>
                              </a:rPr>
                              <m:t>𝑐</m:t>
                            </m:r>
                          </m:e>
                        </m:acc>
                      </m:e>
                      <m:sub>
                        <m:r>
                          <a:rPr lang="pt-BR" b="0" i="1" smtClean="0">
                            <a:latin typeface="Cambria Math" panose="02040503050406030204" pitchFamily="18" charset="0"/>
                          </a:rPr>
                          <m:t>𝑞</m:t>
                        </m:r>
                      </m:sub>
                    </m:sSub>
                  </m:oMath>
                </a14:m>
                <a:r>
                  <a:rPr lang="en-US"/>
                  <a:t> of the </a:t>
                </a:r>
                <a:r>
                  <a:rPr lang="en-US" i="1"/>
                  <a:t>q</a:t>
                </a:r>
                <a:r>
                  <a:rPr lang="en-US"/>
                  <a:t>-th hollow conductor </a:t>
                </a:r>
                <a:r>
                  <a:rPr lang="pt-BR"/>
                  <a:t>is traced by </a:t>
                </a:r>
                <a:r>
                  <a:rPr lang="en-US"/>
                  <a:t>the position vector:</a:t>
                </a:r>
                <a:endParaRPr lang="pt-BR"/>
              </a:p>
            </p:txBody>
          </p:sp>
        </mc:Choice>
        <mc:Fallback xmlns="">
          <p:sp>
            <p:nvSpPr>
              <p:cNvPr id="28" name="CaixaDeTexto 27">
                <a:extLst>
                  <a:ext uri="{FF2B5EF4-FFF2-40B4-BE49-F238E27FC236}">
                    <a16:creationId xmlns:a16="http://schemas.microsoft.com/office/drawing/2014/main" id="{981A3500-9298-24EF-3DB2-3620D9F67319}"/>
                  </a:ext>
                </a:extLst>
              </p:cNvPr>
              <p:cNvSpPr txBox="1">
                <a:spLocks noRot="1" noChangeAspect="1" noMove="1" noResize="1" noEditPoints="1" noAdjustHandles="1" noChangeArrowheads="1" noChangeShapeType="1" noTextEdit="1"/>
              </p:cNvSpPr>
              <p:nvPr/>
            </p:nvSpPr>
            <p:spPr>
              <a:xfrm>
                <a:off x="5878066" y="2378540"/>
                <a:ext cx="4356484" cy="667747"/>
              </a:xfrm>
              <a:prstGeom prst="rect">
                <a:avLst/>
              </a:prstGeom>
              <a:blipFill>
                <a:blip r:embed="rId5"/>
                <a:stretch>
                  <a:fillRect l="-1119" t="-2727" r="-559" b="-13636"/>
                </a:stretch>
              </a:blipFill>
            </p:spPr>
            <p:txBody>
              <a:bodyPr/>
              <a:lstStyle/>
              <a:p>
                <a:r>
                  <a:rPr lang="pt-BR">
                    <a:noFill/>
                  </a:rPr>
                  <a:t> </a:t>
                </a:r>
              </a:p>
            </p:txBody>
          </p:sp>
        </mc:Fallback>
      </mc:AlternateContent>
      <p:grpSp>
        <p:nvGrpSpPr>
          <p:cNvPr id="56" name="Agrupar 55">
            <a:extLst>
              <a:ext uri="{FF2B5EF4-FFF2-40B4-BE49-F238E27FC236}">
                <a16:creationId xmlns:a16="http://schemas.microsoft.com/office/drawing/2014/main" id="{69849317-4289-4816-37C0-C235B2D0A525}"/>
              </a:ext>
            </a:extLst>
          </p:cNvPr>
          <p:cNvGrpSpPr/>
          <p:nvPr/>
        </p:nvGrpSpPr>
        <p:grpSpPr>
          <a:xfrm>
            <a:off x="1383665" y="1897914"/>
            <a:ext cx="3017520" cy="3017520"/>
            <a:chOff x="2359606" y="1501140"/>
            <a:chExt cx="3017520" cy="3017520"/>
          </a:xfrm>
        </p:grpSpPr>
        <p:grpSp>
          <p:nvGrpSpPr>
            <p:cNvPr id="47" name="Agrupar 46">
              <a:extLst>
                <a:ext uri="{FF2B5EF4-FFF2-40B4-BE49-F238E27FC236}">
                  <a16:creationId xmlns:a16="http://schemas.microsoft.com/office/drawing/2014/main" id="{02A6AEFF-8F1E-2710-8B54-090A6CCD236B}"/>
                </a:ext>
              </a:extLst>
            </p:cNvPr>
            <p:cNvGrpSpPr/>
            <p:nvPr/>
          </p:nvGrpSpPr>
          <p:grpSpPr>
            <a:xfrm>
              <a:off x="2359606" y="1501140"/>
              <a:ext cx="3017520" cy="3017520"/>
              <a:chOff x="2359606" y="1501140"/>
              <a:chExt cx="3017520" cy="3017520"/>
            </a:xfrm>
          </p:grpSpPr>
          <p:sp>
            <p:nvSpPr>
              <p:cNvPr id="5" name="Elipse 4">
                <a:extLst>
                  <a:ext uri="{FF2B5EF4-FFF2-40B4-BE49-F238E27FC236}">
                    <a16:creationId xmlns:a16="http://schemas.microsoft.com/office/drawing/2014/main" id="{A790BCCD-0592-6FA6-98D3-8B64D7FAE891}"/>
                  </a:ext>
                </a:extLst>
              </p:cNvPr>
              <p:cNvSpPr/>
              <p:nvPr/>
            </p:nvSpPr>
            <p:spPr>
              <a:xfrm>
                <a:off x="2359606" y="1501140"/>
                <a:ext cx="3017520" cy="301752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69114C4F-64AB-6A78-B6EE-AEA07FB686E0}"/>
                  </a:ext>
                </a:extLst>
              </p:cNvPr>
              <p:cNvSpPr/>
              <p:nvPr/>
            </p:nvSpPr>
            <p:spPr>
              <a:xfrm>
                <a:off x="2588206" y="1729740"/>
                <a:ext cx="2560320" cy="2560320"/>
              </a:xfrm>
              <a:prstGeom prst="ellipse">
                <a:avLst/>
              </a:prstGeom>
              <a:solidFill>
                <a:schemeClr val="bg1"/>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4" name="Elipse 3">
              <a:extLst>
                <a:ext uri="{FF2B5EF4-FFF2-40B4-BE49-F238E27FC236}">
                  <a16:creationId xmlns:a16="http://schemas.microsoft.com/office/drawing/2014/main" id="{C76A7462-D439-59A9-E49B-36E11E1CBD8A}"/>
                </a:ext>
              </a:extLst>
            </p:cNvPr>
            <p:cNvSpPr/>
            <p:nvPr/>
          </p:nvSpPr>
          <p:spPr>
            <a:xfrm>
              <a:off x="3365446" y="2506980"/>
              <a:ext cx="1005840" cy="100584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nvGrpSpPr>
            <p:cNvPr id="11" name="Agrupar 10">
              <a:extLst>
                <a:ext uri="{FF2B5EF4-FFF2-40B4-BE49-F238E27FC236}">
                  <a16:creationId xmlns:a16="http://schemas.microsoft.com/office/drawing/2014/main" id="{B725C6F1-FEB8-527C-FD07-DF78751834DF}"/>
                </a:ext>
              </a:extLst>
            </p:cNvPr>
            <p:cNvGrpSpPr/>
            <p:nvPr/>
          </p:nvGrpSpPr>
          <p:grpSpPr>
            <a:xfrm>
              <a:off x="2815378" y="2199093"/>
              <a:ext cx="1052988" cy="807024"/>
              <a:chOff x="2815378" y="2003719"/>
              <a:chExt cx="1052988" cy="807024"/>
            </a:xfrm>
          </p:grpSpPr>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3D182A42-E5E7-B186-2FC6-5A479E3E5707}"/>
                      </a:ext>
                    </a:extLst>
                  </p:cNvPr>
                  <p:cNvSpPr txBox="1"/>
                  <p:nvPr/>
                </p:nvSpPr>
                <p:spPr>
                  <a:xfrm>
                    <a:off x="2934888" y="2003719"/>
                    <a:ext cx="399661"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ã</m:t>
                              </m:r>
                            </m:e>
                            <m:sub>
                              <m:r>
                                <a:rPr lang="pt-BR" sz="1400" b="0" i="1" smtClean="0">
                                  <a:latin typeface="Cambria Math" panose="02040503050406030204" pitchFamily="18" charset="0"/>
                                </a:rPr>
                                <m:t>𝑞</m:t>
                              </m:r>
                            </m:sub>
                          </m:sSub>
                        </m:oMath>
                      </m:oMathPara>
                    </a14:m>
                    <a:endParaRPr lang="pt-BR" sz="1400"/>
                  </a:p>
                </p:txBody>
              </p:sp>
            </mc:Choice>
            <mc:Fallback xmlns="">
              <p:sp>
                <p:nvSpPr>
                  <p:cNvPr id="13" name="CaixaDeTexto 12">
                    <a:extLst>
                      <a:ext uri="{FF2B5EF4-FFF2-40B4-BE49-F238E27FC236}">
                        <a16:creationId xmlns:a16="http://schemas.microsoft.com/office/drawing/2014/main" id="{3D182A42-E5E7-B186-2FC6-5A479E3E5707}"/>
                      </a:ext>
                    </a:extLst>
                  </p:cNvPr>
                  <p:cNvSpPr txBox="1">
                    <a:spLocks noRot="1" noChangeAspect="1" noMove="1" noResize="1" noEditPoints="1" noAdjustHandles="1" noChangeArrowheads="1" noChangeShapeType="1" noTextEdit="1"/>
                  </p:cNvSpPr>
                  <p:nvPr/>
                </p:nvSpPr>
                <p:spPr>
                  <a:xfrm>
                    <a:off x="2934888" y="2003719"/>
                    <a:ext cx="399661" cy="324384"/>
                  </a:xfrm>
                  <a:prstGeom prst="rect">
                    <a:avLst/>
                  </a:prstGeom>
                  <a:blipFill>
                    <a:blip r:embed="rId6"/>
                    <a:stretch>
                      <a:fillRect/>
                    </a:stretch>
                  </a:blipFill>
                </p:spPr>
                <p:txBody>
                  <a:bodyPr/>
                  <a:lstStyle/>
                  <a:p>
                    <a:r>
                      <a:rPr lang="pt-BR">
                        <a:noFill/>
                      </a:rPr>
                      <a:t> </a:t>
                    </a:r>
                  </a:p>
                </p:txBody>
              </p:sp>
            </mc:Fallback>
          </mc:AlternateContent>
          <p:cxnSp>
            <p:nvCxnSpPr>
              <p:cNvPr id="12" name="Conector de Seta Reta 11">
                <a:extLst>
                  <a:ext uri="{FF2B5EF4-FFF2-40B4-BE49-F238E27FC236}">
                    <a16:creationId xmlns:a16="http://schemas.microsoft.com/office/drawing/2014/main" id="{2317D872-F0FF-10E8-5C7F-43824B60DF7F}"/>
                  </a:ext>
                </a:extLst>
              </p:cNvPr>
              <p:cNvCxnSpPr>
                <a:cxnSpLocks/>
              </p:cNvCxnSpPr>
              <p:nvPr/>
            </p:nvCxnSpPr>
            <p:spPr>
              <a:xfrm flipH="1" flipV="1">
                <a:off x="2815378" y="2101674"/>
                <a:ext cx="1052988" cy="7090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0" name="Agrupar 9">
              <a:extLst>
                <a:ext uri="{FF2B5EF4-FFF2-40B4-BE49-F238E27FC236}">
                  <a16:creationId xmlns:a16="http://schemas.microsoft.com/office/drawing/2014/main" id="{D8190230-0465-8203-2D13-F8132AE1300E}"/>
                </a:ext>
              </a:extLst>
            </p:cNvPr>
            <p:cNvGrpSpPr/>
            <p:nvPr/>
          </p:nvGrpSpPr>
          <p:grpSpPr>
            <a:xfrm>
              <a:off x="3685251" y="2482747"/>
              <a:ext cx="421513" cy="525262"/>
              <a:chOff x="3685251" y="2484638"/>
              <a:chExt cx="421513" cy="525262"/>
            </a:xfrm>
          </p:grpSpPr>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D6D1BC4F-CC6E-E8FD-737E-171CB0FCC9ED}"/>
                      </a:ext>
                    </a:extLst>
                  </p:cNvPr>
                  <p:cNvSpPr txBox="1"/>
                  <p:nvPr/>
                </p:nvSpPr>
                <p:spPr>
                  <a:xfrm>
                    <a:off x="3685251" y="248463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i="1" smtClean="0">
                                  <a:latin typeface="Cambria Math" panose="02040503050406030204" pitchFamily="18" charset="0"/>
                                </a:rPr>
                                <m:t>𝑝</m:t>
                              </m:r>
                            </m:sub>
                          </m:sSub>
                        </m:oMath>
                      </m:oMathPara>
                    </a14:m>
                    <a:endParaRPr lang="pt-BR" sz="1400"/>
                  </a:p>
                </p:txBody>
              </p:sp>
            </mc:Choice>
            <mc:Fallback xmlns="">
              <p:sp>
                <p:nvSpPr>
                  <p:cNvPr id="9" name="CaixaDeTexto 8">
                    <a:extLst>
                      <a:ext uri="{FF2B5EF4-FFF2-40B4-BE49-F238E27FC236}">
                        <a16:creationId xmlns:a16="http://schemas.microsoft.com/office/drawing/2014/main" id="{D6D1BC4F-CC6E-E8FD-737E-171CB0FCC9ED}"/>
                      </a:ext>
                    </a:extLst>
                  </p:cNvPr>
                  <p:cNvSpPr txBox="1">
                    <a:spLocks noRot="1" noChangeAspect="1" noMove="1" noResize="1" noEditPoints="1" noAdjustHandles="1" noChangeArrowheads="1" noChangeShapeType="1" noTextEdit="1"/>
                  </p:cNvSpPr>
                  <p:nvPr/>
                </p:nvSpPr>
                <p:spPr>
                  <a:xfrm>
                    <a:off x="3685251" y="2484638"/>
                    <a:ext cx="411715" cy="324384"/>
                  </a:xfrm>
                  <a:prstGeom prst="rect">
                    <a:avLst/>
                  </a:prstGeom>
                  <a:blipFill>
                    <a:blip r:embed="rId7"/>
                    <a:stretch>
                      <a:fillRect/>
                    </a:stretch>
                  </a:blipFill>
                </p:spPr>
                <p:txBody>
                  <a:bodyPr/>
                  <a:lstStyle/>
                  <a:p>
                    <a:r>
                      <a:rPr lang="pt-BR">
                        <a:noFill/>
                      </a:rPr>
                      <a:t> </a:t>
                    </a:r>
                  </a:p>
                </p:txBody>
              </p:sp>
            </mc:Fallback>
          </mc:AlternateContent>
          <p:cxnSp>
            <p:nvCxnSpPr>
              <p:cNvPr id="8" name="Conector de Seta Reta 7">
                <a:extLst>
                  <a:ext uri="{FF2B5EF4-FFF2-40B4-BE49-F238E27FC236}">
                    <a16:creationId xmlns:a16="http://schemas.microsoft.com/office/drawing/2014/main" id="{16333C01-A1EF-680C-5ACB-C3A2A8B51C86}"/>
                  </a:ext>
                </a:extLst>
              </p:cNvPr>
              <p:cNvCxnSpPr>
                <a:cxnSpLocks/>
              </p:cNvCxnSpPr>
              <p:nvPr/>
            </p:nvCxnSpPr>
            <p:spPr>
              <a:xfrm flipV="1">
                <a:off x="3868366" y="2578740"/>
                <a:ext cx="238398" cy="4311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6" name="Agrupar 15">
              <a:extLst>
                <a:ext uri="{FF2B5EF4-FFF2-40B4-BE49-F238E27FC236}">
                  <a16:creationId xmlns:a16="http://schemas.microsoft.com/office/drawing/2014/main" id="{042E598C-E030-220C-1061-CC1FE3CDD6AB}"/>
                </a:ext>
              </a:extLst>
            </p:cNvPr>
            <p:cNvGrpSpPr/>
            <p:nvPr/>
          </p:nvGrpSpPr>
          <p:grpSpPr>
            <a:xfrm>
              <a:off x="2415168" y="2614131"/>
              <a:ext cx="1441768" cy="388639"/>
              <a:chOff x="2262768" y="2266357"/>
              <a:chExt cx="1441768" cy="388639"/>
            </a:xfrm>
          </p:grpSpPr>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94868671-F1EC-D102-EEF5-BFD590B2A848}"/>
                      </a:ext>
                    </a:extLst>
                  </p:cNvPr>
                  <p:cNvSpPr txBox="1"/>
                  <p:nvPr/>
                </p:nvSpPr>
                <p:spPr>
                  <a:xfrm>
                    <a:off x="2435806" y="2297165"/>
                    <a:ext cx="41088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18" name="CaixaDeTexto 17">
                    <a:extLst>
                      <a:ext uri="{FF2B5EF4-FFF2-40B4-BE49-F238E27FC236}">
                        <a16:creationId xmlns:a16="http://schemas.microsoft.com/office/drawing/2014/main" id="{94868671-F1EC-D102-EEF5-BFD590B2A848}"/>
                      </a:ext>
                    </a:extLst>
                  </p:cNvPr>
                  <p:cNvSpPr txBox="1">
                    <a:spLocks noRot="1" noChangeAspect="1" noMove="1" noResize="1" noEditPoints="1" noAdjustHandles="1" noChangeArrowheads="1" noChangeShapeType="1" noTextEdit="1"/>
                  </p:cNvSpPr>
                  <p:nvPr/>
                </p:nvSpPr>
                <p:spPr>
                  <a:xfrm>
                    <a:off x="2435806" y="2297165"/>
                    <a:ext cx="410882" cy="324384"/>
                  </a:xfrm>
                  <a:prstGeom prst="rect">
                    <a:avLst/>
                  </a:prstGeom>
                  <a:blipFill>
                    <a:blip r:embed="rId8"/>
                    <a:stretch>
                      <a:fillRect/>
                    </a:stretch>
                  </a:blipFill>
                </p:spPr>
                <p:txBody>
                  <a:bodyPr/>
                  <a:lstStyle/>
                  <a:p>
                    <a:r>
                      <a:rPr lang="pt-BR">
                        <a:noFill/>
                      </a:rPr>
                      <a:t> </a:t>
                    </a:r>
                  </a:p>
                </p:txBody>
              </p:sp>
            </mc:Fallback>
          </mc:AlternateContent>
          <p:cxnSp>
            <p:nvCxnSpPr>
              <p:cNvPr id="17" name="Conector de Seta Reta 16">
                <a:extLst>
                  <a:ext uri="{FF2B5EF4-FFF2-40B4-BE49-F238E27FC236}">
                    <a16:creationId xmlns:a16="http://schemas.microsoft.com/office/drawing/2014/main" id="{866AF87F-505B-F351-950E-30F67CF80CFB}"/>
                  </a:ext>
                </a:extLst>
              </p:cNvPr>
              <p:cNvCxnSpPr>
                <a:cxnSpLocks/>
              </p:cNvCxnSpPr>
              <p:nvPr/>
            </p:nvCxnSpPr>
            <p:spPr>
              <a:xfrm flipH="1" flipV="1">
                <a:off x="2262768" y="2266357"/>
                <a:ext cx="1441768" cy="3886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6" name="Agrupar 45">
              <a:extLst>
                <a:ext uri="{FF2B5EF4-FFF2-40B4-BE49-F238E27FC236}">
                  <a16:creationId xmlns:a16="http://schemas.microsoft.com/office/drawing/2014/main" id="{00E83108-1D67-12BC-415F-C7F7852C4067}"/>
                </a:ext>
              </a:extLst>
            </p:cNvPr>
            <p:cNvGrpSpPr/>
            <p:nvPr/>
          </p:nvGrpSpPr>
          <p:grpSpPr>
            <a:xfrm>
              <a:off x="3388306" y="2714808"/>
              <a:ext cx="984297" cy="642184"/>
              <a:chOff x="3388306" y="2714808"/>
              <a:chExt cx="984297" cy="642184"/>
            </a:xfrm>
          </p:grpSpPr>
          <p:cxnSp>
            <p:nvCxnSpPr>
              <p:cNvPr id="31" name="Conector reto 30">
                <a:extLst>
                  <a:ext uri="{FF2B5EF4-FFF2-40B4-BE49-F238E27FC236}">
                    <a16:creationId xmlns:a16="http://schemas.microsoft.com/office/drawing/2014/main" id="{40E34457-C7BD-F071-B7A8-05CE571C8FD5}"/>
                  </a:ext>
                </a:extLst>
              </p:cNvPr>
              <p:cNvCxnSpPr>
                <a:cxnSpLocks/>
              </p:cNvCxnSpPr>
              <p:nvPr/>
            </p:nvCxnSpPr>
            <p:spPr>
              <a:xfrm>
                <a:off x="3865069" y="3007739"/>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Arco 35">
                <a:extLst>
                  <a:ext uri="{FF2B5EF4-FFF2-40B4-BE49-F238E27FC236}">
                    <a16:creationId xmlns:a16="http://schemas.microsoft.com/office/drawing/2014/main" id="{83766EF1-5858-97F9-F4CF-A46D5F5D86B9}"/>
                  </a:ext>
                </a:extLst>
              </p:cNvPr>
              <p:cNvSpPr/>
              <p:nvPr/>
            </p:nvSpPr>
            <p:spPr>
              <a:xfrm>
                <a:off x="3388306" y="2813055"/>
                <a:ext cx="668368" cy="543937"/>
              </a:xfrm>
              <a:prstGeom prst="arc">
                <a:avLst>
                  <a:gd name="adj1" fmla="val 19141158"/>
                  <a:gd name="adj2" fmla="val 20625809"/>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B98586CE-3161-F8D5-0268-FDA3A4869381}"/>
                      </a:ext>
                    </a:extLst>
                  </p:cNvPr>
                  <p:cNvSpPr txBox="1"/>
                  <p:nvPr/>
                </p:nvSpPr>
                <p:spPr>
                  <a:xfrm>
                    <a:off x="3928471" y="2714808"/>
                    <a:ext cx="40280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i="1" smtClean="0">
                                  <a:latin typeface="Cambria Math" panose="02040503050406030204" pitchFamily="18" charset="0"/>
                                </a:rPr>
                                <m:t>𝜃</m:t>
                              </m:r>
                            </m:e>
                            <m:sub>
                              <m:r>
                                <a:rPr lang="pt-BR" sz="1400" b="0" i="1" smtClean="0">
                                  <a:latin typeface="Cambria Math" panose="02040503050406030204" pitchFamily="18" charset="0"/>
                                </a:rPr>
                                <m:t>𝑝</m:t>
                              </m:r>
                            </m:sub>
                          </m:sSub>
                        </m:oMath>
                      </m:oMathPara>
                    </a14:m>
                    <a:endParaRPr lang="pt-BR" sz="1400"/>
                  </a:p>
                </p:txBody>
              </p:sp>
            </mc:Choice>
            <mc:Fallback xmlns="">
              <p:sp>
                <p:nvSpPr>
                  <p:cNvPr id="45" name="CaixaDeTexto 44">
                    <a:extLst>
                      <a:ext uri="{FF2B5EF4-FFF2-40B4-BE49-F238E27FC236}">
                        <a16:creationId xmlns:a16="http://schemas.microsoft.com/office/drawing/2014/main" id="{B98586CE-3161-F8D5-0268-FDA3A4869381}"/>
                      </a:ext>
                    </a:extLst>
                  </p:cNvPr>
                  <p:cNvSpPr txBox="1">
                    <a:spLocks noRot="1" noChangeAspect="1" noMove="1" noResize="1" noEditPoints="1" noAdjustHandles="1" noChangeArrowheads="1" noChangeShapeType="1" noTextEdit="1"/>
                  </p:cNvSpPr>
                  <p:nvPr/>
                </p:nvSpPr>
                <p:spPr>
                  <a:xfrm>
                    <a:off x="3928471" y="2714808"/>
                    <a:ext cx="402803" cy="324384"/>
                  </a:xfrm>
                  <a:prstGeom prst="rect">
                    <a:avLst/>
                  </a:prstGeom>
                  <a:blipFill>
                    <a:blip r:embed="rId9"/>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F76CB65A-3816-875D-BD0D-2582429129A7}"/>
                    </a:ext>
                  </a:extLst>
                </p:cNvPr>
                <p:cNvSpPr txBox="1"/>
                <p:nvPr/>
              </p:nvSpPr>
              <p:spPr>
                <a:xfrm>
                  <a:off x="3548397" y="2984688"/>
                  <a:ext cx="667169"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m:t>
                        </m:r>
                        <m:sSub>
                          <m:sSubPr>
                            <m:ctrlPr>
                              <a:rPr lang="pt-BR" sz="1100" i="1" smtClean="0">
                                <a:latin typeface="Cambria Math" panose="02040503050406030204" pitchFamily="18" charset="0"/>
                              </a:rPr>
                            </m:ctrlPr>
                          </m:sSubPr>
                          <m:e>
                            <m:r>
                              <a:rPr lang="pt-BR" sz="1100" b="0" i="1" smtClean="0">
                                <a:latin typeface="Cambria Math" panose="02040503050406030204" pitchFamily="18" charset="0"/>
                              </a:rPr>
                              <m:t>𝑥</m:t>
                            </m:r>
                          </m:e>
                          <m:sub>
                            <m:r>
                              <a:rPr lang="pt-BR" sz="1100" i="1" smtClean="0">
                                <a:latin typeface="Cambria Math" panose="02040503050406030204" pitchFamily="18" charset="0"/>
                              </a:rPr>
                              <m:t>𝑝</m:t>
                            </m:r>
                          </m:sub>
                        </m:sSub>
                        <m:r>
                          <a:rPr lang="pt-BR" sz="1100" b="0" i="1" smtClean="0">
                            <a:latin typeface="Cambria Math" panose="02040503050406030204" pitchFamily="18" charset="0"/>
                          </a:rPr>
                          <m:t>,</m:t>
                        </m:r>
                        <m:sSub>
                          <m:sSubPr>
                            <m:ctrlPr>
                              <a:rPr lang="pt-BR" sz="1100" b="0" i="1" smtClean="0">
                                <a:latin typeface="Cambria Math" panose="02040503050406030204" pitchFamily="18" charset="0"/>
                              </a:rPr>
                            </m:ctrlPr>
                          </m:sSubPr>
                          <m:e>
                            <m:r>
                              <a:rPr lang="pt-BR" sz="1100" b="0" i="1" smtClean="0">
                                <a:latin typeface="Cambria Math" panose="02040503050406030204" pitchFamily="18" charset="0"/>
                              </a:rPr>
                              <m:t>𝑦</m:t>
                            </m:r>
                          </m:e>
                          <m:sub>
                            <m:r>
                              <a:rPr lang="pt-BR" sz="1100" b="0" i="1" smtClean="0">
                                <a:latin typeface="Cambria Math" panose="02040503050406030204" pitchFamily="18" charset="0"/>
                              </a:rPr>
                              <m:t>𝑝</m:t>
                            </m:r>
                          </m:sub>
                        </m:sSub>
                        <m:r>
                          <a:rPr lang="pt-BR" sz="1100" b="0" i="1" smtClean="0">
                            <a:latin typeface="Cambria Math" panose="02040503050406030204" pitchFamily="18" charset="0"/>
                          </a:rPr>
                          <m:t>)</m:t>
                        </m:r>
                      </m:oMath>
                    </m:oMathPara>
                  </a14:m>
                  <a:endParaRPr lang="pt-BR" sz="1100"/>
                </a:p>
              </p:txBody>
            </p:sp>
          </mc:Choice>
          <mc:Fallback xmlns="">
            <p:sp>
              <p:nvSpPr>
                <p:cNvPr id="49" name="CaixaDeTexto 48">
                  <a:extLst>
                    <a:ext uri="{FF2B5EF4-FFF2-40B4-BE49-F238E27FC236}">
                      <a16:creationId xmlns:a16="http://schemas.microsoft.com/office/drawing/2014/main" id="{F76CB65A-3816-875D-BD0D-2582429129A7}"/>
                    </a:ext>
                  </a:extLst>
                </p:cNvPr>
                <p:cNvSpPr txBox="1">
                  <a:spLocks noRot="1" noChangeAspect="1" noMove="1" noResize="1" noEditPoints="1" noAdjustHandles="1" noChangeArrowheads="1" noChangeShapeType="1" noTextEdit="1"/>
                </p:cNvSpPr>
                <p:nvPr/>
              </p:nvSpPr>
              <p:spPr>
                <a:xfrm>
                  <a:off x="3548397" y="2984688"/>
                  <a:ext cx="667169" cy="274627"/>
                </a:xfrm>
                <a:prstGeom prst="rect">
                  <a:avLst/>
                </a:prstGeom>
                <a:blipFill>
                  <a:blip r:embed="rId10"/>
                  <a:stretch>
                    <a:fillRect b="-2222"/>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85BB0B71-AFDA-32E2-DA28-2E9CE38FA807}"/>
                  </a:ext>
                </a:extLst>
              </p:cNvPr>
              <p:cNvSpPr txBox="1"/>
              <p:nvPr/>
            </p:nvSpPr>
            <p:spPr>
              <a:xfrm>
                <a:off x="5807968" y="4141038"/>
                <a:ext cx="2688927"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i="1" smtClean="0">
                              <a:latin typeface="Cambria Math" panose="02040503050406030204" pitchFamily="18" charset="0"/>
                            </a:rPr>
                            <m:t>𝑑</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rad>
                        <m:radPr>
                          <m:degHide m:val="on"/>
                          <m:ctrlPr>
                            <a:rPr lang="pt-BR" b="0" i="1" smtClean="0">
                              <a:latin typeface="Cambria Math" panose="02040503050406030204" pitchFamily="18" charset="0"/>
                            </a:rPr>
                          </m:ctrlPr>
                        </m:radPr>
                        <m:deg/>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𝑥</m:t>
                              </m:r>
                            </m:e>
                            <m:sub>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𝑞</m:t>
                              </m:r>
                            </m:sub>
                            <m:sup>
                              <m:r>
                                <a:rPr lang="pt-BR" b="0" i="1" smtClean="0">
                                  <a:latin typeface="Cambria Math" panose="02040503050406030204" pitchFamily="18" charset="0"/>
                                </a:rPr>
                                <m:t>2</m:t>
                              </m:r>
                            </m:sup>
                          </m:sSubSup>
                          <m:r>
                            <a:rPr lang="pt-BR" b="0" i="1" smtClean="0">
                              <a:latin typeface="Cambria Math" panose="02040503050406030204" pitchFamily="18" charset="0"/>
                            </a:rPr>
                            <m:t>+</m:t>
                          </m:r>
                          <m:sSubSup>
                            <m:sSubSupPr>
                              <m:ctrlPr>
                                <a:rPr lang="pt-BR" i="1">
                                  <a:latin typeface="Cambria Math" panose="02040503050406030204" pitchFamily="18" charset="0"/>
                                </a:rPr>
                              </m:ctrlPr>
                            </m:sSubSupPr>
                            <m:e>
                              <m:r>
                                <a:rPr lang="pt-BR" b="0" i="1" smtClean="0">
                                  <a:latin typeface="Cambria Math" panose="02040503050406030204" pitchFamily="18" charset="0"/>
                                </a:rPr>
                                <m:t>𝑦</m:t>
                              </m:r>
                            </m:e>
                            <m:sub>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𝑞</m:t>
                              </m:r>
                            </m:sub>
                            <m:sup>
                              <m:r>
                                <a:rPr lang="pt-BR" i="1">
                                  <a:latin typeface="Cambria Math" panose="02040503050406030204" pitchFamily="18" charset="0"/>
                                </a:rPr>
                                <m:t>2</m:t>
                              </m:r>
                            </m:sup>
                          </m:sSubSup>
                        </m:e>
                      </m:rad>
                      <m:r>
                        <a:rPr lang="pt-BR" b="0" i="1" smtClean="0">
                          <a:latin typeface="Cambria Math" panose="02040503050406030204" pitchFamily="18" charset="0"/>
                        </a:rPr>
                        <m:t>=0 </m:t>
                      </m:r>
                    </m:oMath>
                  </m:oMathPara>
                </a14:m>
                <a:endParaRPr lang="pt-BR"/>
              </a:p>
            </p:txBody>
          </p:sp>
        </mc:Choice>
        <mc:Fallback xmlns="">
          <p:sp>
            <p:nvSpPr>
              <p:cNvPr id="58" name="CaixaDeTexto 57">
                <a:extLst>
                  <a:ext uri="{FF2B5EF4-FFF2-40B4-BE49-F238E27FC236}">
                    <a16:creationId xmlns:a16="http://schemas.microsoft.com/office/drawing/2014/main" id="{85BB0B71-AFDA-32E2-DA28-2E9CE38FA807}"/>
                  </a:ext>
                </a:extLst>
              </p:cNvPr>
              <p:cNvSpPr txBox="1">
                <a:spLocks noRot="1" noChangeAspect="1" noMove="1" noResize="1" noEditPoints="1" noAdjustHandles="1" noChangeArrowheads="1" noChangeShapeType="1" noTextEdit="1"/>
              </p:cNvSpPr>
              <p:nvPr/>
            </p:nvSpPr>
            <p:spPr>
              <a:xfrm>
                <a:off x="5807968" y="4141038"/>
                <a:ext cx="2688927" cy="656013"/>
              </a:xfrm>
              <a:prstGeom prst="rect">
                <a:avLst/>
              </a:prstGeom>
              <a:blipFill>
                <a:blip r:embed="rId11"/>
                <a:stretch>
                  <a:fillRect/>
                </a:stretch>
              </a:blipFill>
            </p:spPr>
            <p:txBody>
              <a:bodyPr/>
              <a:lstStyle/>
              <a:p>
                <a:r>
                  <a:rPr lang="pt-BR">
                    <a:noFill/>
                  </a:rPr>
                  <a:t> </a:t>
                </a:r>
              </a:p>
            </p:txBody>
          </p:sp>
        </mc:Fallback>
      </mc:AlternateContent>
      <p:sp>
        <p:nvSpPr>
          <p:cNvPr id="59" name="CaixaDeTexto 58">
            <a:extLst>
              <a:ext uri="{FF2B5EF4-FFF2-40B4-BE49-F238E27FC236}">
                <a16:creationId xmlns:a16="http://schemas.microsoft.com/office/drawing/2014/main" id="{2535DFEC-93F5-B833-596D-76FA1DCDBD93}"/>
              </a:ext>
            </a:extLst>
          </p:cNvPr>
          <p:cNvSpPr txBox="1"/>
          <p:nvPr/>
        </p:nvSpPr>
        <p:spPr>
          <a:xfrm>
            <a:off x="5878066" y="3771706"/>
            <a:ext cx="3586245" cy="369332"/>
          </a:xfrm>
          <a:prstGeom prst="rect">
            <a:avLst/>
          </a:prstGeom>
          <a:noFill/>
        </p:spPr>
        <p:txBody>
          <a:bodyPr wrap="square">
            <a:spAutoFit/>
          </a:bodyPr>
          <a:lstStyle/>
          <a:p>
            <a:r>
              <a:rPr lang="pt-BR"/>
              <a:t>The distance between conductors</a:t>
            </a:r>
          </a:p>
        </p:txBody>
      </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FEE6F5D0-4A78-C203-9D5C-B02650C1FFCB}"/>
                  </a:ext>
                </a:extLst>
              </p:cNvPr>
              <p:cNvSpPr txBox="1"/>
              <p:nvPr/>
            </p:nvSpPr>
            <p:spPr>
              <a:xfrm>
                <a:off x="5878066" y="4732425"/>
                <a:ext cx="1714828"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𝑞</m:t>
                          </m:r>
                        </m:sub>
                      </m:sSub>
                    </m:oMath>
                  </m:oMathPara>
                </a14:m>
                <a:endParaRPr lang="pt-BR"/>
              </a:p>
            </p:txBody>
          </p:sp>
        </mc:Choice>
        <mc:Fallback xmlns="">
          <p:sp>
            <p:nvSpPr>
              <p:cNvPr id="60" name="CaixaDeTexto 59">
                <a:extLst>
                  <a:ext uri="{FF2B5EF4-FFF2-40B4-BE49-F238E27FC236}">
                    <a16:creationId xmlns:a16="http://schemas.microsoft.com/office/drawing/2014/main" id="{FEE6F5D0-4A78-C203-9D5C-B02650C1FFCB}"/>
                  </a:ext>
                </a:extLst>
              </p:cNvPr>
              <p:cNvSpPr txBox="1">
                <a:spLocks noRot="1" noChangeAspect="1" noMove="1" noResize="1" noEditPoints="1" noAdjustHandles="1" noChangeArrowheads="1" noChangeShapeType="1" noTextEdit="1"/>
              </p:cNvSpPr>
              <p:nvPr/>
            </p:nvSpPr>
            <p:spPr>
              <a:xfrm>
                <a:off x="5878066" y="4732425"/>
                <a:ext cx="1714828" cy="390748"/>
              </a:xfrm>
              <a:prstGeom prst="rect">
                <a:avLst/>
              </a:prstGeom>
              <a:blipFill>
                <a:blip r:embed="rId12"/>
                <a:stretch>
                  <a:fillRect b="-468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1" name="CaixaDeTexto 60">
                <a:extLst>
                  <a:ext uri="{FF2B5EF4-FFF2-40B4-BE49-F238E27FC236}">
                    <a16:creationId xmlns:a16="http://schemas.microsoft.com/office/drawing/2014/main" id="{2503BB47-C833-3BA3-6672-45EA462454E9}"/>
                  </a:ext>
                </a:extLst>
              </p:cNvPr>
              <p:cNvSpPr txBox="1"/>
              <p:nvPr/>
            </p:nvSpPr>
            <p:spPr>
              <a:xfrm>
                <a:off x="5878066" y="5133370"/>
                <a:ext cx="170322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𝑝</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𝑞</m:t>
                          </m:r>
                        </m:sub>
                      </m:sSub>
                    </m:oMath>
                  </m:oMathPara>
                </a14:m>
                <a:endParaRPr lang="pt-BR"/>
              </a:p>
            </p:txBody>
          </p:sp>
        </mc:Choice>
        <mc:Fallback xmlns="">
          <p:sp>
            <p:nvSpPr>
              <p:cNvPr id="61" name="CaixaDeTexto 60">
                <a:extLst>
                  <a:ext uri="{FF2B5EF4-FFF2-40B4-BE49-F238E27FC236}">
                    <a16:creationId xmlns:a16="http://schemas.microsoft.com/office/drawing/2014/main" id="{2503BB47-C833-3BA3-6672-45EA462454E9}"/>
                  </a:ext>
                </a:extLst>
              </p:cNvPr>
              <p:cNvSpPr txBox="1">
                <a:spLocks noRot="1" noChangeAspect="1" noMove="1" noResize="1" noEditPoints="1" noAdjustHandles="1" noChangeArrowheads="1" noChangeShapeType="1" noTextEdit="1"/>
              </p:cNvSpPr>
              <p:nvPr/>
            </p:nvSpPr>
            <p:spPr>
              <a:xfrm>
                <a:off x="5878066" y="5133370"/>
                <a:ext cx="1703222" cy="390748"/>
              </a:xfrm>
              <a:prstGeom prst="rect">
                <a:avLst/>
              </a:prstGeom>
              <a:blipFill>
                <a:blip r:embed="rId13"/>
                <a:stretch>
                  <a:fillRect b="-4688"/>
                </a:stretch>
              </a:blipFill>
            </p:spPr>
            <p:txBody>
              <a:bodyPr/>
              <a:lstStyle/>
              <a:p>
                <a:r>
                  <a:rPr lang="pt-BR">
                    <a:noFill/>
                  </a:rPr>
                  <a:t> </a:t>
                </a:r>
              </a:p>
            </p:txBody>
          </p:sp>
        </mc:Fallback>
      </mc:AlternateContent>
      <p:sp>
        <p:nvSpPr>
          <p:cNvPr id="62" name="Retângulo 61">
            <a:extLst>
              <a:ext uri="{FF2B5EF4-FFF2-40B4-BE49-F238E27FC236}">
                <a16:creationId xmlns:a16="http://schemas.microsoft.com/office/drawing/2014/main" id="{9D3C219B-D1E2-2F5C-3CE6-097F0E7848ED}"/>
              </a:ext>
            </a:extLst>
          </p:cNvPr>
          <p:cNvSpPr/>
          <p:nvPr/>
        </p:nvSpPr>
        <p:spPr>
          <a:xfrm>
            <a:off x="5878066" y="4141038"/>
            <a:ext cx="2688927" cy="656013"/>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2285816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1" name="Agrupar 60">
            <a:extLst>
              <a:ext uri="{FF2B5EF4-FFF2-40B4-BE49-F238E27FC236}">
                <a16:creationId xmlns:a16="http://schemas.microsoft.com/office/drawing/2014/main" id="{26CA0D58-E63A-2E4E-9FCD-D6B39F2F38DA}"/>
              </a:ext>
            </a:extLst>
          </p:cNvPr>
          <p:cNvGrpSpPr/>
          <p:nvPr/>
        </p:nvGrpSpPr>
        <p:grpSpPr>
          <a:xfrm>
            <a:off x="1383665" y="1897914"/>
            <a:ext cx="3017520" cy="3017520"/>
            <a:chOff x="1383665" y="1897914"/>
            <a:chExt cx="3017520" cy="3017520"/>
          </a:xfrm>
        </p:grpSpPr>
        <p:grpSp>
          <p:nvGrpSpPr>
            <p:cNvPr id="30" name="Agrupar 29">
              <a:extLst>
                <a:ext uri="{FF2B5EF4-FFF2-40B4-BE49-F238E27FC236}">
                  <a16:creationId xmlns:a16="http://schemas.microsoft.com/office/drawing/2014/main" id="{6C4B7435-0FE7-28BC-5535-D4AE1F148FF0}"/>
                </a:ext>
              </a:extLst>
            </p:cNvPr>
            <p:cNvGrpSpPr/>
            <p:nvPr/>
          </p:nvGrpSpPr>
          <p:grpSpPr>
            <a:xfrm>
              <a:off x="1383665" y="1897914"/>
              <a:ext cx="3017520" cy="3017520"/>
              <a:chOff x="1383665" y="1897914"/>
              <a:chExt cx="3017520" cy="3017520"/>
            </a:xfrm>
          </p:grpSpPr>
          <p:grpSp>
            <p:nvGrpSpPr>
              <p:cNvPr id="4" name="Agrupar 3">
                <a:extLst>
                  <a:ext uri="{FF2B5EF4-FFF2-40B4-BE49-F238E27FC236}">
                    <a16:creationId xmlns:a16="http://schemas.microsoft.com/office/drawing/2014/main" id="{5C62A87D-F27D-776E-0685-377AA07C25E6}"/>
                  </a:ext>
                </a:extLst>
              </p:cNvPr>
              <p:cNvGrpSpPr/>
              <p:nvPr/>
            </p:nvGrpSpPr>
            <p:grpSpPr>
              <a:xfrm>
                <a:off x="1383665" y="1897914"/>
                <a:ext cx="3017520" cy="3017520"/>
                <a:chOff x="2359606" y="1501140"/>
                <a:chExt cx="3017520" cy="3017520"/>
              </a:xfrm>
            </p:grpSpPr>
            <p:grpSp>
              <p:nvGrpSpPr>
                <p:cNvPr id="5" name="Agrupar 4">
                  <a:extLst>
                    <a:ext uri="{FF2B5EF4-FFF2-40B4-BE49-F238E27FC236}">
                      <a16:creationId xmlns:a16="http://schemas.microsoft.com/office/drawing/2014/main" id="{B418F9AF-B675-71FC-6EA9-151C486004EE}"/>
                    </a:ext>
                  </a:extLst>
                </p:cNvPr>
                <p:cNvGrpSpPr/>
                <p:nvPr/>
              </p:nvGrpSpPr>
              <p:grpSpPr>
                <a:xfrm>
                  <a:off x="2359606" y="1501140"/>
                  <a:ext cx="3017520" cy="3017520"/>
                  <a:chOff x="2359606" y="1501140"/>
                  <a:chExt cx="3017520" cy="3017520"/>
                </a:xfrm>
              </p:grpSpPr>
              <p:sp>
                <p:nvSpPr>
                  <p:cNvPr id="21" name="Elipse 20">
                    <a:extLst>
                      <a:ext uri="{FF2B5EF4-FFF2-40B4-BE49-F238E27FC236}">
                        <a16:creationId xmlns:a16="http://schemas.microsoft.com/office/drawing/2014/main" id="{32D38350-B56C-A005-A5EA-4DB579FA011F}"/>
                      </a:ext>
                    </a:extLst>
                  </p:cNvPr>
                  <p:cNvSpPr/>
                  <p:nvPr/>
                </p:nvSpPr>
                <p:spPr>
                  <a:xfrm>
                    <a:off x="2359606" y="1501140"/>
                    <a:ext cx="3017520" cy="3017520"/>
                  </a:xfrm>
                  <a:prstGeom prst="ellipse">
                    <a:avLst/>
                  </a:prstGeom>
                  <a:solidFill>
                    <a:schemeClr val="accent1">
                      <a:alpha val="10000"/>
                    </a:schemeClr>
                  </a:solidFill>
                  <a:ln w="19050">
                    <a:solidFill>
                      <a:srgbClr val="0070C0"/>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2" name="Elipse 21">
                    <a:extLst>
                      <a:ext uri="{FF2B5EF4-FFF2-40B4-BE49-F238E27FC236}">
                        <a16:creationId xmlns:a16="http://schemas.microsoft.com/office/drawing/2014/main" id="{2C67F8E4-1719-7E0A-B929-E420FC5A419C}"/>
                      </a:ext>
                    </a:extLst>
                  </p:cNvPr>
                  <p:cNvSpPr/>
                  <p:nvPr/>
                </p:nvSpPr>
                <p:spPr>
                  <a:xfrm>
                    <a:off x="2588206" y="1729740"/>
                    <a:ext cx="2560320" cy="2560320"/>
                  </a:xfrm>
                  <a:prstGeom prst="ellipse">
                    <a:avLst/>
                  </a:prstGeom>
                  <a:solidFill>
                    <a:schemeClr val="bg1"/>
                  </a:solidFill>
                  <a:ln w="19050">
                    <a:solidFill>
                      <a:srgbClr val="0070C0"/>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6" name="Elipse 5">
                  <a:extLst>
                    <a:ext uri="{FF2B5EF4-FFF2-40B4-BE49-F238E27FC236}">
                      <a16:creationId xmlns:a16="http://schemas.microsoft.com/office/drawing/2014/main" id="{25B72799-784B-4BDD-CD2F-E91B2C30512F}"/>
                    </a:ext>
                  </a:extLst>
                </p:cNvPr>
                <p:cNvSpPr/>
                <p:nvPr/>
              </p:nvSpPr>
              <p:spPr>
                <a:xfrm>
                  <a:off x="3365446" y="2506980"/>
                  <a:ext cx="1005840" cy="1005840"/>
                </a:xfrm>
                <a:prstGeom prst="ellipse">
                  <a:avLst/>
                </a:prstGeom>
                <a:noFill/>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grpSp>
              <p:nvGrpSpPr>
                <p:cNvPr id="7" name="Agrupar 6">
                  <a:extLst>
                    <a:ext uri="{FF2B5EF4-FFF2-40B4-BE49-F238E27FC236}">
                      <a16:creationId xmlns:a16="http://schemas.microsoft.com/office/drawing/2014/main" id="{044F132B-D637-F216-CECE-D08756F00200}"/>
                    </a:ext>
                  </a:extLst>
                </p:cNvPr>
                <p:cNvGrpSpPr/>
                <p:nvPr/>
              </p:nvGrpSpPr>
              <p:grpSpPr>
                <a:xfrm>
                  <a:off x="2833991" y="2318293"/>
                  <a:ext cx="1034375" cy="687824"/>
                  <a:chOff x="2833991" y="2122919"/>
                  <a:chExt cx="1034375" cy="687824"/>
                </a:xfrm>
              </p:grpSpPr>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4096B257-F400-9BDB-7753-0768761BFA61}"/>
                          </a:ext>
                        </a:extLst>
                      </p:cNvPr>
                      <p:cNvSpPr txBox="1"/>
                      <p:nvPr/>
                    </p:nvSpPr>
                    <p:spPr>
                      <a:xfrm>
                        <a:off x="2913085" y="2386681"/>
                        <a:ext cx="403700" cy="3271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acc>
                                    <m:accPr>
                                      <m:chr m:val="̃"/>
                                      <m:ctrlPr>
                                        <a:rPr lang="pt-BR" sz="1400" b="1" i="1" smtClean="0">
                                          <a:latin typeface="Cambria Math" panose="02040503050406030204" pitchFamily="18" charset="0"/>
                                        </a:rPr>
                                      </m:ctrlPr>
                                    </m:accPr>
                                    <m:e>
                                      <m:r>
                                        <a:rPr lang="en-US" sz="1400" b="1" i="1" smtClean="0">
                                          <a:latin typeface="Cambria Math" panose="02040503050406030204" pitchFamily="18" charset="0"/>
                                        </a:rPr>
                                        <m:t>𝒓</m:t>
                                      </m:r>
                                    </m:e>
                                  </m:acc>
                                </m:e>
                                <m:sub>
                                  <m:r>
                                    <a:rPr lang="pt-BR" sz="1400" b="1" i="1" smtClean="0">
                                      <a:latin typeface="Cambria Math" panose="02040503050406030204" pitchFamily="18" charset="0"/>
                                    </a:rPr>
                                    <m:t>𝒒</m:t>
                                  </m:r>
                                </m:sub>
                              </m:sSub>
                            </m:oMath>
                          </m:oMathPara>
                        </a14:m>
                        <a:endParaRPr lang="pt-BR" sz="1400" b="1"/>
                      </a:p>
                    </p:txBody>
                  </p:sp>
                </mc:Choice>
                <mc:Fallback xmlns="">
                  <p:sp>
                    <p:nvSpPr>
                      <p:cNvPr id="19" name="CaixaDeTexto 18">
                        <a:extLst>
                          <a:ext uri="{FF2B5EF4-FFF2-40B4-BE49-F238E27FC236}">
                            <a16:creationId xmlns:a16="http://schemas.microsoft.com/office/drawing/2014/main" id="{4096B257-F400-9BDB-7753-0768761BFA61}"/>
                          </a:ext>
                        </a:extLst>
                      </p:cNvPr>
                      <p:cNvSpPr txBox="1">
                        <a:spLocks noRot="1" noChangeAspect="1" noMove="1" noResize="1" noEditPoints="1" noAdjustHandles="1" noChangeArrowheads="1" noChangeShapeType="1" noTextEdit="1"/>
                      </p:cNvSpPr>
                      <p:nvPr/>
                    </p:nvSpPr>
                    <p:spPr>
                      <a:xfrm>
                        <a:off x="2913085" y="2386681"/>
                        <a:ext cx="403700" cy="327141"/>
                      </a:xfrm>
                      <a:prstGeom prst="rect">
                        <a:avLst/>
                      </a:prstGeom>
                      <a:blipFill>
                        <a:blip r:embed="rId2"/>
                        <a:stretch>
                          <a:fillRect/>
                        </a:stretch>
                      </a:blipFill>
                    </p:spPr>
                    <p:txBody>
                      <a:bodyPr/>
                      <a:lstStyle/>
                      <a:p>
                        <a:r>
                          <a:rPr lang="pt-BR">
                            <a:noFill/>
                          </a:rPr>
                          <a:t> </a:t>
                        </a:r>
                      </a:p>
                    </p:txBody>
                  </p:sp>
                </mc:Fallback>
              </mc:AlternateContent>
              <p:cxnSp>
                <p:nvCxnSpPr>
                  <p:cNvPr id="20" name="Conector de Seta Reta 19">
                    <a:extLst>
                      <a:ext uri="{FF2B5EF4-FFF2-40B4-BE49-F238E27FC236}">
                        <a16:creationId xmlns:a16="http://schemas.microsoft.com/office/drawing/2014/main" id="{4B8DC4AF-3295-8623-710A-368D5F5294D8}"/>
                      </a:ext>
                    </a:extLst>
                  </p:cNvPr>
                  <p:cNvCxnSpPr>
                    <a:cxnSpLocks/>
                    <a:endCxn id="26" idx="5"/>
                  </p:cNvCxnSpPr>
                  <p:nvPr/>
                </p:nvCxnSpPr>
                <p:spPr>
                  <a:xfrm flipH="1" flipV="1">
                    <a:off x="2833991" y="2122919"/>
                    <a:ext cx="1034375" cy="6878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8" name="Agrupar 7">
                  <a:extLst>
                    <a:ext uri="{FF2B5EF4-FFF2-40B4-BE49-F238E27FC236}">
                      <a16:creationId xmlns:a16="http://schemas.microsoft.com/office/drawing/2014/main" id="{B6C16B9E-7660-3EE6-0DE5-D12494D316D6}"/>
                    </a:ext>
                  </a:extLst>
                </p:cNvPr>
                <p:cNvGrpSpPr/>
                <p:nvPr/>
              </p:nvGrpSpPr>
              <p:grpSpPr>
                <a:xfrm>
                  <a:off x="3868366" y="2552700"/>
                  <a:ext cx="455567" cy="455309"/>
                  <a:chOff x="3868366" y="2554591"/>
                  <a:chExt cx="455567" cy="455309"/>
                </a:xfrm>
              </p:grpSpPr>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7D73C70C-EFE5-EA63-7279-A04490FEDF4B}"/>
                          </a:ext>
                        </a:extLst>
                      </p:cNvPr>
                      <p:cNvSpPr txBox="1"/>
                      <p:nvPr/>
                    </p:nvSpPr>
                    <p:spPr>
                      <a:xfrm>
                        <a:off x="3917027" y="2680577"/>
                        <a:ext cx="406906" cy="3270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r>
                                    <a:rPr lang="en-US" sz="1400" b="1" i="1" smtClean="0">
                                      <a:latin typeface="Cambria Math" panose="02040503050406030204" pitchFamily="18" charset="0"/>
                                    </a:rPr>
                                    <m:t>𝒓</m:t>
                                  </m:r>
                                </m:e>
                                <m:sub>
                                  <m:r>
                                    <a:rPr lang="pt-BR" sz="1400" b="1" i="1" smtClean="0">
                                      <a:latin typeface="Cambria Math" panose="02040503050406030204" pitchFamily="18" charset="0"/>
                                    </a:rPr>
                                    <m:t>𝒑</m:t>
                                  </m:r>
                                </m:sub>
                              </m:sSub>
                            </m:oMath>
                          </m:oMathPara>
                        </a14:m>
                        <a:endParaRPr lang="pt-BR" sz="1400" b="1"/>
                      </a:p>
                    </p:txBody>
                  </p:sp>
                </mc:Choice>
                <mc:Fallback xmlns="">
                  <p:sp>
                    <p:nvSpPr>
                      <p:cNvPr id="17" name="CaixaDeTexto 16">
                        <a:extLst>
                          <a:ext uri="{FF2B5EF4-FFF2-40B4-BE49-F238E27FC236}">
                            <a16:creationId xmlns:a16="http://schemas.microsoft.com/office/drawing/2014/main" id="{7D73C70C-EFE5-EA63-7279-A04490FEDF4B}"/>
                          </a:ext>
                        </a:extLst>
                      </p:cNvPr>
                      <p:cNvSpPr txBox="1">
                        <a:spLocks noRot="1" noChangeAspect="1" noMove="1" noResize="1" noEditPoints="1" noAdjustHandles="1" noChangeArrowheads="1" noChangeShapeType="1" noTextEdit="1"/>
                      </p:cNvSpPr>
                      <p:nvPr/>
                    </p:nvSpPr>
                    <p:spPr>
                      <a:xfrm>
                        <a:off x="3917027" y="2680577"/>
                        <a:ext cx="406906" cy="327077"/>
                      </a:xfrm>
                      <a:prstGeom prst="rect">
                        <a:avLst/>
                      </a:prstGeom>
                      <a:blipFill>
                        <a:blip r:embed="rId3"/>
                        <a:stretch>
                          <a:fillRect/>
                        </a:stretch>
                      </a:blipFill>
                    </p:spPr>
                    <p:txBody>
                      <a:bodyPr/>
                      <a:lstStyle/>
                      <a:p>
                        <a:r>
                          <a:rPr lang="pt-BR">
                            <a:noFill/>
                          </a:rPr>
                          <a:t> </a:t>
                        </a:r>
                      </a:p>
                    </p:txBody>
                  </p:sp>
                </mc:Fallback>
              </mc:AlternateContent>
              <p:cxnSp>
                <p:nvCxnSpPr>
                  <p:cNvPr id="18" name="Conector de Seta Reta 17">
                    <a:extLst>
                      <a:ext uri="{FF2B5EF4-FFF2-40B4-BE49-F238E27FC236}">
                        <a16:creationId xmlns:a16="http://schemas.microsoft.com/office/drawing/2014/main" id="{F253055D-73BC-BC5E-DE5E-81E06284BA7B}"/>
                      </a:ext>
                    </a:extLst>
                  </p:cNvPr>
                  <p:cNvCxnSpPr>
                    <a:cxnSpLocks/>
                    <a:endCxn id="27" idx="2"/>
                  </p:cNvCxnSpPr>
                  <p:nvPr/>
                </p:nvCxnSpPr>
                <p:spPr>
                  <a:xfrm flipV="1">
                    <a:off x="3868366" y="2554591"/>
                    <a:ext cx="199031" cy="4553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sp>
            <p:nvSpPr>
              <p:cNvPr id="2" name="Elipse 1">
                <a:extLst>
                  <a:ext uri="{FF2B5EF4-FFF2-40B4-BE49-F238E27FC236}">
                    <a16:creationId xmlns:a16="http://schemas.microsoft.com/office/drawing/2014/main" id="{1BC54203-E03E-9308-A2D2-0DE0F523E969}"/>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Círculo: Vazio 26">
                <a:extLst>
                  <a:ext uri="{FF2B5EF4-FFF2-40B4-BE49-F238E27FC236}">
                    <a16:creationId xmlns:a16="http://schemas.microsoft.com/office/drawing/2014/main" id="{ACEAE7C5-12B0-97DD-90C8-0886F08AC5CE}"/>
                  </a:ext>
                </a:extLst>
              </p:cNvPr>
              <p:cNvSpPr/>
              <p:nvPr/>
            </p:nvSpPr>
            <p:spPr>
              <a:xfrm>
                <a:off x="3091456" y="2903754"/>
                <a:ext cx="91440" cy="91440"/>
              </a:xfrm>
              <a:prstGeom prst="donut">
                <a:avLst>
                  <a:gd name="adj" fmla="val 46798"/>
                </a:avLst>
              </a:prstGeom>
              <a:solidFill>
                <a:schemeClr val="bg1"/>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cxnSp>
            <p:nvCxnSpPr>
              <p:cNvPr id="3" name="Conector de Seta Reta 2">
                <a:extLst>
                  <a:ext uri="{FF2B5EF4-FFF2-40B4-BE49-F238E27FC236}">
                    <a16:creationId xmlns:a16="http://schemas.microsoft.com/office/drawing/2014/main" id="{B5DA88E5-DFAC-4413-9EA3-5B5EAE05FC5C}"/>
                  </a:ext>
                </a:extLst>
              </p:cNvPr>
              <p:cNvCxnSpPr>
                <a:cxnSpLocks/>
                <a:stCxn id="27" idx="2"/>
              </p:cNvCxnSpPr>
              <p:nvPr/>
            </p:nvCxnSpPr>
            <p:spPr>
              <a:xfrm flipH="1" flipV="1">
                <a:off x="1871441" y="2709739"/>
                <a:ext cx="1220015" cy="239735"/>
              </a:xfrm>
              <a:prstGeom prst="straightConnector1">
                <a:avLst/>
              </a:prstGeom>
              <a:ln>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Círculo: Vazio 25">
                <a:extLst>
                  <a:ext uri="{FF2B5EF4-FFF2-40B4-BE49-F238E27FC236}">
                    <a16:creationId xmlns:a16="http://schemas.microsoft.com/office/drawing/2014/main" id="{FC42B46F-907E-AC08-685F-E331AA7CFEE1}"/>
                  </a:ext>
                </a:extLst>
              </p:cNvPr>
              <p:cNvSpPr/>
              <p:nvPr/>
            </p:nvSpPr>
            <p:spPr>
              <a:xfrm>
                <a:off x="1780001" y="2637018"/>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31" name="Agrupar 30">
              <a:extLst>
                <a:ext uri="{FF2B5EF4-FFF2-40B4-BE49-F238E27FC236}">
                  <a16:creationId xmlns:a16="http://schemas.microsoft.com/office/drawing/2014/main" id="{9AC1ADB9-1565-6BE8-3236-B09C888AB229}"/>
                </a:ext>
              </a:extLst>
            </p:cNvPr>
            <p:cNvGrpSpPr/>
            <p:nvPr/>
          </p:nvGrpSpPr>
          <p:grpSpPr>
            <a:xfrm>
              <a:off x="2016107" y="2465034"/>
              <a:ext cx="964486" cy="327141"/>
              <a:chOff x="3448007" y="4790088"/>
              <a:chExt cx="390293" cy="327141"/>
            </a:xfrm>
          </p:grpSpPr>
          <p:sp>
            <p:nvSpPr>
              <p:cNvPr id="32" name="Retângulo 31">
                <a:extLst>
                  <a:ext uri="{FF2B5EF4-FFF2-40B4-BE49-F238E27FC236}">
                    <a16:creationId xmlns:a16="http://schemas.microsoft.com/office/drawing/2014/main" id="{56258F3E-B884-A72D-9330-3FB344429180}"/>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7661BF03-F0F7-F240-ABF6-5CB8A1C6A158}"/>
                      </a:ext>
                    </a:extLst>
                  </p:cNvPr>
                  <p:cNvSpPr txBox="1"/>
                  <p:nvPr/>
                </p:nvSpPr>
                <p:spPr>
                  <a:xfrm>
                    <a:off x="3448007" y="4790088"/>
                    <a:ext cx="390293" cy="3271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𝒓</m:t>
                              </m:r>
                            </m:e>
                            <m:sub>
                              <m:r>
                                <a:rPr lang="pt-BR" sz="1400" b="1" i="1">
                                  <a:solidFill>
                                    <a:srgbClr val="FF0000"/>
                                  </a:solidFill>
                                  <a:latin typeface="Cambria Math" panose="02040503050406030204" pitchFamily="18" charset="0"/>
                                </a:rPr>
                                <m:t>𝒑</m:t>
                              </m:r>
                            </m:sub>
                          </m:sSub>
                          <m:r>
                            <a:rPr lang="pt-BR" sz="1400" i="1">
                              <a:solidFill>
                                <a:srgbClr val="FF0000"/>
                              </a:solidFill>
                              <a:latin typeface="Cambria Math" panose="02040503050406030204" pitchFamily="18" charset="0"/>
                            </a:rPr>
                            <m:t>−</m:t>
                          </m:r>
                          <m:sSub>
                            <m:sSubPr>
                              <m:ctrlPr>
                                <a:rPr lang="pt-BR" sz="1400" b="1" i="1">
                                  <a:solidFill>
                                    <a:srgbClr val="FF0000"/>
                                  </a:solidFill>
                                  <a:latin typeface="Cambria Math" panose="02040503050406030204" pitchFamily="18" charset="0"/>
                                </a:rPr>
                              </m:ctrlPr>
                            </m:sSubPr>
                            <m:e>
                              <m:acc>
                                <m:accPr>
                                  <m:chr m:val="̃"/>
                                  <m:ctrlPr>
                                    <a:rPr lang="pt-BR" sz="1400" b="1" i="1">
                                      <a:solidFill>
                                        <a:srgbClr val="FF0000"/>
                                      </a:solidFill>
                                      <a:latin typeface="Cambria Math" panose="02040503050406030204" pitchFamily="18" charset="0"/>
                                    </a:rPr>
                                  </m:ctrlPr>
                                </m:accPr>
                                <m:e>
                                  <m:r>
                                    <a:rPr lang="en-US" sz="1400" i="1">
                                      <a:solidFill>
                                        <a:srgbClr val="FF0000"/>
                                      </a:solidFill>
                                      <a:latin typeface="Cambria Math" panose="02040503050406030204" pitchFamily="18" charset="0"/>
                                    </a:rPr>
                                    <m:t>𝑟</m:t>
                                  </m:r>
                                </m:e>
                              </m:acc>
                            </m:e>
                            <m:sub>
                              <m:r>
                                <a:rPr lang="pt-BR" sz="1400" b="1" i="1">
                                  <a:solidFill>
                                    <a:srgbClr val="FF0000"/>
                                  </a:solidFill>
                                  <a:latin typeface="Cambria Math" panose="02040503050406030204" pitchFamily="18" charset="0"/>
                                </a:rPr>
                                <m:t>𝒒</m:t>
                              </m:r>
                            </m:sub>
                          </m:sSub>
                        </m:oMath>
                      </m:oMathPara>
                    </a14:m>
                    <a:endParaRPr lang="pt-BR" sz="1400">
                      <a:solidFill>
                        <a:srgbClr val="FF0000"/>
                      </a:solidFill>
                    </a:endParaRPr>
                  </a:p>
                </p:txBody>
              </p:sp>
            </mc:Choice>
            <mc:Fallback xmlns="">
              <p:sp>
                <p:nvSpPr>
                  <p:cNvPr id="33" name="CaixaDeTexto 32">
                    <a:extLst>
                      <a:ext uri="{FF2B5EF4-FFF2-40B4-BE49-F238E27FC236}">
                        <a16:creationId xmlns:a16="http://schemas.microsoft.com/office/drawing/2014/main" id="{7661BF03-F0F7-F240-ABF6-5CB8A1C6A158}"/>
                      </a:ext>
                    </a:extLst>
                  </p:cNvPr>
                  <p:cNvSpPr txBox="1">
                    <a:spLocks noRot="1" noChangeAspect="1" noMove="1" noResize="1" noEditPoints="1" noAdjustHandles="1" noChangeArrowheads="1" noChangeShapeType="1" noTextEdit="1"/>
                  </p:cNvSpPr>
                  <p:nvPr/>
                </p:nvSpPr>
                <p:spPr>
                  <a:xfrm>
                    <a:off x="3448007" y="4790088"/>
                    <a:ext cx="390293" cy="327141"/>
                  </a:xfrm>
                  <a:prstGeom prst="rect">
                    <a:avLst/>
                  </a:prstGeom>
                  <a:blipFill>
                    <a:blip r:embed="rId5"/>
                    <a:stretch>
                      <a:fillRect r="-1266"/>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E646922A-7770-46CC-0674-6F0475EDB0BC}"/>
                    </a:ext>
                  </a:extLst>
                </p:cNvPr>
                <p:cNvSpPr txBox="1"/>
                <p:nvPr/>
              </p:nvSpPr>
              <p:spPr>
                <a:xfrm>
                  <a:off x="2824013" y="3420390"/>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58" name="CaixaDeTexto 57">
                  <a:extLst>
                    <a:ext uri="{FF2B5EF4-FFF2-40B4-BE49-F238E27FC236}">
                      <a16:creationId xmlns:a16="http://schemas.microsoft.com/office/drawing/2014/main" id="{E646922A-7770-46CC-0674-6F0475EDB0BC}"/>
                    </a:ext>
                  </a:extLst>
                </p:cNvPr>
                <p:cNvSpPr txBox="1">
                  <a:spLocks noRot="1" noChangeAspect="1" noMove="1" noResize="1" noEditPoints="1" noAdjustHandles="1" noChangeArrowheads="1" noChangeShapeType="1" noTextEdit="1"/>
                </p:cNvSpPr>
                <p:nvPr/>
              </p:nvSpPr>
              <p:spPr>
                <a:xfrm>
                  <a:off x="2824013" y="3420390"/>
                  <a:ext cx="313163" cy="261610"/>
                </a:xfrm>
                <a:prstGeom prst="rect">
                  <a:avLst/>
                </a:prstGeom>
                <a:blipFill>
                  <a:blip r:embed="rId6"/>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2" name="CaixaDeTexto 61">
                <a:extLst>
                  <a:ext uri="{FF2B5EF4-FFF2-40B4-BE49-F238E27FC236}">
                    <a16:creationId xmlns:a16="http://schemas.microsoft.com/office/drawing/2014/main" id="{0E6851ED-F623-B242-432C-FEFF6156689D}"/>
                  </a:ext>
                </a:extLst>
              </p:cNvPr>
              <p:cNvSpPr txBox="1"/>
              <p:nvPr/>
            </p:nvSpPr>
            <p:spPr>
              <a:xfrm>
                <a:off x="5183361" y="4019968"/>
                <a:ext cx="4142223" cy="5988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𝒓</m:t>
                                  </m:r>
                                </m:e>
                                <m:sub>
                                  <m:r>
                                    <a:rPr lang="pt-BR" sz="1600" b="1" i="1" smtClean="0">
                                      <a:latin typeface="Cambria Math" panose="02040503050406030204" pitchFamily="18" charset="0"/>
                                    </a:rPr>
                                    <m:t>𝒑</m:t>
                                  </m:r>
                                </m:sub>
                              </m:sSub>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acc>
                                    <m:accPr>
                                      <m:chr m:val="̃"/>
                                      <m:ctrlPr>
                                        <a:rPr lang="pt-BR" sz="1600" b="1" i="1" smtClean="0">
                                          <a:latin typeface="Cambria Math" panose="02040503050406030204" pitchFamily="18" charset="0"/>
                                        </a:rPr>
                                      </m:ctrlPr>
                                    </m:accPr>
                                    <m:e>
                                      <m:r>
                                        <a:rPr lang="pt-BR" sz="1600" b="0" i="1" smtClean="0">
                                          <a:latin typeface="Cambria Math" panose="02040503050406030204" pitchFamily="18" charset="0"/>
                                        </a:rPr>
                                        <m:t>𝑟</m:t>
                                      </m:r>
                                    </m:e>
                                  </m:acc>
                                </m:e>
                                <m:sub>
                                  <m:r>
                                    <a:rPr lang="pt-BR" sz="1600" b="1" i="1" smtClean="0">
                                      <a:latin typeface="Cambria Math" panose="02040503050406030204" pitchFamily="18" charset="0"/>
                                    </a:rPr>
                                    <m:t>𝒒</m:t>
                                  </m:r>
                                </m:sub>
                                <m:sup>
                                  <m:r>
                                    <a:rPr lang="pt-BR" sz="1600" b="0" i="1" smtClean="0">
                                      <a:latin typeface="Cambria Math" panose="02040503050406030204" pitchFamily="18" charset="0"/>
                                    </a:rPr>
                                    <m:t>′</m:t>
                                  </m:r>
                                </m:sup>
                              </m:sSubSup>
                            </m:e>
                          </m:d>
                        </m:e>
                        <m:sup>
                          <m:r>
                            <a:rPr lang="pt-BR" sz="1600" b="0" i="1" smtClean="0">
                              <a:latin typeface="Cambria Math" panose="02040503050406030204" pitchFamily="18" charset="0"/>
                            </a:rPr>
                            <m:t> </m:t>
                          </m:r>
                        </m:sup>
                      </m:sSup>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d>
                            <m:dPr>
                              <m:begChr m:val="["/>
                              <m:endChr m:val="]"/>
                              <m:ctrlPr>
                                <a:rPr lang="pt-BR" sz="1600" b="0" i="1" smtClean="0">
                                  <a:latin typeface="Cambria Math" panose="02040503050406030204" pitchFamily="18" charset="0"/>
                                </a:rPr>
                              </m:ctrlPr>
                            </m:dPr>
                            <m:e>
                              <m:sSup>
                                <m:sSupPr>
                                  <m:ctrlPr>
                                    <a:rPr lang="pt-BR" sz="1600" i="1">
                                      <a:latin typeface="Cambria Math" panose="02040503050406030204" pitchFamily="18" charset="0"/>
                                    </a:rPr>
                                  </m:ctrlPr>
                                </m:sSupPr>
                                <m:e>
                                  <m:d>
                                    <m:dPr>
                                      <m:ctrlPr>
                                        <a:rPr lang="pt-BR" sz="1600" i="1">
                                          <a:latin typeface="Cambria Math" panose="02040503050406030204" pitchFamily="18" charset="0"/>
                                        </a:rPr>
                                      </m:ctrlPr>
                                    </m:dPr>
                                    <m:e>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ã</m:t>
                                          </m:r>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e>
                                  </m:d>
                                </m:e>
                                <m:sup>
                                  <m:r>
                                    <a:rPr lang="pt-BR" sz="1600" i="1">
                                      <a:latin typeface="Cambria Math" panose="02040503050406030204" pitchFamily="18" charset="0"/>
                                    </a:rPr>
                                    <m:t>2</m:t>
                                  </m:r>
                                </m:sup>
                              </m:sSup>
                              <m:r>
                                <a:rPr lang="pt-BR" sz="1600" i="1">
                                  <a:latin typeface="Cambria Math" panose="02040503050406030204" pitchFamily="18" charset="0"/>
                                </a:rPr>
                                <m:t>+</m:t>
                              </m:r>
                              <m:sSup>
                                <m:sSupPr>
                                  <m:ctrlPr>
                                    <a:rPr lang="pt-BR" sz="1600" b="0" i="1" smtClean="0">
                                      <a:latin typeface="Cambria Math" panose="02040503050406030204" pitchFamily="18" charset="0"/>
                                    </a:rPr>
                                  </m:ctrlPr>
                                </m:sSupPr>
                                <m:e>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𝑝</m:t>
                                      </m:r>
                                    </m:sub>
                                  </m:sSub>
                                  <m:r>
                                    <a:rPr lang="en-US" sz="1600" b="0" i="1" smtClean="0">
                                      <a:latin typeface="Cambria Math" panose="02040503050406030204" pitchFamily="18" charset="0"/>
                                    </a:rPr>
                                    <m:t>)</m:t>
                                  </m:r>
                                </m:e>
                                <m:sup>
                                  <m:r>
                                    <a:rPr lang="pt-BR" sz="1600" b="0" i="1" smtClean="0">
                                      <a:latin typeface="Cambria Math" panose="02040503050406030204" pitchFamily="18" charset="0"/>
                                    </a:rPr>
                                    <m:t>2</m:t>
                                  </m:r>
                                </m:sup>
                              </m:sSup>
                              <m:r>
                                <a:rPr lang="pt-BR" sz="1600" b="0" i="1" smtClean="0">
                                  <a:latin typeface="Cambria Math" panose="02040503050406030204" pitchFamily="18" charset="0"/>
                                </a:rPr>
                                <m:t> </m:t>
                              </m:r>
                              <m:r>
                                <a:rPr lang="pt-BR" sz="1600" i="1" smtClean="0">
                                  <a:latin typeface="Cambria Math" panose="02040503050406030204" pitchFamily="18" charset="0"/>
                                </a:rPr>
                                <m:t>−</m:t>
                              </m:r>
                              <m:r>
                                <a:rPr lang="pt-BR" sz="1600" i="1">
                                  <a:latin typeface="Cambria Math" panose="02040503050406030204" pitchFamily="18" charset="0"/>
                                </a:rPr>
                                <m:t>2</m:t>
                              </m:r>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i="1">
                                      <a:latin typeface="Cambria Math" panose="02040503050406030204" pitchFamily="18" charset="0"/>
                                    </a:rPr>
                                    <m:t>𝑝</m:t>
                                  </m:r>
                                </m:sub>
                              </m:sSub>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ã</m:t>
                                  </m:r>
                                </m:e>
                                <m:sub>
                                  <m:r>
                                    <a:rPr lang="pt-BR" sz="1600" i="1">
                                      <a:latin typeface="Cambria Math" panose="02040503050406030204" pitchFamily="18" charset="0"/>
                                    </a:rPr>
                                    <m:t>𝑞</m:t>
                                  </m:r>
                                </m:sub>
                                <m:sup>
                                  <m:r>
                                    <a:rPr lang="pt-BR" sz="1600" b="0" i="1" smtClean="0">
                                      <a:latin typeface="Cambria Math" panose="02040503050406030204" pitchFamily="18" charset="0"/>
                                    </a:rPr>
                                    <m:t>′</m:t>
                                  </m:r>
                                </m:sup>
                              </m:sSubSup>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d>
                                    <m:dPr>
                                      <m:ctrlPr>
                                        <a:rPr lang="pt-BR" sz="1600" i="1">
                                          <a:latin typeface="Cambria Math" panose="02040503050406030204" pitchFamily="18" charset="0"/>
                                        </a:rPr>
                                      </m:ctrlPr>
                                    </m:dPr>
                                    <m:e>
                                      <m:r>
                                        <a:rPr lang="pt-BR" sz="1600" i="1">
                                          <a:latin typeface="Cambria Math" panose="02040503050406030204" pitchFamily="18" charset="0"/>
                                        </a:rPr>
                                        <m:t>𝛾</m:t>
                                      </m:r>
                                    </m:e>
                                  </m:d>
                                </m:e>
                              </m:func>
                            </m:e>
                          </m:d>
                        </m:e>
                        <m:sup>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den>
                          </m:f>
                        </m:sup>
                      </m:sSup>
                    </m:oMath>
                  </m:oMathPara>
                </a14:m>
                <a:endParaRPr lang="pt-BR" sz="1600"/>
              </a:p>
            </p:txBody>
          </p:sp>
        </mc:Choice>
        <mc:Fallback xmlns="">
          <p:sp>
            <p:nvSpPr>
              <p:cNvPr id="62" name="CaixaDeTexto 61">
                <a:extLst>
                  <a:ext uri="{FF2B5EF4-FFF2-40B4-BE49-F238E27FC236}">
                    <a16:creationId xmlns:a16="http://schemas.microsoft.com/office/drawing/2014/main" id="{0E6851ED-F623-B242-432C-FEFF6156689D}"/>
                  </a:ext>
                </a:extLst>
              </p:cNvPr>
              <p:cNvSpPr txBox="1">
                <a:spLocks noRot="1" noChangeAspect="1" noMove="1" noResize="1" noEditPoints="1" noAdjustHandles="1" noChangeArrowheads="1" noChangeShapeType="1" noTextEdit="1"/>
              </p:cNvSpPr>
              <p:nvPr/>
            </p:nvSpPr>
            <p:spPr>
              <a:xfrm>
                <a:off x="5183361" y="4019968"/>
                <a:ext cx="4142223" cy="59888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8828E7B0-85CE-BDDA-07F3-7044E1CFE515}"/>
                  </a:ext>
                </a:extLst>
              </p:cNvPr>
              <p:cNvSpPr txBox="1"/>
              <p:nvPr/>
            </p:nvSpPr>
            <p:spPr>
              <a:xfrm>
                <a:off x="5183361" y="4723284"/>
                <a:ext cx="1313116" cy="371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𝛾</m:t>
                      </m:r>
                      <m:r>
                        <a:rPr lang="en-US" sz="1600" b="0" i="1" smtClean="0">
                          <a:latin typeface="Cambria Math" panose="02040503050406030204" pitchFamily="18" charset="0"/>
                        </a:rPr>
                        <m:t>=</m:t>
                      </m:r>
                      <m:sSubSup>
                        <m:sSubSupPr>
                          <m:ctrlPr>
                            <a:rPr lang="pt-BR" sz="1600" i="1">
                              <a:latin typeface="Cambria Math" panose="02040503050406030204" pitchFamily="18" charset="0"/>
                            </a:rPr>
                          </m:ctrlPr>
                        </m:sSubSupPr>
                        <m:e>
                          <m:acc>
                            <m:accPr>
                              <m:chr m:val="̃"/>
                              <m:ctrlPr>
                                <a:rPr lang="pt-BR" sz="1600" b="0" i="1" smtClean="0">
                                  <a:latin typeface="Cambria Math" panose="02040503050406030204" pitchFamily="18" charset="0"/>
                                </a:rPr>
                              </m:ctrlPr>
                            </m:accPr>
                            <m:e>
                              <m:r>
                                <a:rPr lang="pt-BR" sz="1600" i="1">
                                  <a:latin typeface="Cambria Math" panose="02040503050406030204" pitchFamily="18" charset="0"/>
                                </a:rPr>
                                <m:t>𝜃</m:t>
                              </m:r>
                            </m:e>
                          </m:acc>
                        </m:e>
                        <m:sub>
                          <m:r>
                            <a:rPr lang="pt-BR" sz="1600" i="1">
                              <a:latin typeface="Cambria Math" panose="02040503050406030204" pitchFamily="18" charset="0"/>
                            </a:rPr>
                            <m:t>𝑞</m:t>
                          </m:r>
                        </m:sub>
                        <m:sup>
                          <m:r>
                            <a:rPr lang="pt-BR" sz="1600" i="1">
                              <a:latin typeface="Cambria Math" panose="02040503050406030204" pitchFamily="18" charset="0"/>
                            </a:rPr>
                            <m:t>′</m:t>
                          </m:r>
                        </m:sup>
                      </m:sSubSup>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up>
                          <m:r>
                            <a:rPr lang="pt-BR" sz="1600" b="0" i="1" smtClean="0">
                              <a:latin typeface="Cambria Math" panose="02040503050406030204" pitchFamily="18" charset="0"/>
                            </a:rPr>
                            <m:t> </m:t>
                          </m:r>
                        </m:sup>
                      </m:sSubSup>
                    </m:oMath>
                  </m:oMathPara>
                </a14:m>
                <a:endParaRPr lang="pt-BR" sz="1600"/>
              </a:p>
            </p:txBody>
          </p:sp>
        </mc:Choice>
        <mc:Fallback xmlns="">
          <p:sp>
            <p:nvSpPr>
              <p:cNvPr id="63" name="CaixaDeTexto 62">
                <a:extLst>
                  <a:ext uri="{FF2B5EF4-FFF2-40B4-BE49-F238E27FC236}">
                    <a16:creationId xmlns:a16="http://schemas.microsoft.com/office/drawing/2014/main" id="{8828E7B0-85CE-BDDA-07F3-7044E1CFE515}"/>
                  </a:ext>
                </a:extLst>
              </p:cNvPr>
              <p:cNvSpPr txBox="1">
                <a:spLocks noRot="1" noChangeAspect="1" noMove="1" noResize="1" noEditPoints="1" noAdjustHandles="1" noChangeArrowheads="1" noChangeShapeType="1" noTextEdit="1"/>
              </p:cNvSpPr>
              <p:nvPr/>
            </p:nvSpPr>
            <p:spPr>
              <a:xfrm>
                <a:off x="5183361" y="4723284"/>
                <a:ext cx="1313116" cy="371384"/>
              </a:xfrm>
              <a:prstGeom prst="rect">
                <a:avLst/>
              </a:prstGeom>
              <a:blipFill>
                <a:blip r:embed="rId8"/>
                <a:stretch>
                  <a:fillRect t="-1639" b="-1639"/>
                </a:stretch>
              </a:blipFill>
            </p:spPr>
            <p:txBody>
              <a:bodyPr/>
              <a:lstStyle/>
              <a:p>
                <a:r>
                  <a:rPr lang="pt-BR">
                    <a:noFill/>
                  </a:rPr>
                  <a:t> </a:t>
                </a:r>
              </a:p>
            </p:txBody>
          </p:sp>
        </mc:Fallback>
      </mc:AlternateContent>
      <p:grpSp>
        <p:nvGrpSpPr>
          <p:cNvPr id="65" name="Agrupar 64">
            <a:extLst>
              <a:ext uri="{FF2B5EF4-FFF2-40B4-BE49-F238E27FC236}">
                <a16:creationId xmlns:a16="http://schemas.microsoft.com/office/drawing/2014/main" id="{279673C1-722B-EC4B-80C2-0A09F8222520}"/>
              </a:ext>
            </a:extLst>
          </p:cNvPr>
          <p:cNvGrpSpPr/>
          <p:nvPr/>
        </p:nvGrpSpPr>
        <p:grpSpPr>
          <a:xfrm>
            <a:off x="5160516" y="1964238"/>
            <a:ext cx="2892862" cy="1698074"/>
            <a:chOff x="5160516" y="1964238"/>
            <a:chExt cx="2892862" cy="1698074"/>
          </a:xfrm>
        </p:grpSpPr>
        <p:grpSp>
          <p:nvGrpSpPr>
            <p:cNvPr id="60" name="Agrupar 59">
              <a:extLst>
                <a:ext uri="{FF2B5EF4-FFF2-40B4-BE49-F238E27FC236}">
                  <a16:creationId xmlns:a16="http://schemas.microsoft.com/office/drawing/2014/main" id="{6361A8AF-17BA-16DD-4DFF-B783799C8764}"/>
                </a:ext>
              </a:extLst>
            </p:cNvPr>
            <p:cNvGrpSpPr/>
            <p:nvPr/>
          </p:nvGrpSpPr>
          <p:grpSpPr>
            <a:xfrm>
              <a:off x="5160516" y="1979119"/>
              <a:ext cx="2892862" cy="1683193"/>
              <a:chOff x="6319127" y="2157335"/>
              <a:chExt cx="2892862" cy="1683193"/>
            </a:xfrm>
          </p:grpSpPr>
          <p:grpSp>
            <p:nvGrpSpPr>
              <p:cNvPr id="47" name="Agrupar 46">
                <a:extLst>
                  <a:ext uri="{FF2B5EF4-FFF2-40B4-BE49-F238E27FC236}">
                    <a16:creationId xmlns:a16="http://schemas.microsoft.com/office/drawing/2014/main" id="{E9DD7969-318F-02E6-71A3-FC244D64BA48}"/>
                  </a:ext>
                </a:extLst>
              </p:cNvPr>
              <p:cNvGrpSpPr/>
              <p:nvPr/>
            </p:nvGrpSpPr>
            <p:grpSpPr>
              <a:xfrm>
                <a:off x="6476509" y="2308199"/>
                <a:ext cx="2085764" cy="1329512"/>
                <a:chOff x="2833991" y="2122920"/>
                <a:chExt cx="1034375" cy="687823"/>
              </a:xfrm>
            </p:grpSpPr>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11E63E6F-25E8-2C25-AB64-51CE72E276D5}"/>
                        </a:ext>
                      </a:extLst>
                    </p:cNvPr>
                    <p:cNvSpPr txBox="1"/>
                    <p:nvPr/>
                  </p:nvSpPr>
                  <p:spPr>
                    <a:xfrm>
                      <a:off x="3145433" y="2448411"/>
                      <a:ext cx="212441" cy="186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acc>
                                  <m:accPr>
                                    <m:chr m:val="̃"/>
                                    <m:ctrlPr>
                                      <a:rPr lang="pt-BR" sz="1600" b="1" i="1" smtClean="0">
                                        <a:latin typeface="Cambria Math" panose="02040503050406030204" pitchFamily="18" charset="0"/>
                                      </a:rPr>
                                    </m:ctrlPr>
                                  </m:accPr>
                                  <m:e>
                                    <m:r>
                                      <a:rPr lang="en-US" sz="1600" b="1" i="1" smtClean="0">
                                        <a:latin typeface="Cambria Math" panose="02040503050406030204" pitchFamily="18" charset="0"/>
                                      </a:rPr>
                                      <m:t>𝒓</m:t>
                                    </m:r>
                                  </m:e>
                                </m:acc>
                              </m:e>
                              <m:sub>
                                <m:r>
                                  <a:rPr lang="pt-BR" sz="1600" b="1" i="1" smtClean="0">
                                    <a:latin typeface="Cambria Math" panose="02040503050406030204" pitchFamily="18" charset="0"/>
                                  </a:rPr>
                                  <m:t>𝒒</m:t>
                                </m:r>
                              </m:sub>
                            </m:sSub>
                          </m:oMath>
                        </m:oMathPara>
                      </a14:m>
                      <a:endParaRPr lang="pt-BR" sz="1600" b="1"/>
                    </a:p>
                  </p:txBody>
                </p:sp>
              </mc:Choice>
              <mc:Fallback xmlns="">
                <p:sp>
                  <p:nvSpPr>
                    <p:cNvPr id="54" name="CaixaDeTexto 53">
                      <a:extLst>
                        <a:ext uri="{FF2B5EF4-FFF2-40B4-BE49-F238E27FC236}">
                          <a16:creationId xmlns:a16="http://schemas.microsoft.com/office/drawing/2014/main" id="{11E63E6F-25E8-2C25-AB64-51CE72E276D5}"/>
                        </a:ext>
                      </a:extLst>
                    </p:cNvPr>
                    <p:cNvSpPr txBox="1">
                      <a:spLocks noRot="1" noChangeAspect="1" noMove="1" noResize="1" noEditPoints="1" noAdjustHandles="1" noChangeArrowheads="1" noChangeShapeType="1" noTextEdit="1"/>
                    </p:cNvSpPr>
                    <p:nvPr/>
                  </p:nvSpPr>
                  <p:spPr>
                    <a:xfrm>
                      <a:off x="3145433" y="2448411"/>
                      <a:ext cx="212441" cy="186596"/>
                    </a:xfrm>
                    <a:prstGeom prst="rect">
                      <a:avLst/>
                    </a:prstGeom>
                    <a:blipFill>
                      <a:blip r:embed="rId9"/>
                      <a:stretch>
                        <a:fillRect b="-1695"/>
                      </a:stretch>
                    </a:blipFill>
                  </p:spPr>
                  <p:txBody>
                    <a:bodyPr/>
                    <a:lstStyle/>
                    <a:p>
                      <a:r>
                        <a:rPr lang="pt-BR">
                          <a:noFill/>
                        </a:rPr>
                        <a:t> </a:t>
                      </a:r>
                    </a:p>
                  </p:txBody>
                </p:sp>
              </mc:Fallback>
            </mc:AlternateContent>
            <p:cxnSp>
              <p:nvCxnSpPr>
                <p:cNvPr id="55" name="Conector de Seta Reta 54">
                  <a:extLst>
                    <a:ext uri="{FF2B5EF4-FFF2-40B4-BE49-F238E27FC236}">
                      <a16:creationId xmlns:a16="http://schemas.microsoft.com/office/drawing/2014/main" id="{04185AC0-818D-AE1B-A94A-422B918EC5CB}"/>
                    </a:ext>
                  </a:extLst>
                </p:cNvPr>
                <p:cNvCxnSpPr>
                  <a:cxnSpLocks/>
                  <a:endCxn id="44" idx="5"/>
                </p:cNvCxnSpPr>
                <p:nvPr/>
              </p:nvCxnSpPr>
              <p:spPr>
                <a:xfrm flipH="1" flipV="1">
                  <a:off x="2833991" y="2122920"/>
                  <a:ext cx="1034375" cy="6878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8" name="Agrupar 47">
                <a:extLst>
                  <a:ext uri="{FF2B5EF4-FFF2-40B4-BE49-F238E27FC236}">
                    <a16:creationId xmlns:a16="http://schemas.microsoft.com/office/drawing/2014/main" id="{49B0B582-45E7-721D-B26F-EED883463355}"/>
                  </a:ext>
                </a:extLst>
              </p:cNvPr>
              <p:cNvGrpSpPr/>
              <p:nvPr/>
            </p:nvGrpSpPr>
            <p:grpSpPr>
              <a:xfrm>
                <a:off x="8562276" y="2761289"/>
                <a:ext cx="649713" cy="880079"/>
                <a:chOff x="3868364" y="2554591"/>
                <a:chExt cx="322206" cy="455309"/>
              </a:xfrm>
            </p:grpSpPr>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24743657-F445-4DCD-0535-BE990F22B791}"/>
                        </a:ext>
                      </a:extLst>
                    </p:cNvPr>
                    <p:cNvSpPr txBox="1"/>
                    <p:nvPr/>
                  </p:nvSpPr>
                  <p:spPr>
                    <a:xfrm>
                      <a:off x="3995155" y="2692406"/>
                      <a:ext cx="195415" cy="1865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en-US" sz="1600" b="1" i="1" smtClean="0">
                                    <a:latin typeface="Cambria Math" panose="02040503050406030204" pitchFamily="18" charset="0"/>
                                  </a:rPr>
                                  <m:t>𝒓</m:t>
                                </m:r>
                              </m:e>
                              <m:sub>
                                <m:r>
                                  <a:rPr lang="pt-BR" sz="1600" b="1" i="1" smtClean="0">
                                    <a:latin typeface="Cambria Math" panose="02040503050406030204" pitchFamily="18" charset="0"/>
                                  </a:rPr>
                                  <m:t>𝒑</m:t>
                                </m:r>
                              </m:sub>
                            </m:sSub>
                          </m:oMath>
                        </m:oMathPara>
                      </a14:m>
                      <a:endParaRPr lang="pt-BR" sz="1600" b="1"/>
                    </a:p>
                  </p:txBody>
                </p:sp>
              </mc:Choice>
              <mc:Fallback xmlns="">
                <p:sp>
                  <p:nvSpPr>
                    <p:cNvPr id="52" name="CaixaDeTexto 51">
                      <a:extLst>
                        <a:ext uri="{FF2B5EF4-FFF2-40B4-BE49-F238E27FC236}">
                          <a16:creationId xmlns:a16="http://schemas.microsoft.com/office/drawing/2014/main" id="{24743657-F445-4DCD-0535-BE990F22B791}"/>
                        </a:ext>
                      </a:extLst>
                    </p:cNvPr>
                    <p:cNvSpPr txBox="1">
                      <a:spLocks noRot="1" noChangeAspect="1" noMove="1" noResize="1" noEditPoints="1" noAdjustHandles="1" noChangeArrowheads="1" noChangeShapeType="1" noTextEdit="1"/>
                    </p:cNvSpPr>
                    <p:nvPr/>
                  </p:nvSpPr>
                  <p:spPr>
                    <a:xfrm>
                      <a:off x="3995155" y="2692406"/>
                      <a:ext cx="195415" cy="186563"/>
                    </a:xfrm>
                    <a:prstGeom prst="rect">
                      <a:avLst/>
                    </a:prstGeom>
                    <a:blipFill>
                      <a:blip r:embed="rId10"/>
                      <a:stretch>
                        <a:fillRect b="-1667"/>
                      </a:stretch>
                    </a:blipFill>
                  </p:spPr>
                  <p:txBody>
                    <a:bodyPr/>
                    <a:lstStyle/>
                    <a:p>
                      <a:r>
                        <a:rPr lang="pt-BR">
                          <a:noFill/>
                        </a:rPr>
                        <a:t> </a:t>
                      </a:r>
                    </a:p>
                  </p:txBody>
                </p:sp>
              </mc:Fallback>
            </mc:AlternateContent>
            <p:cxnSp>
              <p:nvCxnSpPr>
                <p:cNvPr id="53" name="Conector de Seta Reta 52">
                  <a:extLst>
                    <a:ext uri="{FF2B5EF4-FFF2-40B4-BE49-F238E27FC236}">
                      <a16:creationId xmlns:a16="http://schemas.microsoft.com/office/drawing/2014/main" id="{1BED5C77-E7A0-06C2-836A-9D7B819B805D}"/>
                    </a:ext>
                  </a:extLst>
                </p:cNvPr>
                <p:cNvCxnSpPr>
                  <a:cxnSpLocks/>
                  <a:endCxn id="42" idx="2"/>
                </p:cNvCxnSpPr>
                <p:nvPr/>
              </p:nvCxnSpPr>
              <p:spPr>
                <a:xfrm flipV="1">
                  <a:off x="3868364" y="2554591"/>
                  <a:ext cx="199031" cy="4553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1" name="Elipse 40">
                <a:extLst>
                  <a:ext uri="{FF2B5EF4-FFF2-40B4-BE49-F238E27FC236}">
                    <a16:creationId xmlns:a16="http://schemas.microsoft.com/office/drawing/2014/main" id="{3089A031-77F3-AEA9-5327-049256F4D71B}"/>
                  </a:ext>
                </a:extLst>
              </p:cNvPr>
              <p:cNvSpPr/>
              <p:nvPr/>
            </p:nvSpPr>
            <p:spPr>
              <a:xfrm>
                <a:off x="8534616" y="3618512"/>
                <a:ext cx="55315" cy="53024"/>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p>
            </p:txBody>
          </p:sp>
          <p:sp>
            <p:nvSpPr>
              <p:cNvPr id="42" name="Círculo: Vazio 41">
                <a:extLst>
                  <a:ext uri="{FF2B5EF4-FFF2-40B4-BE49-F238E27FC236}">
                    <a16:creationId xmlns:a16="http://schemas.microsoft.com/office/drawing/2014/main" id="{786792AE-80E4-EFE0-7186-FF75A2A9D8E5}"/>
                  </a:ext>
                </a:extLst>
              </p:cNvPr>
              <p:cNvSpPr/>
              <p:nvPr/>
            </p:nvSpPr>
            <p:spPr>
              <a:xfrm>
                <a:off x="8963610" y="2672916"/>
                <a:ext cx="184384" cy="176747"/>
              </a:xfrm>
              <a:prstGeom prst="donut">
                <a:avLst>
                  <a:gd name="adj" fmla="val 46798"/>
                </a:avLst>
              </a:prstGeom>
              <a:solidFill>
                <a:schemeClr val="bg1"/>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solidFill>
                    <a:schemeClr val="tx1"/>
                  </a:solidFill>
                </a:endParaRPr>
              </a:p>
            </p:txBody>
          </p:sp>
          <p:cxnSp>
            <p:nvCxnSpPr>
              <p:cNvPr id="43" name="Conector de Seta Reta 42">
                <a:extLst>
                  <a:ext uri="{FF2B5EF4-FFF2-40B4-BE49-F238E27FC236}">
                    <a16:creationId xmlns:a16="http://schemas.microsoft.com/office/drawing/2014/main" id="{70FF4037-3FC2-5010-F8AD-77CBA46D0041}"/>
                  </a:ext>
                </a:extLst>
              </p:cNvPr>
              <p:cNvCxnSpPr>
                <a:cxnSpLocks/>
                <a:stCxn id="42" idx="2"/>
                <a:endCxn id="44" idx="5"/>
              </p:cNvCxnSpPr>
              <p:nvPr/>
            </p:nvCxnSpPr>
            <p:spPr>
              <a:xfrm flipH="1" flipV="1">
                <a:off x="6476509" y="2308198"/>
                <a:ext cx="2487101" cy="453092"/>
              </a:xfrm>
              <a:prstGeom prst="straightConnector1">
                <a:avLst/>
              </a:prstGeom>
              <a:ln>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44" name="Círculo: Vazio 43">
                <a:extLst>
                  <a:ext uri="{FF2B5EF4-FFF2-40B4-BE49-F238E27FC236}">
                    <a16:creationId xmlns:a16="http://schemas.microsoft.com/office/drawing/2014/main" id="{CBD68CFC-3217-5EB5-5619-8741E84A2E45}"/>
                  </a:ext>
                </a:extLst>
              </p:cNvPr>
              <p:cNvSpPr/>
              <p:nvPr/>
            </p:nvSpPr>
            <p:spPr>
              <a:xfrm>
                <a:off x="6319127" y="2157335"/>
                <a:ext cx="184384" cy="176747"/>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solidFill>
                    <a:schemeClr val="tx1"/>
                  </a:solidFill>
                </a:endParaRPr>
              </a:p>
            </p:txBody>
          </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5809B2E8-C766-79EB-77D5-47035756D59F}"/>
                      </a:ext>
                    </a:extLst>
                  </p:cNvPr>
                  <p:cNvSpPr txBox="1"/>
                  <p:nvPr/>
                </p:nvSpPr>
                <p:spPr>
                  <a:xfrm>
                    <a:off x="8516656" y="3563529"/>
                    <a:ext cx="324704"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m:t>
                          </m:r>
                        </m:oMath>
                      </m:oMathPara>
                    </a14:m>
                    <a:endParaRPr lang="pt-BR" sz="1200"/>
                  </a:p>
                </p:txBody>
              </p:sp>
            </mc:Choice>
            <mc:Fallback xmlns="">
              <p:sp>
                <p:nvSpPr>
                  <p:cNvPr id="59" name="CaixaDeTexto 58">
                    <a:extLst>
                      <a:ext uri="{FF2B5EF4-FFF2-40B4-BE49-F238E27FC236}">
                        <a16:creationId xmlns:a16="http://schemas.microsoft.com/office/drawing/2014/main" id="{5809B2E8-C766-79EB-77D5-47035756D59F}"/>
                      </a:ext>
                    </a:extLst>
                  </p:cNvPr>
                  <p:cNvSpPr txBox="1">
                    <a:spLocks noRot="1" noChangeAspect="1" noMove="1" noResize="1" noEditPoints="1" noAdjustHandles="1" noChangeArrowheads="1" noChangeShapeType="1" noTextEdit="1"/>
                  </p:cNvSpPr>
                  <p:nvPr/>
                </p:nvSpPr>
                <p:spPr>
                  <a:xfrm>
                    <a:off x="8516656" y="3563529"/>
                    <a:ext cx="324704" cy="276999"/>
                  </a:xfrm>
                  <a:prstGeom prst="rect">
                    <a:avLst/>
                  </a:prstGeom>
                  <a:blipFill>
                    <a:blip r:embed="rId11"/>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E4D485C9-79DB-2033-4914-6A0CCE7914E0}"/>
                    </a:ext>
                  </a:extLst>
                </p:cNvPr>
                <p:cNvSpPr txBox="1"/>
                <p:nvPr/>
              </p:nvSpPr>
              <p:spPr>
                <a:xfrm>
                  <a:off x="6248597" y="1964238"/>
                  <a:ext cx="964486" cy="3606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a:solidFill>
                                  <a:srgbClr val="FF0000"/>
                                </a:solidFill>
                                <a:latin typeface="Cambria Math" panose="02040503050406030204" pitchFamily="18" charset="0"/>
                              </a:rPr>
                            </m:ctrlPr>
                          </m:sSubPr>
                          <m:e>
                            <m:r>
                              <a:rPr lang="en-US" sz="1600" b="1" i="1">
                                <a:solidFill>
                                  <a:srgbClr val="FF0000"/>
                                </a:solidFill>
                                <a:latin typeface="Cambria Math" panose="02040503050406030204" pitchFamily="18" charset="0"/>
                              </a:rPr>
                              <m:t>𝒓</m:t>
                            </m:r>
                          </m:e>
                          <m:sub>
                            <m:r>
                              <a:rPr lang="pt-BR" sz="1600" b="1" i="1">
                                <a:solidFill>
                                  <a:srgbClr val="FF0000"/>
                                </a:solidFill>
                                <a:latin typeface="Cambria Math" panose="02040503050406030204" pitchFamily="18" charset="0"/>
                              </a:rPr>
                              <m:t>𝒑</m:t>
                            </m:r>
                          </m:sub>
                        </m:sSub>
                        <m:r>
                          <a:rPr lang="pt-BR" sz="1600" i="1">
                            <a:solidFill>
                              <a:srgbClr val="FF0000"/>
                            </a:solidFill>
                            <a:latin typeface="Cambria Math" panose="02040503050406030204" pitchFamily="18" charset="0"/>
                          </a:rPr>
                          <m:t>−</m:t>
                        </m:r>
                        <m:sSub>
                          <m:sSubPr>
                            <m:ctrlPr>
                              <a:rPr lang="pt-BR" sz="1600" b="1" i="1">
                                <a:solidFill>
                                  <a:srgbClr val="FF0000"/>
                                </a:solidFill>
                                <a:latin typeface="Cambria Math" panose="02040503050406030204" pitchFamily="18" charset="0"/>
                              </a:rPr>
                            </m:ctrlPr>
                          </m:sSubPr>
                          <m:e>
                            <m:acc>
                              <m:accPr>
                                <m:chr m:val="̃"/>
                                <m:ctrlPr>
                                  <a:rPr lang="pt-BR" sz="1600" b="1"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𝑟</m:t>
                                </m:r>
                              </m:e>
                            </m:acc>
                          </m:e>
                          <m:sub>
                            <m:r>
                              <a:rPr lang="pt-BR" sz="1600" b="1" i="1">
                                <a:solidFill>
                                  <a:srgbClr val="FF0000"/>
                                </a:solidFill>
                                <a:latin typeface="Cambria Math" panose="02040503050406030204" pitchFamily="18" charset="0"/>
                              </a:rPr>
                              <m:t>𝒒</m:t>
                            </m:r>
                          </m:sub>
                        </m:sSub>
                      </m:oMath>
                    </m:oMathPara>
                  </a14:m>
                  <a:endParaRPr lang="pt-BR" sz="1600">
                    <a:solidFill>
                      <a:srgbClr val="FF0000"/>
                    </a:solidFill>
                  </a:endParaRPr>
                </a:p>
              </p:txBody>
            </p:sp>
          </mc:Choice>
          <mc:Fallback xmlns="">
            <p:sp>
              <p:nvSpPr>
                <p:cNvPr id="64" name="CaixaDeTexto 63">
                  <a:extLst>
                    <a:ext uri="{FF2B5EF4-FFF2-40B4-BE49-F238E27FC236}">
                      <a16:creationId xmlns:a16="http://schemas.microsoft.com/office/drawing/2014/main" id="{E4D485C9-79DB-2033-4914-6A0CCE7914E0}"/>
                    </a:ext>
                  </a:extLst>
                </p:cNvPr>
                <p:cNvSpPr txBox="1">
                  <a:spLocks noRot="1" noChangeAspect="1" noMove="1" noResize="1" noEditPoints="1" noAdjustHandles="1" noChangeArrowheads="1" noChangeShapeType="1" noTextEdit="1"/>
                </p:cNvSpPr>
                <p:nvPr/>
              </p:nvSpPr>
              <p:spPr>
                <a:xfrm>
                  <a:off x="6248597" y="1964238"/>
                  <a:ext cx="964486" cy="360676"/>
                </a:xfrm>
                <a:prstGeom prst="rect">
                  <a:avLst/>
                </a:prstGeom>
                <a:blipFill>
                  <a:blip r:embed="rId12"/>
                  <a:stretch>
                    <a:fillRect r="-5063" b="-3390"/>
                  </a:stretch>
                </a:blipFill>
              </p:spPr>
              <p:txBody>
                <a:bodyPr/>
                <a:lstStyle/>
                <a:p>
                  <a:r>
                    <a:rPr lang="pt-BR">
                      <a:noFill/>
                    </a:rPr>
                    <a:t> </a:t>
                  </a:r>
                </a:p>
              </p:txBody>
            </p:sp>
          </mc:Fallback>
        </mc:AlternateContent>
      </p:grpSp>
      <p:grpSp>
        <p:nvGrpSpPr>
          <p:cNvPr id="71" name="Agrupar 70">
            <a:extLst>
              <a:ext uri="{FF2B5EF4-FFF2-40B4-BE49-F238E27FC236}">
                <a16:creationId xmlns:a16="http://schemas.microsoft.com/office/drawing/2014/main" id="{09C146E2-CE1B-CF19-12CA-E31EE945F65C}"/>
              </a:ext>
            </a:extLst>
          </p:cNvPr>
          <p:cNvGrpSpPr/>
          <p:nvPr/>
        </p:nvGrpSpPr>
        <p:grpSpPr>
          <a:xfrm>
            <a:off x="7198447" y="3090839"/>
            <a:ext cx="291042" cy="284697"/>
            <a:chOff x="4901650" y="1366572"/>
            <a:chExt cx="291042" cy="284697"/>
          </a:xfrm>
        </p:grpSpPr>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F7706EAD-AF07-BE06-BA21-9AF549A41B20}"/>
                    </a:ext>
                  </a:extLst>
                </p:cNvPr>
                <p:cNvSpPr txBox="1"/>
                <p:nvPr/>
              </p:nvSpPr>
              <p:spPr>
                <a:xfrm>
                  <a:off x="4901650" y="1366572"/>
                  <a:ext cx="291042"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i="1" smtClean="0">
                            <a:solidFill>
                              <a:schemeClr val="tx1"/>
                            </a:solidFill>
                            <a:latin typeface="Cambria Math" panose="02040503050406030204" pitchFamily="18" charset="0"/>
                          </a:rPr>
                          <m:t>𝛾</m:t>
                        </m:r>
                      </m:oMath>
                    </m:oMathPara>
                  </a14:m>
                  <a:endParaRPr lang="pt-BR" sz="1100">
                    <a:solidFill>
                      <a:schemeClr val="tx2">
                        <a:lumMod val="75000"/>
                        <a:lumOff val="25000"/>
                      </a:schemeClr>
                    </a:solidFill>
                  </a:endParaRPr>
                </a:p>
              </p:txBody>
            </p:sp>
          </mc:Choice>
          <mc:Fallback xmlns="">
            <p:sp>
              <p:nvSpPr>
                <p:cNvPr id="72" name="CaixaDeTexto 71">
                  <a:extLst>
                    <a:ext uri="{FF2B5EF4-FFF2-40B4-BE49-F238E27FC236}">
                      <a16:creationId xmlns:a16="http://schemas.microsoft.com/office/drawing/2014/main" id="{F7706EAD-AF07-BE06-BA21-9AF549A41B20}"/>
                    </a:ext>
                  </a:extLst>
                </p:cNvPr>
                <p:cNvSpPr txBox="1">
                  <a:spLocks noRot="1" noChangeAspect="1" noMove="1" noResize="1" noEditPoints="1" noAdjustHandles="1" noChangeArrowheads="1" noChangeShapeType="1" noTextEdit="1"/>
                </p:cNvSpPr>
                <p:nvPr/>
              </p:nvSpPr>
              <p:spPr>
                <a:xfrm>
                  <a:off x="4901650" y="1366572"/>
                  <a:ext cx="291042" cy="261610"/>
                </a:xfrm>
                <a:prstGeom prst="rect">
                  <a:avLst/>
                </a:prstGeom>
                <a:blipFill>
                  <a:blip r:embed="rId13"/>
                  <a:stretch>
                    <a:fillRect/>
                  </a:stretch>
                </a:blipFill>
              </p:spPr>
              <p:txBody>
                <a:bodyPr/>
                <a:lstStyle/>
                <a:p>
                  <a:r>
                    <a:rPr lang="pt-BR">
                      <a:noFill/>
                    </a:rPr>
                    <a:t> </a:t>
                  </a:r>
                </a:p>
              </p:txBody>
            </p:sp>
          </mc:Fallback>
        </mc:AlternateContent>
        <p:sp>
          <p:nvSpPr>
            <p:cNvPr id="73" name="Forma Livre: Forma 72">
              <a:extLst>
                <a:ext uri="{FF2B5EF4-FFF2-40B4-BE49-F238E27FC236}">
                  <a16:creationId xmlns:a16="http://schemas.microsoft.com/office/drawing/2014/main" id="{2197B16D-CDEC-1387-3778-AE1D4F7A678E}"/>
                </a:ext>
              </a:extLst>
            </p:cNvPr>
            <p:cNvSpPr/>
            <p:nvPr/>
          </p:nvSpPr>
          <p:spPr>
            <a:xfrm rot="3174591">
              <a:off x="5056349" y="1560780"/>
              <a:ext cx="45719" cy="135259"/>
            </a:xfrm>
            <a:custGeom>
              <a:avLst/>
              <a:gdLst>
                <a:gd name="connsiteX0" fmla="*/ 62649 w 62649"/>
                <a:gd name="connsiteY0" fmla="*/ 0 h 165100"/>
                <a:gd name="connsiteX1" fmla="*/ 5499 w 62649"/>
                <a:gd name="connsiteY1" fmla="*/ 82550 h 165100"/>
                <a:gd name="connsiteX2" fmla="*/ 5499 w 62649"/>
                <a:gd name="connsiteY2" fmla="*/ 165100 h 165100"/>
              </a:gdLst>
              <a:ahLst/>
              <a:cxnLst>
                <a:cxn ang="0">
                  <a:pos x="connsiteX0" y="connsiteY0"/>
                </a:cxn>
                <a:cxn ang="0">
                  <a:pos x="connsiteX1" y="connsiteY1"/>
                </a:cxn>
                <a:cxn ang="0">
                  <a:pos x="connsiteX2" y="connsiteY2"/>
                </a:cxn>
              </a:cxnLst>
              <a:rect l="l" t="t" r="r" b="b"/>
              <a:pathLst>
                <a:path w="62649" h="165100">
                  <a:moveTo>
                    <a:pt x="62649" y="0"/>
                  </a:moveTo>
                  <a:cubicBezTo>
                    <a:pt x="38836" y="27516"/>
                    <a:pt x="15024" y="55033"/>
                    <a:pt x="5499" y="82550"/>
                  </a:cubicBezTo>
                  <a:cubicBezTo>
                    <a:pt x="-4026" y="110067"/>
                    <a:pt x="736" y="137583"/>
                    <a:pt x="5499" y="16510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E02A9AD-579A-E323-E9BC-8004C367E95D}"/>
                  </a:ext>
                </a:extLst>
              </p:cNvPr>
              <p:cNvSpPr txBox="1"/>
              <p:nvPr/>
            </p:nvSpPr>
            <p:spPr>
              <a:xfrm>
                <a:off x="4848968" y="1671782"/>
                <a:ext cx="428376" cy="3575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𝑐</m:t>
                              </m:r>
                            </m:e>
                          </m:acc>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oMath>
                  </m:oMathPara>
                </a14:m>
                <a:endParaRPr lang="pt-BR" sz="1600"/>
              </a:p>
            </p:txBody>
          </p:sp>
        </mc:Choice>
        <mc:Fallback xmlns="">
          <p:sp>
            <p:nvSpPr>
              <p:cNvPr id="10" name="CaixaDeTexto 9">
                <a:extLst>
                  <a:ext uri="{FF2B5EF4-FFF2-40B4-BE49-F238E27FC236}">
                    <a16:creationId xmlns:a16="http://schemas.microsoft.com/office/drawing/2014/main" id="{2E02A9AD-579A-E323-E9BC-8004C367E95D}"/>
                  </a:ext>
                </a:extLst>
              </p:cNvPr>
              <p:cNvSpPr txBox="1">
                <a:spLocks noRot="1" noChangeAspect="1" noMove="1" noResize="1" noEditPoints="1" noAdjustHandles="1" noChangeArrowheads="1" noChangeShapeType="1" noTextEdit="1"/>
              </p:cNvSpPr>
              <p:nvPr/>
            </p:nvSpPr>
            <p:spPr>
              <a:xfrm>
                <a:off x="4848968" y="1671782"/>
                <a:ext cx="428376" cy="357534"/>
              </a:xfrm>
              <a:prstGeom prst="rect">
                <a:avLst/>
              </a:prstGeom>
              <a:blipFill>
                <a:blip r:embed="rId14"/>
                <a:stretch>
                  <a:fillRect r="-16901"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6553E2D4-010D-248E-95BD-E3FE9B0794B7}"/>
                  </a:ext>
                </a:extLst>
              </p:cNvPr>
              <p:cNvSpPr txBox="1"/>
              <p:nvPr/>
            </p:nvSpPr>
            <p:spPr>
              <a:xfrm>
                <a:off x="7838798" y="2156369"/>
                <a:ext cx="428376" cy="3575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smtClean="0">
                              <a:latin typeface="Cambria Math" panose="02040503050406030204" pitchFamily="18" charset="0"/>
                            </a:rPr>
                            <m:t>𝑐</m:t>
                          </m:r>
                        </m:e>
                        <m:sub>
                          <m:r>
                            <a:rPr lang="pt-BR" sz="1600" b="0" i="1" smtClean="0">
                              <a:latin typeface="Cambria Math" panose="02040503050406030204" pitchFamily="18" charset="0"/>
                            </a:rPr>
                            <m:t>𝑝</m:t>
                          </m:r>
                        </m:sub>
                      </m:sSub>
                    </m:oMath>
                  </m:oMathPara>
                </a14:m>
                <a:endParaRPr lang="pt-BR" sz="1600"/>
              </a:p>
            </p:txBody>
          </p:sp>
        </mc:Choice>
        <mc:Fallback xmlns="">
          <p:sp>
            <p:nvSpPr>
              <p:cNvPr id="11" name="CaixaDeTexto 10">
                <a:extLst>
                  <a:ext uri="{FF2B5EF4-FFF2-40B4-BE49-F238E27FC236}">
                    <a16:creationId xmlns:a16="http://schemas.microsoft.com/office/drawing/2014/main" id="{6553E2D4-010D-248E-95BD-E3FE9B0794B7}"/>
                  </a:ext>
                </a:extLst>
              </p:cNvPr>
              <p:cNvSpPr txBox="1">
                <a:spLocks noRot="1" noChangeAspect="1" noMove="1" noResize="1" noEditPoints="1" noAdjustHandles="1" noChangeArrowheads="1" noChangeShapeType="1" noTextEdit="1"/>
              </p:cNvSpPr>
              <p:nvPr/>
            </p:nvSpPr>
            <p:spPr>
              <a:xfrm>
                <a:off x="7838798" y="2156369"/>
                <a:ext cx="428376" cy="357534"/>
              </a:xfrm>
              <a:prstGeom prst="rect">
                <a:avLst/>
              </a:prstGeom>
              <a:blipFill>
                <a:blip r:embed="rId15"/>
                <a:stretch>
                  <a:fillRect b="-3448"/>
                </a:stretch>
              </a:blipFill>
            </p:spPr>
            <p:txBody>
              <a:bodyPr/>
              <a:lstStyle/>
              <a:p>
                <a:r>
                  <a:rPr lang="pt-BR">
                    <a:noFill/>
                  </a:rPr>
                  <a:t> </a:t>
                </a:r>
              </a:p>
            </p:txBody>
          </p:sp>
        </mc:Fallback>
      </mc:AlternateContent>
    </p:spTree>
    <p:extLst>
      <p:ext uri="{BB962C8B-B14F-4D97-AF65-F5344CB8AC3E}">
        <p14:creationId xmlns:p14="http://schemas.microsoft.com/office/powerpoint/2010/main" val="1157765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61" name="Agrupar 160">
            <a:extLst>
              <a:ext uri="{FF2B5EF4-FFF2-40B4-BE49-F238E27FC236}">
                <a16:creationId xmlns:a16="http://schemas.microsoft.com/office/drawing/2014/main" id="{7A77D41C-4CC1-B999-2856-B4118C33C414}"/>
              </a:ext>
            </a:extLst>
          </p:cNvPr>
          <p:cNvGrpSpPr/>
          <p:nvPr/>
        </p:nvGrpSpPr>
        <p:grpSpPr>
          <a:xfrm>
            <a:off x="1163452" y="1425984"/>
            <a:ext cx="4140460" cy="3960440"/>
            <a:chOff x="1163452" y="1425984"/>
            <a:chExt cx="4140460" cy="3960440"/>
          </a:xfrm>
        </p:grpSpPr>
        <p:sp>
          <p:nvSpPr>
            <p:cNvPr id="12" name="Arco 11">
              <a:extLst>
                <a:ext uri="{FF2B5EF4-FFF2-40B4-BE49-F238E27FC236}">
                  <a16:creationId xmlns:a16="http://schemas.microsoft.com/office/drawing/2014/main" id="{2BC69956-E7A5-8480-5760-3140D4899415}"/>
                </a:ext>
              </a:extLst>
            </p:cNvPr>
            <p:cNvSpPr/>
            <p:nvPr/>
          </p:nvSpPr>
          <p:spPr>
            <a:xfrm flipH="1">
              <a:off x="1163452" y="1425984"/>
              <a:ext cx="4140460" cy="3960440"/>
            </a:xfrm>
            <a:prstGeom prst="arc">
              <a:avLst>
                <a:gd name="adj1" fmla="val 20193665"/>
                <a:gd name="adj2" fmla="val 132180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nvGrpSpPr>
            <p:cNvPr id="160" name="Agrupar 159">
              <a:extLst>
                <a:ext uri="{FF2B5EF4-FFF2-40B4-BE49-F238E27FC236}">
                  <a16:creationId xmlns:a16="http://schemas.microsoft.com/office/drawing/2014/main" id="{BD0CBD65-AB50-C5FC-B65C-06020A6EB235}"/>
                </a:ext>
              </a:extLst>
            </p:cNvPr>
            <p:cNvGrpSpPr/>
            <p:nvPr/>
          </p:nvGrpSpPr>
          <p:grpSpPr>
            <a:xfrm>
              <a:off x="1325671" y="2183857"/>
              <a:ext cx="1956177" cy="2007223"/>
              <a:chOff x="1325671" y="2183857"/>
              <a:chExt cx="1956177" cy="2007223"/>
            </a:xfrm>
          </p:grpSpPr>
          <p:sp>
            <p:nvSpPr>
              <p:cNvPr id="114" name="Forma Livre: Forma 113">
                <a:extLst>
                  <a:ext uri="{FF2B5EF4-FFF2-40B4-BE49-F238E27FC236}">
                    <a16:creationId xmlns:a16="http://schemas.microsoft.com/office/drawing/2014/main" id="{2647D9C4-CF84-8DD7-0786-8D34B5826FFA}"/>
                  </a:ext>
                </a:extLst>
              </p:cNvPr>
              <p:cNvSpPr/>
              <p:nvPr/>
            </p:nvSpPr>
            <p:spPr>
              <a:xfrm>
                <a:off x="1664494" y="2202656"/>
                <a:ext cx="481012" cy="1978819"/>
              </a:xfrm>
              <a:custGeom>
                <a:avLst/>
                <a:gdLst>
                  <a:gd name="connsiteX0" fmla="*/ 481012 w 481012"/>
                  <a:gd name="connsiteY0" fmla="*/ 0 h 1978819"/>
                  <a:gd name="connsiteX1" fmla="*/ 476250 w 481012"/>
                  <a:gd name="connsiteY1" fmla="*/ 869157 h 1978819"/>
                  <a:gd name="connsiteX2" fmla="*/ 473869 w 481012"/>
                  <a:gd name="connsiteY2" fmla="*/ 1581150 h 1978819"/>
                  <a:gd name="connsiteX3" fmla="*/ 178594 w 481012"/>
                  <a:gd name="connsiteY3" fmla="*/ 1978819 h 1978819"/>
                  <a:gd name="connsiteX4" fmla="*/ 95250 w 481012"/>
                  <a:gd name="connsiteY4" fmla="*/ 1774032 h 1978819"/>
                  <a:gd name="connsiteX5" fmla="*/ 11906 w 481012"/>
                  <a:gd name="connsiteY5" fmla="*/ 1400175 h 1978819"/>
                  <a:gd name="connsiteX6" fmla="*/ 0 w 481012"/>
                  <a:gd name="connsiteY6" fmla="*/ 1185863 h 1978819"/>
                  <a:gd name="connsiteX7" fmla="*/ 28575 w 481012"/>
                  <a:gd name="connsiteY7" fmla="*/ 883444 h 1978819"/>
                  <a:gd name="connsiteX8" fmla="*/ 85725 w 481012"/>
                  <a:gd name="connsiteY8" fmla="*/ 614363 h 1978819"/>
                  <a:gd name="connsiteX9" fmla="*/ 180975 w 481012"/>
                  <a:gd name="connsiteY9" fmla="*/ 395288 h 1978819"/>
                  <a:gd name="connsiteX10" fmla="*/ 342900 w 481012"/>
                  <a:gd name="connsiteY10" fmla="*/ 169069 h 1978819"/>
                  <a:gd name="connsiteX11" fmla="*/ 481012 w 481012"/>
                  <a:gd name="connsiteY11" fmla="*/ 0 h 19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1012" h="1978819">
                    <a:moveTo>
                      <a:pt x="481012" y="0"/>
                    </a:moveTo>
                    <a:cubicBezTo>
                      <a:pt x="479425" y="289719"/>
                      <a:pt x="477837" y="579438"/>
                      <a:pt x="476250" y="869157"/>
                    </a:cubicBezTo>
                    <a:cubicBezTo>
                      <a:pt x="475456" y="1106488"/>
                      <a:pt x="474663" y="1343819"/>
                      <a:pt x="473869" y="1581150"/>
                    </a:cubicBezTo>
                    <a:lnTo>
                      <a:pt x="178594" y="1978819"/>
                    </a:lnTo>
                    <a:lnTo>
                      <a:pt x="95250" y="1774032"/>
                    </a:lnTo>
                    <a:lnTo>
                      <a:pt x="11906" y="1400175"/>
                    </a:lnTo>
                    <a:lnTo>
                      <a:pt x="0" y="1185863"/>
                    </a:lnTo>
                    <a:lnTo>
                      <a:pt x="28575" y="883444"/>
                    </a:lnTo>
                    <a:lnTo>
                      <a:pt x="85725" y="614363"/>
                    </a:lnTo>
                    <a:lnTo>
                      <a:pt x="180975" y="395288"/>
                    </a:lnTo>
                    <a:lnTo>
                      <a:pt x="342900" y="169069"/>
                    </a:lnTo>
                    <a:lnTo>
                      <a:pt x="481012" y="0"/>
                    </a:ln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25B72799-784B-4BDD-CD2F-E91B2C30512F}"/>
                  </a:ext>
                </a:extLst>
              </p:cNvPr>
              <p:cNvSpPr/>
              <p:nvPr/>
            </p:nvSpPr>
            <p:spPr>
              <a:xfrm>
                <a:off x="2535400" y="3163888"/>
                <a:ext cx="457200" cy="457200"/>
              </a:xfrm>
              <a:prstGeom prst="ellipse">
                <a:avLst/>
              </a:prstGeom>
              <a:noFill/>
              <a:ln w="28575" cap="flat" cmpd="thinThick"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68" name="Conector reto 67">
                <a:extLst>
                  <a:ext uri="{FF2B5EF4-FFF2-40B4-BE49-F238E27FC236}">
                    <a16:creationId xmlns:a16="http://schemas.microsoft.com/office/drawing/2014/main" id="{A6622E68-7F92-1997-AD65-245DEBC48999}"/>
                  </a:ext>
                </a:extLst>
              </p:cNvPr>
              <p:cNvCxnSpPr>
                <a:cxnSpLocks/>
              </p:cNvCxnSpPr>
              <p:nvPr/>
            </p:nvCxnSpPr>
            <p:spPr>
              <a:xfrm flipV="1">
                <a:off x="1839341" y="3775206"/>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Conector reto 79">
                <a:extLst>
                  <a:ext uri="{FF2B5EF4-FFF2-40B4-BE49-F238E27FC236}">
                    <a16:creationId xmlns:a16="http://schemas.microsoft.com/office/drawing/2014/main" id="{B4229E36-1A6F-F82B-A7D3-D1680F8A4231}"/>
                  </a:ext>
                </a:extLst>
              </p:cNvPr>
              <p:cNvCxnSpPr>
                <a:cxnSpLocks/>
                <a:stCxn id="13" idx="0"/>
                <a:endCxn id="12" idx="0"/>
              </p:cNvCxnSpPr>
              <p:nvPr/>
            </p:nvCxnSpPr>
            <p:spPr>
              <a:xfrm flipH="1" flipV="1">
                <a:off x="1348096" y="2588717"/>
                <a:ext cx="496235" cy="346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5" name="Conector reto 104">
                <a:extLst>
                  <a:ext uri="{FF2B5EF4-FFF2-40B4-BE49-F238E27FC236}">
                    <a16:creationId xmlns:a16="http://schemas.microsoft.com/office/drawing/2014/main" id="{8408FE9A-8149-ECE9-612F-1F94EB82BB5C}"/>
                  </a:ext>
                </a:extLst>
              </p:cNvPr>
              <p:cNvCxnSpPr>
                <a:cxnSpLocks/>
                <a:stCxn id="13" idx="2"/>
                <a:endCxn id="12" idx="2"/>
              </p:cNvCxnSpPr>
              <p:nvPr/>
            </p:nvCxnSpPr>
            <p:spPr>
              <a:xfrm flipH="1" flipV="1">
                <a:off x="1327035" y="4177702"/>
                <a:ext cx="513658" cy="811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Conector reto 109">
                <a:extLst>
                  <a:ext uri="{FF2B5EF4-FFF2-40B4-BE49-F238E27FC236}">
                    <a16:creationId xmlns:a16="http://schemas.microsoft.com/office/drawing/2014/main" id="{C051690B-467C-DB90-6679-155B9107C175}"/>
                  </a:ext>
                </a:extLst>
              </p:cNvPr>
              <p:cNvCxnSpPr>
                <a:cxnSpLocks/>
              </p:cNvCxnSpPr>
              <p:nvPr/>
            </p:nvCxnSpPr>
            <p:spPr>
              <a:xfrm flipV="1">
                <a:off x="1839341" y="219098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Conector reto 110">
                <a:extLst>
                  <a:ext uri="{FF2B5EF4-FFF2-40B4-BE49-F238E27FC236}">
                    <a16:creationId xmlns:a16="http://schemas.microsoft.com/office/drawing/2014/main" id="{9E0D02A9-822D-89DF-B0DB-7D08363B23CE}"/>
                  </a:ext>
                </a:extLst>
              </p:cNvPr>
              <p:cNvCxnSpPr>
                <a:cxnSpLocks/>
              </p:cNvCxnSpPr>
              <p:nvPr/>
            </p:nvCxnSpPr>
            <p:spPr>
              <a:xfrm flipV="1">
                <a:off x="1341990" y="2183857"/>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Conector reto 111">
                <a:extLst>
                  <a:ext uri="{FF2B5EF4-FFF2-40B4-BE49-F238E27FC236}">
                    <a16:creationId xmlns:a16="http://schemas.microsoft.com/office/drawing/2014/main" id="{0940CB65-B5E8-478B-D33A-EE427C73664F}"/>
                  </a:ext>
                </a:extLst>
              </p:cNvPr>
              <p:cNvCxnSpPr>
                <a:cxnSpLocks/>
              </p:cNvCxnSpPr>
              <p:nvPr/>
            </p:nvCxnSpPr>
            <p:spPr>
              <a:xfrm flipV="1">
                <a:off x="1325671" y="3681028"/>
                <a:ext cx="363311" cy="498687"/>
              </a:xfrm>
              <a:prstGeom prst="line">
                <a:avLst/>
              </a:prstGeom>
              <a:ln>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6" name="CaixaDeTexto 115">
                    <a:extLst>
                      <a:ext uri="{FF2B5EF4-FFF2-40B4-BE49-F238E27FC236}">
                        <a16:creationId xmlns:a16="http://schemas.microsoft.com/office/drawing/2014/main" id="{04F99EF5-D378-A697-E211-BD95A4D7EACA}"/>
                      </a:ext>
                    </a:extLst>
                  </p:cNvPr>
                  <p:cNvSpPr txBox="1"/>
                  <p:nvPr/>
                </p:nvSpPr>
                <p:spPr>
                  <a:xfrm>
                    <a:off x="2927648" y="2979630"/>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6" name="CaixaDeTexto 115">
                    <a:extLst>
                      <a:ext uri="{FF2B5EF4-FFF2-40B4-BE49-F238E27FC236}">
                        <a16:creationId xmlns:a16="http://schemas.microsoft.com/office/drawing/2014/main" id="{04F99EF5-D378-A697-E211-BD95A4D7EACA}"/>
                      </a:ext>
                    </a:extLst>
                  </p:cNvPr>
                  <p:cNvSpPr txBox="1">
                    <a:spLocks noRot="1" noChangeAspect="1" noMove="1" noResize="1" noEditPoints="1" noAdjustHandles="1" noChangeArrowheads="1" noChangeShapeType="1" noTextEdit="1"/>
                  </p:cNvSpPr>
                  <p:nvPr/>
                </p:nvSpPr>
                <p:spPr>
                  <a:xfrm>
                    <a:off x="2927648" y="2979630"/>
                    <a:ext cx="354200" cy="333938"/>
                  </a:xfrm>
                  <a:prstGeom prst="rect">
                    <a:avLst/>
                  </a:prstGeom>
                  <a:blipFill>
                    <a:blip r:embed="rId2"/>
                    <a:stretch>
                      <a:fillRect t="-12727" r="-10345" b="-181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7" name="CaixaDeTexto 116">
                    <a:extLst>
                      <a:ext uri="{FF2B5EF4-FFF2-40B4-BE49-F238E27FC236}">
                        <a16:creationId xmlns:a16="http://schemas.microsoft.com/office/drawing/2014/main" id="{ED20AE49-A3FA-8DAA-267E-E4322CBCC2B0}"/>
                      </a:ext>
                    </a:extLst>
                  </p:cNvPr>
                  <p:cNvSpPr txBox="1"/>
                  <p:nvPr/>
                </p:nvSpPr>
                <p:spPr>
                  <a:xfrm>
                    <a:off x="1866234" y="2655155"/>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7" name="CaixaDeTexto 116">
                    <a:extLst>
                      <a:ext uri="{FF2B5EF4-FFF2-40B4-BE49-F238E27FC236}">
                        <a16:creationId xmlns:a16="http://schemas.microsoft.com/office/drawing/2014/main" id="{ED20AE49-A3FA-8DAA-267E-E4322CBCC2B0}"/>
                      </a:ext>
                    </a:extLst>
                  </p:cNvPr>
                  <p:cNvSpPr txBox="1">
                    <a:spLocks noRot="1" noChangeAspect="1" noMove="1" noResize="1" noEditPoints="1" noAdjustHandles="1" noChangeArrowheads="1" noChangeShapeType="1" noTextEdit="1"/>
                  </p:cNvSpPr>
                  <p:nvPr/>
                </p:nvSpPr>
                <p:spPr>
                  <a:xfrm>
                    <a:off x="1866234" y="2655155"/>
                    <a:ext cx="354200" cy="333938"/>
                  </a:xfrm>
                  <a:prstGeom prst="rect">
                    <a:avLst/>
                  </a:prstGeom>
                  <a:blipFill>
                    <a:blip r:embed="rId2"/>
                    <a:stretch>
                      <a:fillRect t="-12963" r="-10345" b="-3704"/>
                    </a:stretch>
                  </a:blipFill>
                </p:spPr>
                <p:txBody>
                  <a:bodyPr/>
                  <a:lstStyle/>
                  <a:p>
                    <a:r>
                      <a:rPr lang="pt-BR">
                        <a:noFill/>
                      </a:rPr>
                      <a:t> </a:t>
                    </a:r>
                  </a:p>
                </p:txBody>
              </p:sp>
            </mc:Fallback>
          </mc:AlternateContent>
        </p:grpSp>
      </p:grpSp>
      <p:grpSp>
        <p:nvGrpSpPr>
          <p:cNvPr id="170" name="Agrupar 169">
            <a:extLst>
              <a:ext uri="{FF2B5EF4-FFF2-40B4-BE49-F238E27FC236}">
                <a16:creationId xmlns:a16="http://schemas.microsoft.com/office/drawing/2014/main" id="{90E60433-267B-8243-E2C2-ED8592DAF3CF}"/>
              </a:ext>
            </a:extLst>
          </p:cNvPr>
          <p:cNvGrpSpPr/>
          <p:nvPr/>
        </p:nvGrpSpPr>
        <p:grpSpPr>
          <a:xfrm>
            <a:off x="3683732" y="1883728"/>
            <a:ext cx="3017520" cy="3017520"/>
            <a:chOff x="3683732" y="1883728"/>
            <a:chExt cx="3017520" cy="3017520"/>
          </a:xfrm>
        </p:grpSpPr>
        <p:grpSp>
          <p:nvGrpSpPr>
            <p:cNvPr id="144" name="Agrupar 143">
              <a:extLst>
                <a:ext uri="{FF2B5EF4-FFF2-40B4-BE49-F238E27FC236}">
                  <a16:creationId xmlns:a16="http://schemas.microsoft.com/office/drawing/2014/main" id="{8C1F7062-89F6-10C8-9BC5-6D3E1E4E166A}"/>
                </a:ext>
              </a:extLst>
            </p:cNvPr>
            <p:cNvGrpSpPr/>
            <p:nvPr/>
          </p:nvGrpSpPr>
          <p:grpSpPr>
            <a:xfrm>
              <a:off x="3683732" y="1883728"/>
              <a:ext cx="3017520" cy="3017520"/>
              <a:chOff x="4185046" y="1883728"/>
              <a:chExt cx="3017520" cy="3017520"/>
            </a:xfrm>
          </p:grpSpPr>
          <p:grpSp>
            <p:nvGrpSpPr>
              <p:cNvPr id="121" name="Agrupar 120">
                <a:extLst>
                  <a:ext uri="{FF2B5EF4-FFF2-40B4-BE49-F238E27FC236}">
                    <a16:creationId xmlns:a16="http://schemas.microsoft.com/office/drawing/2014/main" id="{59D820B7-2936-D40E-FD09-093A1CEB49B2}"/>
                  </a:ext>
                </a:extLst>
              </p:cNvPr>
              <p:cNvGrpSpPr/>
              <p:nvPr/>
            </p:nvGrpSpPr>
            <p:grpSpPr>
              <a:xfrm>
                <a:off x="4185046" y="1883728"/>
                <a:ext cx="3017520" cy="3017520"/>
                <a:chOff x="1383665" y="1897914"/>
                <a:chExt cx="3017520" cy="3017520"/>
              </a:xfrm>
            </p:grpSpPr>
            <p:grpSp>
              <p:nvGrpSpPr>
                <p:cNvPr id="126" name="Agrupar 125">
                  <a:extLst>
                    <a:ext uri="{FF2B5EF4-FFF2-40B4-BE49-F238E27FC236}">
                      <a16:creationId xmlns:a16="http://schemas.microsoft.com/office/drawing/2014/main" id="{AED72AB0-810E-911A-62D3-B00487D1D983}"/>
                    </a:ext>
                  </a:extLst>
                </p:cNvPr>
                <p:cNvGrpSpPr/>
                <p:nvPr/>
              </p:nvGrpSpPr>
              <p:grpSpPr>
                <a:xfrm>
                  <a:off x="1383665" y="1897914"/>
                  <a:ext cx="3017520" cy="3017520"/>
                  <a:chOff x="2359606" y="1501140"/>
                  <a:chExt cx="3017520" cy="3017520"/>
                </a:xfrm>
              </p:grpSpPr>
              <p:grpSp>
                <p:nvGrpSpPr>
                  <p:cNvPr id="131" name="Agrupar 130">
                    <a:extLst>
                      <a:ext uri="{FF2B5EF4-FFF2-40B4-BE49-F238E27FC236}">
                        <a16:creationId xmlns:a16="http://schemas.microsoft.com/office/drawing/2014/main" id="{13FC108D-50E6-7D92-8E9E-220DFE859217}"/>
                      </a:ext>
                    </a:extLst>
                  </p:cNvPr>
                  <p:cNvGrpSpPr/>
                  <p:nvPr/>
                </p:nvGrpSpPr>
                <p:grpSpPr>
                  <a:xfrm>
                    <a:off x="2359606" y="1501140"/>
                    <a:ext cx="3017520" cy="3017520"/>
                    <a:chOff x="2359606" y="1501140"/>
                    <a:chExt cx="3017520" cy="3017520"/>
                  </a:xfrm>
                </p:grpSpPr>
                <p:sp>
                  <p:nvSpPr>
                    <p:cNvPr id="139" name="Elipse 138">
                      <a:extLst>
                        <a:ext uri="{FF2B5EF4-FFF2-40B4-BE49-F238E27FC236}">
                          <a16:creationId xmlns:a16="http://schemas.microsoft.com/office/drawing/2014/main" id="{3AE8E163-D75D-09A9-3119-CC139912AE94}"/>
                        </a:ext>
                      </a:extLst>
                    </p:cNvPr>
                    <p:cNvSpPr/>
                    <p:nvPr/>
                  </p:nvSpPr>
                  <p:spPr>
                    <a:xfrm>
                      <a:off x="2359606" y="1501140"/>
                      <a:ext cx="3017520" cy="3017520"/>
                    </a:xfrm>
                    <a:prstGeom prst="ellipse">
                      <a:avLst/>
                    </a:prstGeom>
                    <a:solidFill>
                      <a:schemeClr val="accent1">
                        <a:alpha val="10000"/>
                      </a:schemeClr>
                    </a:solidFill>
                    <a:ln w="15875">
                      <a:solidFill>
                        <a:srgbClr val="0070C0"/>
                      </a:solidFill>
                      <a:prstDash val="solid"/>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0" name="Elipse 139">
                      <a:extLst>
                        <a:ext uri="{FF2B5EF4-FFF2-40B4-BE49-F238E27FC236}">
                          <a16:creationId xmlns:a16="http://schemas.microsoft.com/office/drawing/2014/main" id="{331E8971-A7DB-DEE4-A08E-0F0E34B11721}"/>
                        </a:ext>
                      </a:extLst>
                    </p:cNvPr>
                    <p:cNvSpPr/>
                    <p:nvPr/>
                  </p:nvSpPr>
                  <p:spPr>
                    <a:xfrm>
                      <a:off x="2588206" y="1729740"/>
                      <a:ext cx="2560320" cy="2560320"/>
                    </a:xfrm>
                    <a:prstGeom prst="ellipse">
                      <a:avLst/>
                    </a:prstGeom>
                    <a:solidFill>
                      <a:schemeClr val="bg1"/>
                    </a:solidFill>
                    <a:ln w="76200" cmpd="thinThick">
                      <a:solidFill>
                        <a:srgbClr val="0070C0"/>
                      </a:solidFill>
                      <a:prstDash val="solid"/>
                      <a:extLst>
                        <a:ext uri="{C807C97D-BFC1-408E-A445-0C87EB9F89A2}">
                          <ask:lineSketchStyleProps xmlns:ask="http://schemas.microsoft.com/office/drawing/2018/sketchyshapes">
                            <ask:type>
                              <ask:lineSketchNone/>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132" name="Elipse 131">
                    <a:extLst>
                      <a:ext uri="{FF2B5EF4-FFF2-40B4-BE49-F238E27FC236}">
                        <a16:creationId xmlns:a16="http://schemas.microsoft.com/office/drawing/2014/main" id="{8481E6AD-0D3A-0433-A1D0-36EE15F02962}"/>
                      </a:ext>
                    </a:extLst>
                  </p:cNvPr>
                  <p:cNvSpPr/>
                  <p:nvPr/>
                </p:nvSpPr>
                <p:spPr>
                  <a:xfrm>
                    <a:off x="3423409" y="2562707"/>
                    <a:ext cx="914400" cy="914400"/>
                  </a:xfrm>
                  <a:prstGeom prst="ellipse">
                    <a:avLst/>
                  </a:prstGeom>
                  <a:noFill/>
                  <a:ln w="63500" cap="flat" cmpd="thinThick"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138" name="Conector de Seta Reta 137">
                    <a:extLst>
                      <a:ext uri="{FF2B5EF4-FFF2-40B4-BE49-F238E27FC236}">
                        <a16:creationId xmlns:a16="http://schemas.microsoft.com/office/drawing/2014/main" id="{945A3A09-56EB-FB27-4F59-D3F1AD729F9D}"/>
                      </a:ext>
                    </a:extLst>
                  </p:cNvPr>
                  <p:cNvCxnSpPr>
                    <a:cxnSpLocks/>
                    <a:endCxn id="140" idx="1"/>
                  </p:cNvCxnSpPr>
                  <p:nvPr/>
                </p:nvCxnSpPr>
                <p:spPr>
                  <a:xfrm flipH="1" flipV="1">
                    <a:off x="2963156" y="2104690"/>
                    <a:ext cx="905210" cy="9014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Conector de Seta Reta 135">
                    <a:extLst>
                      <a:ext uri="{FF2B5EF4-FFF2-40B4-BE49-F238E27FC236}">
                        <a16:creationId xmlns:a16="http://schemas.microsoft.com/office/drawing/2014/main" id="{7B892499-E20F-CABF-04F5-8C9C8242FE7D}"/>
                      </a:ext>
                    </a:extLst>
                  </p:cNvPr>
                  <p:cNvCxnSpPr>
                    <a:cxnSpLocks/>
                    <a:endCxn id="132" idx="7"/>
                  </p:cNvCxnSpPr>
                  <p:nvPr/>
                </p:nvCxnSpPr>
                <p:spPr>
                  <a:xfrm flipV="1">
                    <a:off x="3868366" y="2696618"/>
                    <a:ext cx="335532" cy="311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7" name="Elipse 126">
                  <a:extLst>
                    <a:ext uri="{FF2B5EF4-FFF2-40B4-BE49-F238E27FC236}">
                      <a16:creationId xmlns:a16="http://schemas.microsoft.com/office/drawing/2014/main" id="{E311051D-7051-9D7D-4E65-08D8411D2BB1}"/>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23" name="CaixaDeTexto 122">
                    <a:extLst>
                      <a:ext uri="{FF2B5EF4-FFF2-40B4-BE49-F238E27FC236}">
                        <a16:creationId xmlns:a16="http://schemas.microsoft.com/office/drawing/2014/main" id="{7ECB4E05-DA77-9E87-39D0-349B35E76954}"/>
                      </a:ext>
                    </a:extLst>
                  </p:cNvPr>
                  <p:cNvSpPr txBox="1"/>
                  <p:nvPr/>
                </p:nvSpPr>
                <p:spPr>
                  <a:xfrm>
                    <a:off x="5637233" y="3406204"/>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123" name="CaixaDeTexto 122">
                    <a:extLst>
                      <a:ext uri="{FF2B5EF4-FFF2-40B4-BE49-F238E27FC236}">
                        <a16:creationId xmlns:a16="http://schemas.microsoft.com/office/drawing/2014/main" id="{7ECB4E05-DA77-9E87-39D0-349B35E76954}"/>
                      </a:ext>
                    </a:extLst>
                  </p:cNvPr>
                  <p:cNvSpPr txBox="1">
                    <a:spLocks noRot="1" noChangeAspect="1" noMove="1" noResize="1" noEditPoints="1" noAdjustHandles="1" noChangeArrowheads="1" noChangeShapeType="1" noTextEdit="1"/>
                  </p:cNvSpPr>
                  <p:nvPr/>
                </p:nvSpPr>
                <p:spPr>
                  <a:xfrm>
                    <a:off x="5637233" y="3406204"/>
                    <a:ext cx="313163" cy="261610"/>
                  </a:xfrm>
                  <a:prstGeom prst="rect">
                    <a:avLst/>
                  </a:prstGeom>
                  <a:blipFill>
                    <a:blip r:embed="rId3"/>
                    <a:stretch>
                      <a:fillRect/>
                    </a:stretch>
                  </a:blipFill>
                </p:spPr>
                <p:txBody>
                  <a:bodyPr/>
                  <a:lstStyle/>
                  <a:p>
                    <a:r>
                      <a:rPr lang="pt-BR">
                        <a:noFill/>
                      </a:rPr>
                      <a:t> </a:t>
                    </a:r>
                  </a:p>
                </p:txBody>
              </p:sp>
            </mc:Fallback>
          </mc:AlternateContent>
        </p:grpSp>
        <p:cxnSp>
          <p:nvCxnSpPr>
            <p:cNvPr id="162" name="Conector de Seta Reta 161">
              <a:extLst>
                <a:ext uri="{FF2B5EF4-FFF2-40B4-BE49-F238E27FC236}">
                  <a16:creationId xmlns:a16="http://schemas.microsoft.com/office/drawing/2014/main" id="{B4C37EF6-10E4-8345-A7B2-37DE85F8F0A0}"/>
                </a:ext>
              </a:extLst>
            </p:cNvPr>
            <p:cNvCxnSpPr>
              <a:cxnSpLocks/>
              <a:stCxn id="127" idx="3"/>
            </p:cNvCxnSpPr>
            <p:nvPr/>
          </p:nvCxnSpPr>
          <p:spPr>
            <a:xfrm flipH="1">
              <a:off x="3935760" y="3402187"/>
              <a:ext cx="1247033" cy="81948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3" name="Arco 12">
            <a:extLst>
              <a:ext uri="{FF2B5EF4-FFF2-40B4-BE49-F238E27FC236}">
                <a16:creationId xmlns:a16="http://schemas.microsoft.com/office/drawing/2014/main" id="{5FE68206-7DAC-58F0-27D4-2EF657CA7E6E}"/>
              </a:ext>
            </a:extLst>
          </p:cNvPr>
          <p:cNvSpPr/>
          <p:nvPr/>
        </p:nvSpPr>
        <p:spPr>
          <a:xfrm flipH="1">
            <a:off x="1667508" y="1412738"/>
            <a:ext cx="4140460" cy="3960440"/>
          </a:xfrm>
          <a:prstGeom prst="arc">
            <a:avLst>
              <a:gd name="adj1" fmla="val 20224508"/>
              <a:gd name="adj2" fmla="val 136093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71" name="Círculo: Vazio 170">
            <a:extLst>
              <a:ext uri="{FF2B5EF4-FFF2-40B4-BE49-F238E27FC236}">
                <a16:creationId xmlns:a16="http://schemas.microsoft.com/office/drawing/2014/main" id="{C51584BB-4D20-E7C5-944E-45BA36E0EFDC}"/>
              </a:ext>
            </a:extLst>
          </p:cNvPr>
          <p:cNvSpPr/>
          <p:nvPr/>
        </p:nvSpPr>
        <p:spPr>
          <a:xfrm>
            <a:off x="2716493" y="3337560"/>
            <a:ext cx="91440" cy="91440"/>
          </a:xfrm>
          <a:prstGeom prst="donut">
            <a:avLst>
              <a:gd name="adj" fmla="val 4679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172" name="CaixaDeTexto 171">
                <a:extLst>
                  <a:ext uri="{FF2B5EF4-FFF2-40B4-BE49-F238E27FC236}">
                    <a16:creationId xmlns:a16="http://schemas.microsoft.com/office/drawing/2014/main" id="{35C0F33A-A1C5-AD0E-E746-D6935B34155E}"/>
                  </a:ext>
                </a:extLst>
              </p:cNvPr>
              <p:cNvSpPr txBox="1"/>
              <p:nvPr/>
            </p:nvSpPr>
            <p:spPr>
              <a:xfrm>
                <a:off x="4276338" y="2724238"/>
                <a:ext cx="42319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𝑖𝑞</m:t>
                          </m:r>
                        </m:sub>
                      </m:sSub>
                    </m:oMath>
                  </m:oMathPara>
                </a14:m>
                <a:endParaRPr lang="pt-BR" sz="1400"/>
              </a:p>
            </p:txBody>
          </p:sp>
        </mc:Choice>
        <mc:Fallback xmlns="">
          <p:sp>
            <p:nvSpPr>
              <p:cNvPr id="172" name="CaixaDeTexto 171">
                <a:extLst>
                  <a:ext uri="{FF2B5EF4-FFF2-40B4-BE49-F238E27FC236}">
                    <a16:creationId xmlns:a16="http://schemas.microsoft.com/office/drawing/2014/main" id="{35C0F33A-A1C5-AD0E-E746-D6935B34155E}"/>
                  </a:ext>
                </a:extLst>
              </p:cNvPr>
              <p:cNvSpPr txBox="1">
                <a:spLocks noRot="1" noChangeAspect="1" noMove="1" noResize="1" noEditPoints="1" noAdjustHandles="1" noChangeArrowheads="1" noChangeShapeType="1" noTextEdit="1"/>
              </p:cNvSpPr>
              <p:nvPr/>
            </p:nvSpPr>
            <p:spPr>
              <a:xfrm>
                <a:off x="4276338" y="2724238"/>
                <a:ext cx="423193" cy="324384"/>
              </a:xfrm>
              <a:prstGeom prst="rect">
                <a:avLst/>
              </a:prstGeom>
              <a:blipFill>
                <a:blip r:embed="rId4"/>
                <a:stretch>
                  <a:fillRect t="-9434" r="-714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3" name="CaixaDeTexto 172">
                <a:extLst>
                  <a:ext uri="{FF2B5EF4-FFF2-40B4-BE49-F238E27FC236}">
                    <a16:creationId xmlns:a16="http://schemas.microsoft.com/office/drawing/2014/main" id="{7D8493CB-66CC-0911-8C85-BBB3889870F4}"/>
                  </a:ext>
                </a:extLst>
              </p:cNvPr>
              <p:cNvSpPr txBox="1"/>
              <p:nvPr/>
            </p:nvSpPr>
            <p:spPr>
              <a:xfrm>
                <a:off x="5247822" y="3188590"/>
                <a:ext cx="36747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𝑝</m:t>
                          </m:r>
                        </m:sub>
                      </m:sSub>
                    </m:oMath>
                  </m:oMathPara>
                </a14:m>
                <a:endParaRPr lang="pt-BR" sz="1400"/>
              </a:p>
            </p:txBody>
          </p:sp>
        </mc:Choice>
        <mc:Fallback xmlns="">
          <p:sp>
            <p:nvSpPr>
              <p:cNvPr id="173" name="CaixaDeTexto 172">
                <a:extLst>
                  <a:ext uri="{FF2B5EF4-FFF2-40B4-BE49-F238E27FC236}">
                    <a16:creationId xmlns:a16="http://schemas.microsoft.com/office/drawing/2014/main" id="{7D8493CB-66CC-0911-8C85-BBB3889870F4}"/>
                  </a:ext>
                </a:extLst>
              </p:cNvPr>
              <p:cNvSpPr txBox="1">
                <a:spLocks noRot="1" noChangeAspect="1" noMove="1" noResize="1" noEditPoints="1" noAdjustHandles="1" noChangeArrowheads="1" noChangeShapeType="1" noTextEdit="1"/>
              </p:cNvSpPr>
              <p:nvPr/>
            </p:nvSpPr>
            <p:spPr>
              <a:xfrm>
                <a:off x="5247822" y="3188590"/>
                <a:ext cx="367472" cy="324384"/>
              </a:xfrm>
              <a:prstGeom prst="rect">
                <a:avLst/>
              </a:prstGeom>
              <a:blipFill>
                <a:blip r:embed="rId5"/>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4" name="CaixaDeTexto 173">
                <a:extLst>
                  <a:ext uri="{FF2B5EF4-FFF2-40B4-BE49-F238E27FC236}">
                    <a16:creationId xmlns:a16="http://schemas.microsoft.com/office/drawing/2014/main" id="{DA770B05-FAB2-2306-FFDF-B422DD0514C5}"/>
                  </a:ext>
                </a:extLst>
              </p:cNvPr>
              <p:cNvSpPr txBox="1"/>
              <p:nvPr/>
            </p:nvSpPr>
            <p:spPr>
              <a:xfrm>
                <a:off x="4292040" y="3860700"/>
                <a:ext cx="44358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𝑜𝑞</m:t>
                          </m:r>
                        </m:sub>
                      </m:sSub>
                    </m:oMath>
                  </m:oMathPara>
                </a14:m>
                <a:endParaRPr lang="pt-BR" sz="1400"/>
              </a:p>
            </p:txBody>
          </p:sp>
        </mc:Choice>
        <mc:Fallback xmlns="">
          <p:sp>
            <p:nvSpPr>
              <p:cNvPr id="174" name="CaixaDeTexto 173">
                <a:extLst>
                  <a:ext uri="{FF2B5EF4-FFF2-40B4-BE49-F238E27FC236}">
                    <a16:creationId xmlns:a16="http://schemas.microsoft.com/office/drawing/2014/main" id="{DA770B05-FAB2-2306-FFDF-B422DD0514C5}"/>
                  </a:ext>
                </a:extLst>
              </p:cNvPr>
              <p:cNvSpPr txBox="1">
                <a:spLocks noRot="1" noChangeAspect="1" noMove="1" noResize="1" noEditPoints="1" noAdjustHandles="1" noChangeArrowheads="1" noChangeShapeType="1" noTextEdit="1"/>
              </p:cNvSpPr>
              <p:nvPr/>
            </p:nvSpPr>
            <p:spPr>
              <a:xfrm>
                <a:off x="4292040" y="3860700"/>
                <a:ext cx="443583" cy="324384"/>
              </a:xfrm>
              <a:prstGeom prst="rect">
                <a:avLst/>
              </a:prstGeom>
              <a:blipFill>
                <a:blip r:embed="rId6"/>
                <a:stretch>
                  <a:fillRect t="-9259" r="-8219"/>
                </a:stretch>
              </a:blipFill>
            </p:spPr>
            <p:txBody>
              <a:bodyPr/>
              <a:lstStyle/>
              <a:p>
                <a:r>
                  <a:rPr lang="pt-BR">
                    <a:noFill/>
                  </a:rPr>
                  <a:t> </a:t>
                </a:r>
              </a:p>
            </p:txBody>
          </p:sp>
        </mc:Fallback>
      </mc:AlternateContent>
    </p:spTree>
    <p:extLst>
      <p:ext uri="{BB962C8B-B14F-4D97-AF65-F5344CB8AC3E}">
        <p14:creationId xmlns:p14="http://schemas.microsoft.com/office/powerpoint/2010/main" val="2120586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61" name="Agrupar 160">
            <a:extLst>
              <a:ext uri="{FF2B5EF4-FFF2-40B4-BE49-F238E27FC236}">
                <a16:creationId xmlns:a16="http://schemas.microsoft.com/office/drawing/2014/main" id="{7A77D41C-4CC1-B999-2856-B4118C33C414}"/>
              </a:ext>
            </a:extLst>
          </p:cNvPr>
          <p:cNvGrpSpPr/>
          <p:nvPr/>
        </p:nvGrpSpPr>
        <p:grpSpPr>
          <a:xfrm>
            <a:off x="1156621" y="1425984"/>
            <a:ext cx="4147291" cy="3960440"/>
            <a:chOff x="1156621" y="1425984"/>
            <a:chExt cx="4147291" cy="3960440"/>
          </a:xfrm>
        </p:grpSpPr>
        <p:grpSp>
          <p:nvGrpSpPr>
            <p:cNvPr id="160" name="Agrupar 159">
              <a:extLst>
                <a:ext uri="{FF2B5EF4-FFF2-40B4-BE49-F238E27FC236}">
                  <a16:creationId xmlns:a16="http://schemas.microsoft.com/office/drawing/2014/main" id="{BD0CBD65-AB50-C5FC-B65C-06020A6EB235}"/>
                </a:ext>
              </a:extLst>
            </p:cNvPr>
            <p:cNvGrpSpPr/>
            <p:nvPr/>
          </p:nvGrpSpPr>
          <p:grpSpPr>
            <a:xfrm>
              <a:off x="1156621" y="2176278"/>
              <a:ext cx="1835979" cy="2014802"/>
              <a:chOff x="1156621" y="2176278"/>
              <a:chExt cx="1835979" cy="2014802"/>
            </a:xfrm>
          </p:grpSpPr>
          <p:sp>
            <p:nvSpPr>
              <p:cNvPr id="114" name="Forma Livre: Forma 113">
                <a:extLst>
                  <a:ext uri="{FF2B5EF4-FFF2-40B4-BE49-F238E27FC236}">
                    <a16:creationId xmlns:a16="http://schemas.microsoft.com/office/drawing/2014/main" id="{2647D9C4-CF84-8DD7-0786-8D34B5826FFA}"/>
                  </a:ext>
                </a:extLst>
              </p:cNvPr>
              <p:cNvSpPr/>
              <p:nvPr/>
            </p:nvSpPr>
            <p:spPr>
              <a:xfrm>
                <a:off x="1156621" y="2577441"/>
                <a:ext cx="676941" cy="1602581"/>
              </a:xfrm>
              <a:custGeom>
                <a:avLst/>
                <a:gdLst>
                  <a:gd name="connsiteX0" fmla="*/ 481012 w 481012"/>
                  <a:gd name="connsiteY0" fmla="*/ 0 h 1978819"/>
                  <a:gd name="connsiteX1" fmla="*/ 476250 w 481012"/>
                  <a:gd name="connsiteY1" fmla="*/ 869157 h 1978819"/>
                  <a:gd name="connsiteX2" fmla="*/ 473869 w 481012"/>
                  <a:gd name="connsiteY2" fmla="*/ 1581150 h 1978819"/>
                  <a:gd name="connsiteX3" fmla="*/ 178594 w 481012"/>
                  <a:gd name="connsiteY3" fmla="*/ 1978819 h 1978819"/>
                  <a:gd name="connsiteX4" fmla="*/ 95250 w 481012"/>
                  <a:gd name="connsiteY4" fmla="*/ 1774032 h 1978819"/>
                  <a:gd name="connsiteX5" fmla="*/ 11906 w 481012"/>
                  <a:gd name="connsiteY5" fmla="*/ 1400175 h 1978819"/>
                  <a:gd name="connsiteX6" fmla="*/ 0 w 481012"/>
                  <a:gd name="connsiteY6" fmla="*/ 1185863 h 1978819"/>
                  <a:gd name="connsiteX7" fmla="*/ 28575 w 481012"/>
                  <a:gd name="connsiteY7" fmla="*/ 883444 h 1978819"/>
                  <a:gd name="connsiteX8" fmla="*/ 85725 w 481012"/>
                  <a:gd name="connsiteY8" fmla="*/ 614363 h 1978819"/>
                  <a:gd name="connsiteX9" fmla="*/ 180975 w 481012"/>
                  <a:gd name="connsiteY9" fmla="*/ 395288 h 1978819"/>
                  <a:gd name="connsiteX10" fmla="*/ 342900 w 481012"/>
                  <a:gd name="connsiteY10" fmla="*/ 169069 h 1978819"/>
                  <a:gd name="connsiteX11" fmla="*/ 481012 w 481012"/>
                  <a:gd name="connsiteY11" fmla="*/ 0 h 1978819"/>
                  <a:gd name="connsiteX0" fmla="*/ 481012 w 526266"/>
                  <a:gd name="connsiteY0" fmla="*/ 0 h 1978819"/>
                  <a:gd name="connsiteX1" fmla="*/ 476250 w 526266"/>
                  <a:gd name="connsiteY1" fmla="*/ 869157 h 1978819"/>
                  <a:gd name="connsiteX2" fmla="*/ 526257 w 526266"/>
                  <a:gd name="connsiteY2" fmla="*/ 1481138 h 1978819"/>
                  <a:gd name="connsiteX3" fmla="*/ 178594 w 526266"/>
                  <a:gd name="connsiteY3" fmla="*/ 1978819 h 1978819"/>
                  <a:gd name="connsiteX4" fmla="*/ 95250 w 526266"/>
                  <a:gd name="connsiteY4" fmla="*/ 1774032 h 1978819"/>
                  <a:gd name="connsiteX5" fmla="*/ 11906 w 526266"/>
                  <a:gd name="connsiteY5" fmla="*/ 1400175 h 1978819"/>
                  <a:gd name="connsiteX6" fmla="*/ 0 w 526266"/>
                  <a:gd name="connsiteY6" fmla="*/ 1185863 h 1978819"/>
                  <a:gd name="connsiteX7" fmla="*/ 28575 w 526266"/>
                  <a:gd name="connsiteY7" fmla="*/ 883444 h 1978819"/>
                  <a:gd name="connsiteX8" fmla="*/ 85725 w 526266"/>
                  <a:gd name="connsiteY8" fmla="*/ 614363 h 1978819"/>
                  <a:gd name="connsiteX9" fmla="*/ 180975 w 526266"/>
                  <a:gd name="connsiteY9" fmla="*/ 395288 h 1978819"/>
                  <a:gd name="connsiteX10" fmla="*/ 342900 w 526266"/>
                  <a:gd name="connsiteY10" fmla="*/ 169069 h 1978819"/>
                  <a:gd name="connsiteX11" fmla="*/ 481012 w 526266"/>
                  <a:gd name="connsiteY11" fmla="*/ 0 h 1978819"/>
                  <a:gd name="connsiteX0" fmla="*/ 481012 w 526257"/>
                  <a:gd name="connsiteY0" fmla="*/ 0 h 1978819"/>
                  <a:gd name="connsiteX1" fmla="*/ 476250 w 526257"/>
                  <a:gd name="connsiteY1" fmla="*/ 869157 h 1978819"/>
                  <a:gd name="connsiteX2" fmla="*/ 526257 w 526257"/>
                  <a:gd name="connsiteY2" fmla="*/ 1481138 h 1978819"/>
                  <a:gd name="connsiteX3" fmla="*/ 178594 w 526257"/>
                  <a:gd name="connsiteY3" fmla="*/ 1978819 h 1978819"/>
                  <a:gd name="connsiteX4" fmla="*/ 95250 w 526257"/>
                  <a:gd name="connsiteY4" fmla="*/ 1774032 h 1978819"/>
                  <a:gd name="connsiteX5" fmla="*/ 11906 w 526257"/>
                  <a:gd name="connsiteY5" fmla="*/ 1400175 h 1978819"/>
                  <a:gd name="connsiteX6" fmla="*/ 0 w 526257"/>
                  <a:gd name="connsiteY6" fmla="*/ 1185863 h 1978819"/>
                  <a:gd name="connsiteX7" fmla="*/ 28575 w 526257"/>
                  <a:gd name="connsiteY7" fmla="*/ 883444 h 1978819"/>
                  <a:gd name="connsiteX8" fmla="*/ 85725 w 526257"/>
                  <a:gd name="connsiteY8" fmla="*/ 614363 h 1978819"/>
                  <a:gd name="connsiteX9" fmla="*/ 180975 w 526257"/>
                  <a:gd name="connsiteY9" fmla="*/ 395288 h 1978819"/>
                  <a:gd name="connsiteX10" fmla="*/ 342900 w 526257"/>
                  <a:gd name="connsiteY10" fmla="*/ 169069 h 1978819"/>
                  <a:gd name="connsiteX11" fmla="*/ 481012 w 526257"/>
                  <a:gd name="connsiteY11" fmla="*/ 0 h 1978819"/>
                  <a:gd name="connsiteX0" fmla="*/ 481012 w 526257"/>
                  <a:gd name="connsiteY0" fmla="*/ 0 h 1978819"/>
                  <a:gd name="connsiteX1" fmla="*/ 497681 w 526257"/>
                  <a:gd name="connsiteY1" fmla="*/ 940594 h 1978819"/>
                  <a:gd name="connsiteX2" fmla="*/ 526257 w 526257"/>
                  <a:gd name="connsiteY2" fmla="*/ 1481138 h 1978819"/>
                  <a:gd name="connsiteX3" fmla="*/ 178594 w 526257"/>
                  <a:gd name="connsiteY3" fmla="*/ 1978819 h 1978819"/>
                  <a:gd name="connsiteX4" fmla="*/ 95250 w 526257"/>
                  <a:gd name="connsiteY4" fmla="*/ 1774032 h 1978819"/>
                  <a:gd name="connsiteX5" fmla="*/ 11906 w 526257"/>
                  <a:gd name="connsiteY5" fmla="*/ 1400175 h 1978819"/>
                  <a:gd name="connsiteX6" fmla="*/ 0 w 526257"/>
                  <a:gd name="connsiteY6" fmla="*/ 1185863 h 1978819"/>
                  <a:gd name="connsiteX7" fmla="*/ 28575 w 526257"/>
                  <a:gd name="connsiteY7" fmla="*/ 883444 h 1978819"/>
                  <a:gd name="connsiteX8" fmla="*/ 85725 w 526257"/>
                  <a:gd name="connsiteY8" fmla="*/ 614363 h 1978819"/>
                  <a:gd name="connsiteX9" fmla="*/ 180975 w 526257"/>
                  <a:gd name="connsiteY9" fmla="*/ 395288 h 1978819"/>
                  <a:gd name="connsiteX10" fmla="*/ 342900 w 526257"/>
                  <a:gd name="connsiteY10" fmla="*/ 169069 h 1978819"/>
                  <a:gd name="connsiteX11" fmla="*/ 481012 w 526257"/>
                  <a:gd name="connsiteY11" fmla="*/ 0 h 1978819"/>
                  <a:gd name="connsiteX0" fmla="*/ 481012 w 526257"/>
                  <a:gd name="connsiteY0" fmla="*/ 0 h 1978819"/>
                  <a:gd name="connsiteX1" fmla="*/ 488823 w 526257"/>
                  <a:gd name="connsiteY1" fmla="*/ 882517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88823 w 526257"/>
                  <a:gd name="connsiteY1" fmla="*/ 882517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26910 w 526257"/>
                  <a:gd name="connsiteY1" fmla="*/ 777742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31672 w 526257"/>
                  <a:gd name="connsiteY1" fmla="*/ 770598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76929"/>
                  <a:gd name="connsiteY0" fmla="*/ 0 h 1978819"/>
                  <a:gd name="connsiteX1" fmla="*/ 576929 w 576929"/>
                  <a:gd name="connsiteY1" fmla="*/ 651535 h 1978819"/>
                  <a:gd name="connsiteX2" fmla="*/ 497681 w 576929"/>
                  <a:gd name="connsiteY2" fmla="*/ 940594 h 1978819"/>
                  <a:gd name="connsiteX3" fmla="*/ 526257 w 576929"/>
                  <a:gd name="connsiteY3" fmla="*/ 1481138 h 1978819"/>
                  <a:gd name="connsiteX4" fmla="*/ 178594 w 576929"/>
                  <a:gd name="connsiteY4" fmla="*/ 1978819 h 1978819"/>
                  <a:gd name="connsiteX5" fmla="*/ 95250 w 576929"/>
                  <a:gd name="connsiteY5" fmla="*/ 1774032 h 1978819"/>
                  <a:gd name="connsiteX6" fmla="*/ 11906 w 576929"/>
                  <a:gd name="connsiteY6" fmla="*/ 1400175 h 1978819"/>
                  <a:gd name="connsiteX7" fmla="*/ 0 w 576929"/>
                  <a:gd name="connsiteY7" fmla="*/ 1185863 h 1978819"/>
                  <a:gd name="connsiteX8" fmla="*/ 28575 w 576929"/>
                  <a:gd name="connsiteY8" fmla="*/ 883444 h 1978819"/>
                  <a:gd name="connsiteX9" fmla="*/ 85725 w 576929"/>
                  <a:gd name="connsiteY9" fmla="*/ 614363 h 1978819"/>
                  <a:gd name="connsiteX10" fmla="*/ 180975 w 576929"/>
                  <a:gd name="connsiteY10" fmla="*/ 395288 h 1978819"/>
                  <a:gd name="connsiteX11" fmla="*/ 342900 w 576929"/>
                  <a:gd name="connsiteY11" fmla="*/ 169069 h 1978819"/>
                  <a:gd name="connsiteX12" fmla="*/ 481012 w 576929"/>
                  <a:gd name="connsiteY12" fmla="*/ 0 h 1978819"/>
                  <a:gd name="connsiteX0" fmla="*/ 481012 w 669797"/>
                  <a:gd name="connsiteY0" fmla="*/ 0 h 1978819"/>
                  <a:gd name="connsiteX1" fmla="*/ 669797 w 669797"/>
                  <a:gd name="connsiteY1" fmla="*/ 394360 h 1978819"/>
                  <a:gd name="connsiteX2" fmla="*/ 497681 w 669797"/>
                  <a:gd name="connsiteY2" fmla="*/ 940594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21493 w 669797"/>
                  <a:gd name="connsiteY2" fmla="*/ 883445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93491"/>
                  <a:gd name="connsiteY0" fmla="*/ 0 h 1978819"/>
                  <a:gd name="connsiteX1" fmla="*/ 676941 w 693491"/>
                  <a:gd name="connsiteY1" fmla="*/ 394360 h 1978819"/>
                  <a:gd name="connsiteX2" fmla="*/ 521493 w 693491"/>
                  <a:gd name="connsiteY2" fmla="*/ 883445 h 1978819"/>
                  <a:gd name="connsiteX3" fmla="*/ 526257 w 693491"/>
                  <a:gd name="connsiteY3" fmla="*/ 1481138 h 1978819"/>
                  <a:gd name="connsiteX4" fmla="*/ 178594 w 693491"/>
                  <a:gd name="connsiteY4" fmla="*/ 1978819 h 1978819"/>
                  <a:gd name="connsiteX5" fmla="*/ 95250 w 693491"/>
                  <a:gd name="connsiteY5" fmla="*/ 1774032 h 1978819"/>
                  <a:gd name="connsiteX6" fmla="*/ 11906 w 693491"/>
                  <a:gd name="connsiteY6" fmla="*/ 1400175 h 1978819"/>
                  <a:gd name="connsiteX7" fmla="*/ 0 w 693491"/>
                  <a:gd name="connsiteY7" fmla="*/ 1185863 h 1978819"/>
                  <a:gd name="connsiteX8" fmla="*/ 28575 w 693491"/>
                  <a:gd name="connsiteY8" fmla="*/ 883444 h 1978819"/>
                  <a:gd name="connsiteX9" fmla="*/ 85725 w 693491"/>
                  <a:gd name="connsiteY9" fmla="*/ 614363 h 1978819"/>
                  <a:gd name="connsiteX10" fmla="*/ 180975 w 693491"/>
                  <a:gd name="connsiteY10" fmla="*/ 395288 h 1978819"/>
                  <a:gd name="connsiteX11" fmla="*/ 342900 w 693491"/>
                  <a:gd name="connsiteY11" fmla="*/ 169069 h 1978819"/>
                  <a:gd name="connsiteX12" fmla="*/ 481012 w 69349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7143 h 1602581"/>
                  <a:gd name="connsiteX1" fmla="*/ 676941 w 676941"/>
                  <a:gd name="connsiteY1" fmla="*/ 18122 h 1602581"/>
                  <a:gd name="connsiteX2" fmla="*/ 521493 w 676941"/>
                  <a:gd name="connsiteY2" fmla="*/ 507207 h 1602581"/>
                  <a:gd name="connsiteX3" fmla="*/ 526257 w 676941"/>
                  <a:gd name="connsiteY3" fmla="*/ 1104900 h 1602581"/>
                  <a:gd name="connsiteX4" fmla="*/ 178594 w 676941"/>
                  <a:gd name="connsiteY4" fmla="*/ 1602581 h 1602581"/>
                  <a:gd name="connsiteX5" fmla="*/ 95250 w 676941"/>
                  <a:gd name="connsiteY5" fmla="*/ 1397794 h 1602581"/>
                  <a:gd name="connsiteX6" fmla="*/ 11906 w 676941"/>
                  <a:gd name="connsiteY6" fmla="*/ 1023937 h 1602581"/>
                  <a:gd name="connsiteX7" fmla="*/ 0 w 676941"/>
                  <a:gd name="connsiteY7" fmla="*/ 809625 h 1602581"/>
                  <a:gd name="connsiteX8" fmla="*/ 28575 w 676941"/>
                  <a:gd name="connsiteY8" fmla="*/ 507206 h 1602581"/>
                  <a:gd name="connsiteX9" fmla="*/ 85725 w 676941"/>
                  <a:gd name="connsiteY9" fmla="*/ 238125 h 1602581"/>
                  <a:gd name="connsiteX10" fmla="*/ 180975 w 676941"/>
                  <a:gd name="connsiteY10" fmla="*/ 19050 h 1602581"/>
                  <a:gd name="connsiteX11" fmla="*/ 257175 w 676941"/>
                  <a:gd name="connsiteY11" fmla="*/ 0 h 1602581"/>
                  <a:gd name="connsiteX12" fmla="*/ 373855 w 676941"/>
                  <a:gd name="connsiteY12" fmla="*/ 7143 h 1602581"/>
                  <a:gd name="connsiteX0" fmla="*/ 373855 w 676941"/>
                  <a:gd name="connsiteY0" fmla="*/ 7143 h 1602581"/>
                  <a:gd name="connsiteX1" fmla="*/ 676941 w 676941"/>
                  <a:gd name="connsiteY1" fmla="*/ 18122 h 1602581"/>
                  <a:gd name="connsiteX2" fmla="*/ 521493 w 676941"/>
                  <a:gd name="connsiteY2" fmla="*/ 507207 h 1602581"/>
                  <a:gd name="connsiteX3" fmla="*/ 526257 w 676941"/>
                  <a:gd name="connsiteY3" fmla="*/ 1104900 h 1602581"/>
                  <a:gd name="connsiteX4" fmla="*/ 178594 w 676941"/>
                  <a:gd name="connsiteY4" fmla="*/ 1602581 h 1602581"/>
                  <a:gd name="connsiteX5" fmla="*/ 95250 w 676941"/>
                  <a:gd name="connsiteY5" fmla="*/ 1397794 h 1602581"/>
                  <a:gd name="connsiteX6" fmla="*/ 11906 w 676941"/>
                  <a:gd name="connsiteY6" fmla="*/ 1023937 h 1602581"/>
                  <a:gd name="connsiteX7" fmla="*/ 0 w 676941"/>
                  <a:gd name="connsiteY7" fmla="*/ 809625 h 1602581"/>
                  <a:gd name="connsiteX8" fmla="*/ 28575 w 676941"/>
                  <a:gd name="connsiteY8" fmla="*/ 507206 h 1602581"/>
                  <a:gd name="connsiteX9" fmla="*/ 85725 w 676941"/>
                  <a:gd name="connsiteY9" fmla="*/ 238125 h 1602581"/>
                  <a:gd name="connsiteX10" fmla="*/ 180975 w 676941"/>
                  <a:gd name="connsiteY10" fmla="*/ 19050 h 1602581"/>
                  <a:gd name="connsiteX11" fmla="*/ 257175 w 676941"/>
                  <a:gd name="connsiteY11" fmla="*/ 0 h 1602581"/>
                  <a:gd name="connsiteX12" fmla="*/ 373855 w 676941"/>
                  <a:gd name="connsiteY12" fmla="*/ 7143 h 160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941" h="1602581">
                    <a:moveTo>
                      <a:pt x="373855" y="7143"/>
                    </a:moveTo>
                    <a:cubicBezTo>
                      <a:pt x="541050" y="14132"/>
                      <a:pt x="476519" y="23281"/>
                      <a:pt x="676941" y="18122"/>
                    </a:cubicBezTo>
                    <a:cubicBezTo>
                      <a:pt x="617806" y="136788"/>
                      <a:pt x="536685" y="400293"/>
                      <a:pt x="521493" y="507207"/>
                    </a:cubicBezTo>
                    <a:cubicBezTo>
                      <a:pt x="487361" y="746919"/>
                      <a:pt x="503239" y="858044"/>
                      <a:pt x="526257" y="1104900"/>
                    </a:cubicBezTo>
                    <a:lnTo>
                      <a:pt x="178594" y="1602581"/>
                    </a:lnTo>
                    <a:lnTo>
                      <a:pt x="95250" y="1397794"/>
                    </a:lnTo>
                    <a:lnTo>
                      <a:pt x="11906" y="1023937"/>
                    </a:lnTo>
                    <a:lnTo>
                      <a:pt x="0" y="809625"/>
                    </a:lnTo>
                    <a:lnTo>
                      <a:pt x="28575" y="507206"/>
                    </a:lnTo>
                    <a:lnTo>
                      <a:pt x="85725" y="238125"/>
                    </a:lnTo>
                    <a:lnTo>
                      <a:pt x="180975" y="19050"/>
                    </a:lnTo>
                    <a:lnTo>
                      <a:pt x="257175" y="0"/>
                    </a:lnTo>
                    <a:cubicBezTo>
                      <a:pt x="303212" y="14287"/>
                      <a:pt x="282574" y="21431"/>
                      <a:pt x="373855" y="7143"/>
                    </a:cubicBez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25B72799-784B-4BDD-CD2F-E91B2C30512F}"/>
                  </a:ext>
                </a:extLst>
              </p:cNvPr>
              <p:cNvSpPr/>
              <p:nvPr/>
            </p:nvSpPr>
            <p:spPr>
              <a:xfrm>
                <a:off x="2535400" y="3163888"/>
                <a:ext cx="457200" cy="457200"/>
              </a:xfrm>
              <a:prstGeom prst="ellipse">
                <a:avLst/>
              </a:prstGeom>
              <a:noFill/>
              <a:ln w="28575" cap="flat" cmpd="thinThick"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68" name="Conector reto 67">
                <a:extLst>
                  <a:ext uri="{FF2B5EF4-FFF2-40B4-BE49-F238E27FC236}">
                    <a16:creationId xmlns:a16="http://schemas.microsoft.com/office/drawing/2014/main" id="{A6622E68-7F92-1997-AD65-245DEBC48999}"/>
                  </a:ext>
                </a:extLst>
              </p:cNvPr>
              <p:cNvCxnSpPr>
                <a:cxnSpLocks/>
              </p:cNvCxnSpPr>
              <p:nvPr/>
            </p:nvCxnSpPr>
            <p:spPr>
              <a:xfrm flipV="1">
                <a:off x="1839341" y="3775206"/>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Conector reto 79">
                <a:extLst>
                  <a:ext uri="{FF2B5EF4-FFF2-40B4-BE49-F238E27FC236}">
                    <a16:creationId xmlns:a16="http://schemas.microsoft.com/office/drawing/2014/main" id="{B4229E36-1A6F-F82B-A7D3-D1680F8A4231}"/>
                  </a:ext>
                </a:extLst>
              </p:cNvPr>
              <p:cNvCxnSpPr>
                <a:cxnSpLocks/>
                <a:stCxn id="13" idx="0"/>
                <a:endCxn id="12" idx="0"/>
              </p:cNvCxnSpPr>
              <p:nvPr/>
            </p:nvCxnSpPr>
            <p:spPr>
              <a:xfrm flipH="1" flipV="1">
                <a:off x="1348096" y="2588717"/>
                <a:ext cx="496235" cy="346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5" name="Conector reto 104">
                <a:extLst>
                  <a:ext uri="{FF2B5EF4-FFF2-40B4-BE49-F238E27FC236}">
                    <a16:creationId xmlns:a16="http://schemas.microsoft.com/office/drawing/2014/main" id="{8408FE9A-8149-ECE9-612F-1F94EB82BB5C}"/>
                  </a:ext>
                </a:extLst>
              </p:cNvPr>
              <p:cNvCxnSpPr>
                <a:cxnSpLocks/>
                <a:stCxn id="13" idx="2"/>
                <a:endCxn id="12" idx="2"/>
              </p:cNvCxnSpPr>
              <p:nvPr/>
            </p:nvCxnSpPr>
            <p:spPr>
              <a:xfrm flipH="1" flipV="1">
                <a:off x="1327035" y="4177702"/>
                <a:ext cx="513658" cy="811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Conector reto 109">
                <a:extLst>
                  <a:ext uri="{FF2B5EF4-FFF2-40B4-BE49-F238E27FC236}">
                    <a16:creationId xmlns:a16="http://schemas.microsoft.com/office/drawing/2014/main" id="{C051690B-467C-DB90-6679-155B9107C175}"/>
                  </a:ext>
                </a:extLst>
              </p:cNvPr>
              <p:cNvCxnSpPr>
                <a:cxnSpLocks/>
              </p:cNvCxnSpPr>
              <p:nvPr/>
            </p:nvCxnSpPr>
            <p:spPr>
              <a:xfrm flipV="1">
                <a:off x="1839341" y="219098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Conector reto 110">
                <a:extLst>
                  <a:ext uri="{FF2B5EF4-FFF2-40B4-BE49-F238E27FC236}">
                    <a16:creationId xmlns:a16="http://schemas.microsoft.com/office/drawing/2014/main" id="{9E0D02A9-822D-89DF-B0DB-7D08363B23CE}"/>
                  </a:ext>
                </a:extLst>
              </p:cNvPr>
              <p:cNvCxnSpPr>
                <a:cxnSpLocks/>
              </p:cNvCxnSpPr>
              <p:nvPr/>
            </p:nvCxnSpPr>
            <p:spPr>
              <a:xfrm flipV="1">
                <a:off x="1346912" y="217627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Conector reto 111">
                <a:extLst>
                  <a:ext uri="{FF2B5EF4-FFF2-40B4-BE49-F238E27FC236}">
                    <a16:creationId xmlns:a16="http://schemas.microsoft.com/office/drawing/2014/main" id="{0940CB65-B5E8-478B-D33A-EE427C73664F}"/>
                  </a:ext>
                </a:extLst>
              </p:cNvPr>
              <p:cNvCxnSpPr>
                <a:cxnSpLocks/>
              </p:cNvCxnSpPr>
              <p:nvPr/>
            </p:nvCxnSpPr>
            <p:spPr>
              <a:xfrm flipV="1">
                <a:off x="1325671" y="3681028"/>
                <a:ext cx="363311" cy="498687"/>
              </a:xfrm>
              <a:prstGeom prst="line">
                <a:avLst/>
              </a:prstGeom>
              <a:ln>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7" name="CaixaDeTexto 116">
                    <a:extLst>
                      <a:ext uri="{FF2B5EF4-FFF2-40B4-BE49-F238E27FC236}">
                        <a16:creationId xmlns:a16="http://schemas.microsoft.com/office/drawing/2014/main" id="{ED20AE49-A3FA-8DAA-267E-E4322CBCC2B0}"/>
                      </a:ext>
                    </a:extLst>
                  </p:cNvPr>
                  <p:cNvSpPr txBox="1"/>
                  <p:nvPr/>
                </p:nvSpPr>
                <p:spPr>
                  <a:xfrm>
                    <a:off x="1252974" y="2628328"/>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7" name="CaixaDeTexto 116">
                    <a:extLst>
                      <a:ext uri="{FF2B5EF4-FFF2-40B4-BE49-F238E27FC236}">
                        <a16:creationId xmlns:a16="http://schemas.microsoft.com/office/drawing/2014/main" id="{ED20AE49-A3FA-8DAA-267E-E4322CBCC2B0}"/>
                      </a:ext>
                    </a:extLst>
                  </p:cNvPr>
                  <p:cNvSpPr txBox="1">
                    <a:spLocks noRot="1" noChangeAspect="1" noMove="1" noResize="1" noEditPoints="1" noAdjustHandles="1" noChangeArrowheads="1" noChangeShapeType="1" noTextEdit="1"/>
                  </p:cNvSpPr>
                  <p:nvPr/>
                </p:nvSpPr>
                <p:spPr>
                  <a:xfrm>
                    <a:off x="1252974" y="2628328"/>
                    <a:ext cx="354200" cy="333938"/>
                  </a:xfrm>
                  <a:prstGeom prst="rect">
                    <a:avLst/>
                  </a:prstGeom>
                  <a:blipFill>
                    <a:blip r:embed="rId2"/>
                    <a:stretch>
                      <a:fillRect t="-12727" r="-8621" b="-1818"/>
                    </a:stretch>
                  </a:blipFill>
                </p:spPr>
                <p:txBody>
                  <a:bodyPr/>
                  <a:lstStyle/>
                  <a:p>
                    <a:r>
                      <a:rPr lang="pt-BR">
                        <a:noFill/>
                      </a:rPr>
                      <a:t> </a:t>
                    </a:r>
                  </a:p>
                </p:txBody>
              </p:sp>
            </mc:Fallback>
          </mc:AlternateContent>
        </p:grpSp>
        <p:sp>
          <p:nvSpPr>
            <p:cNvPr id="12" name="Arco 11">
              <a:extLst>
                <a:ext uri="{FF2B5EF4-FFF2-40B4-BE49-F238E27FC236}">
                  <a16:creationId xmlns:a16="http://schemas.microsoft.com/office/drawing/2014/main" id="{2BC69956-E7A5-8480-5760-3140D4899415}"/>
                </a:ext>
              </a:extLst>
            </p:cNvPr>
            <p:cNvSpPr/>
            <p:nvPr/>
          </p:nvSpPr>
          <p:spPr>
            <a:xfrm flipH="1">
              <a:off x="1163452" y="1425984"/>
              <a:ext cx="4140460" cy="3960440"/>
            </a:xfrm>
            <a:prstGeom prst="arc">
              <a:avLst>
                <a:gd name="adj1" fmla="val 20193665"/>
                <a:gd name="adj2" fmla="val 132180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p:nvGrpSpPr>
          <p:cNvPr id="15" name="Agrupar 14">
            <a:extLst>
              <a:ext uri="{FF2B5EF4-FFF2-40B4-BE49-F238E27FC236}">
                <a16:creationId xmlns:a16="http://schemas.microsoft.com/office/drawing/2014/main" id="{15DF5F09-A499-CB53-1384-90FBA640E26C}"/>
              </a:ext>
            </a:extLst>
          </p:cNvPr>
          <p:cNvGrpSpPr/>
          <p:nvPr/>
        </p:nvGrpSpPr>
        <p:grpSpPr>
          <a:xfrm>
            <a:off x="3690548" y="1883728"/>
            <a:ext cx="3017520" cy="3017520"/>
            <a:chOff x="3726552" y="1883728"/>
            <a:chExt cx="3017520" cy="3017520"/>
          </a:xfrm>
        </p:grpSpPr>
        <p:grpSp>
          <p:nvGrpSpPr>
            <p:cNvPr id="144" name="Agrupar 143">
              <a:extLst>
                <a:ext uri="{FF2B5EF4-FFF2-40B4-BE49-F238E27FC236}">
                  <a16:creationId xmlns:a16="http://schemas.microsoft.com/office/drawing/2014/main" id="{8C1F7062-89F6-10C8-9BC5-6D3E1E4E166A}"/>
                </a:ext>
              </a:extLst>
            </p:cNvPr>
            <p:cNvGrpSpPr/>
            <p:nvPr/>
          </p:nvGrpSpPr>
          <p:grpSpPr>
            <a:xfrm>
              <a:off x="3726552" y="1883728"/>
              <a:ext cx="3017520" cy="3017520"/>
              <a:chOff x="4185046" y="1883728"/>
              <a:chExt cx="3017520" cy="3017520"/>
            </a:xfrm>
          </p:grpSpPr>
          <p:grpSp>
            <p:nvGrpSpPr>
              <p:cNvPr id="121" name="Agrupar 120">
                <a:extLst>
                  <a:ext uri="{FF2B5EF4-FFF2-40B4-BE49-F238E27FC236}">
                    <a16:creationId xmlns:a16="http://schemas.microsoft.com/office/drawing/2014/main" id="{59D820B7-2936-D40E-FD09-093A1CEB49B2}"/>
                  </a:ext>
                </a:extLst>
              </p:cNvPr>
              <p:cNvGrpSpPr/>
              <p:nvPr/>
            </p:nvGrpSpPr>
            <p:grpSpPr>
              <a:xfrm>
                <a:off x="4185046" y="1883728"/>
                <a:ext cx="3017520" cy="3017520"/>
                <a:chOff x="1383665" y="1897914"/>
                <a:chExt cx="3017520" cy="3017520"/>
              </a:xfrm>
            </p:grpSpPr>
            <p:grpSp>
              <p:nvGrpSpPr>
                <p:cNvPr id="126" name="Agrupar 125">
                  <a:extLst>
                    <a:ext uri="{FF2B5EF4-FFF2-40B4-BE49-F238E27FC236}">
                      <a16:creationId xmlns:a16="http://schemas.microsoft.com/office/drawing/2014/main" id="{AED72AB0-810E-911A-62D3-B00487D1D983}"/>
                    </a:ext>
                  </a:extLst>
                </p:cNvPr>
                <p:cNvGrpSpPr/>
                <p:nvPr/>
              </p:nvGrpSpPr>
              <p:grpSpPr>
                <a:xfrm>
                  <a:off x="1383665" y="1897914"/>
                  <a:ext cx="3017520" cy="3017520"/>
                  <a:chOff x="2359606" y="1501140"/>
                  <a:chExt cx="3017520" cy="3017520"/>
                </a:xfrm>
              </p:grpSpPr>
              <p:grpSp>
                <p:nvGrpSpPr>
                  <p:cNvPr id="131" name="Agrupar 130">
                    <a:extLst>
                      <a:ext uri="{FF2B5EF4-FFF2-40B4-BE49-F238E27FC236}">
                        <a16:creationId xmlns:a16="http://schemas.microsoft.com/office/drawing/2014/main" id="{13FC108D-50E6-7D92-8E9E-220DFE859217}"/>
                      </a:ext>
                    </a:extLst>
                  </p:cNvPr>
                  <p:cNvGrpSpPr/>
                  <p:nvPr/>
                </p:nvGrpSpPr>
                <p:grpSpPr>
                  <a:xfrm>
                    <a:off x="2359606" y="1501140"/>
                    <a:ext cx="3017520" cy="3017520"/>
                    <a:chOff x="2359606" y="1501140"/>
                    <a:chExt cx="3017520" cy="3017520"/>
                  </a:xfrm>
                </p:grpSpPr>
                <p:sp>
                  <p:nvSpPr>
                    <p:cNvPr id="139" name="Elipse 138">
                      <a:extLst>
                        <a:ext uri="{FF2B5EF4-FFF2-40B4-BE49-F238E27FC236}">
                          <a16:creationId xmlns:a16="http://schemas.microsoft.com/office/drawing/2014/main" id="{3AE8E163-D75D-09A9-3119-CC139912AE94}"/>
                        </a:ext>
                      </a:extLst>
                    </p:cNvPr>
                    <p:cNvSpPr/>
                    <p:nvPr/>
                  </p:nvSpPr>
                  <p:spPr>
                    <a:xfrm>
                      <a:off x="2359606" y="1501140"/>
                      <a:ext cx="3017520" cy="3017520"/>
                    </a:xfrm>
                    <a:prstGeom prst="ellipse">
                      <a:avLst/>
                    </a:prstGeom>
                    <a:solidFill>
                      <a:schemeClr val="accent1">
                        <a:alpha val="10000"/>
                      </a:schemeClr>
                    </a:solidFill>
                    <a:ln w="76200" cmpd="thickThin">
                      <a:solidFill>
                        <a:srgbClr val="0070C0"/>
                      </a:solidFill>
                      <a:prstDash val="solid"/>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0" name="Elipse 139">
                      <a:extLst>
                        <a:ext uri="{FF2B5EF4-FFF2-40B4-BE49-F238E27FC236}">
                          <a16:creationId xmlns:a16="http://schemas.microsoft.com/office/drawing/2014/main" id="{331E8971-A7DB-DEE4-A08E-0F0E34B11721}"/>
                        </a:ext>
                      </a:extLst>
                    </p:cNvPr>
                    <p:cNvSpPr/>
                    <p:nvPr/>
                  </p:nvSpPr>
                  <p:spPr>
                    <a:xfrm>
                      <a:off x="2588206" y="1729740"/>
                      <a:ext cx="2560320" cy="2560320"/>
                    </a:xfrm>
                    <a:prstGeom prst="ellipse">
                      <a:avLst/>
                    </a:prstGeom>
                    <a:solidFill>
                      <a:schemeClr val="bg1"/>
                    </a:solidFill>
                    <a:ln w="15875" cmpd="sng">
                      <a:solidFill>
                        <a:srgbClr val="0070C0"/>
                      </a:solidFill>
                      <a:prstDash val="solid"/>
                      <a:extLst>
                        <a:ext uri="{C807C97D-BFC1-408E-A445-0C87EB9F89A2}">
                          <ask:lineSketchStyleProps xmlns:ask="http://schemas.microsoft.com/office/drawing/2018/sketchyshapes">
                            <ask:type>
                              <ask:lineSketchNone/>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132" name="Elipse 131">
                    <a:extLst>
                      <a:ext uri="{FF2B5EF4-FFF2-40B4-BE49-F238E27FC236}">
                        <a16:creationId xmlns:a16="http://schemas.microsoft.com/office/drawing/2014/main" id="{8481E6AD-0D3A-0433-A1D0-36EE15F02962}"/>
                      </a:ext>
                    </a:extLst>
                  </p:cNvPr>
                  <p:cNvSpPr/>
                  <p:nvPr/>
                </p:nvSpPr>
                <p:spPr>
                  <a:xfrm>
                    <a:off x="3423409" y="2562707"/>
                    <a:ext cx="914400" cy="914400"/>
                  </a:xfrm>
                  <a:prstGeom prst="ellipse">
                    <a:avLst/>
                  </a:prstGeom>
                  <a:noFill/>
                  <a:ln w="63500" cap="flat" cmpd="thinThick"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138" name="Conector de Seta Reta 137">
                    <a:extLst>
                      <a:ext uri="{FF2B5EF4-FFF2-40B4-BE49-F238E27FC236}">
                        <a16:creationId xmlns:a16="http://schemas.microsoft.com/office/drawing/2014/main" id="{945A3A09-56EB-FB27-4F59-D3F1AD729F9D}"/>
                      </a:ext>
                    </a:extLst>
                  </p:cNvPr>
                  <p:cNvCxnSpPr>
                    <a:cxnSpLocks/>
                    <a:endCxn id="140" idx="1"/>
                  </p:cNvCxnSpPr>
                  <p:nvPr/>
                </p:nvCxnSpPr>
                <p:spPr>
                  <a:xfrm flipH="1" flipV="1">
                    <a:off x="2963156" y="2104690"/>
                    <a:ext cx="905210" cy="9014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Conector de Seta Reta 135">
                    <a:extLst>
                      <a:ext uri="{FF2B5EF4-FFF2-40B4-BE49-F238E27FC236}">
                        <a16:creationId xmlns:a16="http://schemas.microsoft.com/office/drawing/2014/main" id="{7B892499-E20F-CABF-04F5-8C9C8242FE7D}"/>
                      </a:ext>
                    </a:extLst>
                  </p:cNvPr>
                  <p:cNvCxnSpPr>
                    <a:cxnSpLocks/>
                    <a:endCxn id="132" idx="7"/>
                  </p:cNvCxnSpPr>
                  <p:nvPr/>
                </p:nvCxnSpPr>
                <p:spPr>
                  <a:xfrm flipV="1">
                    <a:off x="3868366" y="2696618"/>
                    <a:ext cx="335532" cy="311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7" name="Elipse 126">
                  <a:extLst>
                    <a:ext uri="{FF2B5EF4-FFF2-40B4-BE49-F238E27FC236}">
                      <a16:creationId xmlns:a16="http://schemas.microsoft.com/office/drawing/2014/main" id="{E311051D-7051-9D7D-4E65-08D8411D2BB1}"/>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23" name="CaixaDeTexto 122">
                    <a:extLst>
                      <a:ext uri="{FF2B5EF4-FFF2-40B4-BE49-F238E27FC236}">
                        <a16:creationId xmlns:a16="http://schemas.microsoft.com/office/drawing/2014/main" id="{7ECB4E05-DA77-9E87-39D0-349B35E76954}"/>
                      </a:ext>
                    </a:extLst>
                  </p:cNvPr>
                  <p:cNvSpPr txBox="1"/>
                  <p:nvPr/>
                </p:nvSpPr>
                <p:spPr>
                  <a:xfrm>
                    <a:off x="5637233" y="3406204"/>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123" name="CaixaDeTexto 122">
                    <a:extLst>
                      <a:ext uri="{FF2B5EF4-FFF2-40B4-BE49-F238E27FC236}">
                        <a16:creationId xmlns:a16="http://schemas.microsoft.com/office/drawing/2014/main" id="{7ECB4E05-DA77-9E87-39D0-349B35E76954}"/>
                      </a:ext>
                    </a:extLst>
                  </p:cNvPr>
                  <p:cNvSpPr txBox="1">
                    <a:spLocks noRot="1" noChangeAspect="1" noMove="1" noResize="1" noEditPoints="1" noAdjustHandles="1" noChangeArrowheads="1" noChangeShapeType="1" noTextEdit="1"/>
                  </p:cNvSpPr>
                  <p:nvPr/>
                </p:nvSpPr>
                <p:spPr>
                  <a:xfrm>
                    <a:off x="5637233" y="3406204"/>
                    <a:ext cx="313163" cy="261610"/>
                  </a:xfrm>
                  <a:prstGeom prst="rect">
                    <a:avLst/>
                  </a:prstGeom>
                  <a:blipFill>
                    <a:blip r:embed="rId3"/>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FF4546B2-826A-1C84-8EA2-C6A33627DE5C}"/>
                    </a:ext>
                  </a:extLst>
                </p:cNvPr>
                <p:cNvSpPr txBox="1"/>
                <p:nvPr/>
              </p:nvSpPr>
              <p:spPr>
                <a:xfrm>
                  <a:off x="4312342" y="2724238"/>
                  <a:ext cx="42319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𝑖𝑞</m:t>
                            </m:r>
                          </m:sub>
                        </m:sSub>
                      </m:oMath>
                    </m:oMathPara>
                  </a14:m>
                  <a:endParaRPr lang="pt-BR" sz="1400"/>
                </a:p>
              </p:txBody>
            </p:sp>
          </mc:Choice>
          <mc:Fallback xmlns="">
            <p:sp>
              <p:nvSpPr>
                <p:cNvPr id="3" name="CaixaDeTexto 2">
                  <a:extLst>
                    <a:ext uri="{FF2B5EF4-FFF2-40B4-BE49-F238E27FC236}">
                      <a16:creationId xmlns:a16="http://schemas.microsoft.com/office/drawing/2014/main" id="{FF4546B2-826A-1C84-8EA2-C6A33627DE5C}"/>
                    </a:ext>
                  </a:extLst>
                </p:cNvPr>
                <p:cNvSpPr txBox="1">
                  <a:spLocks noRot="1" noChangeAspect="1" noMove="1" noResize="1" noEditPoints="1" noAdjustHandles="1" noChangeArrowheads="1" noChangeShapeType="1" noTextEdit="1"/>
                </p:cNvSpPr>
                <p:nvPr/>
              </p:nvSpPr>
              <p:spPr>
                <a:xfrm>
                  <a:off x="4312342" y="2724238"/>
                  <a:ext cx="423193" cy="324384"/>
                </a:xfrm>
                <a:prstGeom prst="rect">
                  <a:avLst/>
                </a:prstGeom>
                <a:blipFill>
                  <a:blip r:embed="rId4"/>
                  <a:stretch>
                    <a:fillRect t="-9434" r="-714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0625CC88-5BC8-1E7C-8472-F3EB914C9941}"/>
                    </a:ext>
                  </a:extLst>
                </p:cNvPr>
                <p:cNvSpPr txBox="1"/>
                <p:nvPr/>
              </p:nvSpPr>
              <p:spPr>
                <a:xfrm>
                  <a:off x="5283826" y="3188590"/>
                  <a:ext cx="36747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𝑝</m:t>
                            </m:r>
                          </m:sub>
                        </m:sSub>
                      </m:oMath>
                    </m:oMathPara>
                  </a14:m>
                  <a:endParaRPr lang="pt-BR" sz="1400"/>
                </a:p>
              </p:txBody>
            </p:sp>
          </mc:Choice>
          <mc:Fallback xmlns="">
            <p:sp>
              <p:nvSpPr>
                <p:cNvPr id="4" name="CaixaDeTexto 3">
                  <a:extLst>
                    <a:ext uri="{FF2B5EF4-FFF2-40B4-BE49-F238E27FC236}">
                      <a16:creationId xmlns:a16="http://schemas.microsoft.com/office/drawing/2014/main" id="{0625CC88-5BC8-1E7C-8472-F3EB914C9941}"/>
                    </a:ext>
                  </a:extLst>
                </p:cNvPr>
                <p:cNvSpPr txBox="1">
                  <a:spLocks noRot="1" noChangeAspect="1" noMove="1" noResize="1" noEditPoints="1" noAdjustHandles="1" noChangeArrowheads="1" noChangeShapeType="1" noTextEdit="1"/>
                </p:cNvSpPr>
                <p:nvPr/>
              </p:nvSpPr>
              <p:spPr>
                <a:xfrm>
                  <a:off x="5283826" y="3188590"/>
                  <a:ext cx="367472" cy="324384"/>
                </a:xfrm>
                <a:prstGeom prst="rect">
                  <a:avLst/>
                </a:prstGeom>
                <a:blipFill>
                  <a:blip r:embed="rId5"/>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63842A86-4820-B1CC-E8A7-38EA09792165}"/>
                    </a:ext>
                  </a:extLst>
                </p:cNvPr>
                <p:cNvSpPr txBox="1"/>
                <p:nvPr/>
              </p:nvSpPr>
              <p:spPr>
                <a:xfrm>
                  <a:off x="4328044" y="3860700"/>
                  <a:ext cx="44358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𝑜𝑞</m:t>
                            </m:r>
                          </m:sub>
                        </m:sSub>
                      </m:oMath>
                    </m:oMathPara>
                  </a14:m>
                  <a:endParaRPr lang="pt-BR" sz="1400"/>
                </a:p>
              </p:txBody>
            </p:sp>
          </mc:Choice>
          <mc:Fallback xmlns="">
            <p:sp>
              <p:nvSpPr>
                <p:cNvPr id="5" name="CaixaDeTexto 4">
                  <a:extLst>
                    <a:ext uri="{FF2B5EF4-FFF2-40B4-BE49-F238E27FC236}">
                      <a16:creationId xmlns:a16="http://schemas.microsoft.com/office/drawing/2014/main" id="{63842A86-4820-B1CC-E8A7-38EA09792165}"/>
                    </a:ext>
                  </a:extLst>
                </p:cNvPr>
                <p:cNvSpPr txBox="1">
                  <a:spLocks noRot="1" noChangeAspect="1" noMove="1" noResize="1" noEditPoints="1" noAdjustHandles="1" noChangeArrowheads="1" noChangeShapeType="1" noTextEdit="1"/>
                </p:cNvSpPr>
                <p:nvPr/>
              </p:nvSpPr>
              <p:spPr>
                <a:xfrm>
                  <a:off x="4328044" y="3860700"/>
                  <a:ext cx="443583" cy="324384"/>
                </a:xfrm>
                <a:prstGeom prst="rect">
                  <a:avLst/>
                </a:prstGeom>
                <a:blipFill>
                  <a:blip r:embed="rId6"/>
                  <a:stretch>
                    <a:fillRect t="-9259" r="-8219"/>
                  </a:stretch>
                </a:blipFill>
              </p:spPr>
              <p:txBody>
                <a:bodyPr/>
                <a:lstStyle/>
                <a:p>
                  <a:r>
                    <a:rPr lang="pt-BR">
                      <a:noFill/>
                    </a:rPr>
                    <a:t> </a:t>
                  </a:r>
                </a:p>
              </p:txBody>
            </p:sp>
          </mc:Fallback>
        </mc:AlternateContent>
        <p:cxnSp>
          <p:nvCxnSpPr>
            <p:cNvPr id="7" name="Conector de Seta Reta 6">
              <a:extLst>
                <a:ext uri="{FF2B5EF4-FFF2-40B4-BE49-F238E27FC236}">
                  <a16:creationId xmlns:a16="http://schemas.microsoft.com/office/drawing/2014/main" id="{A9E49643-9481-0FA9-4F46-BAEDEEC93C6C}"/>
                </a:ext>
              </a:extLst>
            </p:cNvPr>
            <p:cNvCxnSpPr>
              <a:cxnSpLocks/>
              <a:stCxn id="127" idx="2"/>
            </p:cNvCxnSpPr>
            <p:nvPr/>
          </p:nvCxnSpPr>
          <p:spPr>
            <a:xfrm flipH="1">
              <a:off x="4007768" y="3392488"/>
              <a:ext cx="1213828" cy="7925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3" name="Arco 12">
            <a:extLst>
              <a:ext uri="{FF2B5EF4-FFF2-40B4-BE49-F238E27FC236}">
                <a16:creationId xmlns:a16="http://schemas.microsoft.com/office/drawing/2014/main" id="{5FE68206-7DAC-58F0-27D4-2EF657CA7E6E}"/>
              </a:ext>
            </a:extLst>
          </p:cNvPr>
          <p:cNvSpPr/>
          <p:nvPr/>
        </p:nvSpPr>
        <p:spPr>
          <a:xfrm flipH="1">
            <a:off x="1667508" y="1412738"/>
            <a:ext cx="4140460" cy="3960440"/>
          </a:xfrm>
          <a:prstGeom prst="arc">
            <a:avLst>
              <a:gd name="adj1" fmla="val 20224508"/>
              <a:gd name="adj2" fmla="val 136093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4" name="Círculo: Vazio 13">
            <a:extLst>
              <a:ext uri="{FF2B5EF4-FFF2-40B4-BE49-F238E27FC236}">
                <a16:creationId xmlns:a16="http://schemas.microsoft.com/office/drawing/2014/main" id="{B46706F1-6102-28EC-5B77-F107FE9C4E6D}"/>
              </a:ext>
            </a:extLst>
          </p:cNvPr>
          <p:cNvSpPr/>
          <p:nvPr/>
        </p:nvSpPr>
        <p:spPr>
          <a:xfrm>
            <a:off x="2716493" y="3337560"/>
            <a:ext cx="91440" cy="91440"/>
          </a:xfrm>
          <a:prstGeom prst="donut">
            <a:avLst>
              <a:gd name="adj" fmla="val 4679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793C0E1B-39CC-21A2-8DBA-8A17C20A74DC}"/>
                  </a:ext>
                </a:extLst>
              </p:cNvPr>
              <p:cNvSpPr txBox="1"/>
              <p:nvPr/>
            </p:nvSpPr>
            <p:spPr>
              <a:xfrm>
                <a:off x="2927648" y="2979630"/>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6" name="CaixaDeTexto 15">
                <a:extLst>
                  <a:ext uri="{FF2B5EF4-FFF2-40B4-BE49-F238E27FC236}">
                    <a16:creationId xmlns:a16="http://schemas.microsoft.com/office/drawing/2014/main" id="{793C0E1B-39CC-21A2-8DBA-8A17C20A74DC}"/>
                  </a:ext>
                </a:extLst>
              </p:cNvPr>
              <p:cNvSpPr txBox="1">
                <a:spLocks noRot="1" noChangeAspect="1" noMove="1" noResize="1" noEditPoints="1" noAdjustHandles="1" noChangeArrowheads="1" noChangeShapeType="1" noTextEdit="1"/>
              </p:cNvSpPr>
              <p:nvPr/>
            </p:nvSpPr>
            <p:spPr>
              <a:xfrm>
                <a:off x="2927648" y="2979630"/>
                <a:ext cx="354200" cy="333938"/>
              </a:xfrm>
              <a:prstGeom prst="rect">
                <a:avLst/>
              </a:prstGeom>
              <a:blipFill>
                <a:blip r:embed="rId7"/>
                <a:stretch>
                  <a:fillRect t="-12727" r="-10345" b="-1818"/>
                </a:stretch>
              </a:blipFill>
            </p:spPr>
            <p:txBody>
              <a:bodyPr/>
              <a:lstStyle/>
              <a:p>
                <a:r>
                  <a:rPr lang="pt-BR">
                    <a:noFill/>
                  </a:rPr>
                  <a:t> </a:t>
                </a:r>
              </a:p>
            </p:txBody>
          </p:sp>
        </mc:Fallback>
      </mc:AlternateContent>
    </p:spTree>
    <p:extLst>
      <p:ext uri="{BB962C8B-B14F-4D97-AF65-F5344CB8AC3E}">
        <p14:creationId xmlns:p14="http://schemas.microsoft.com/office/powerpoint/2010/main" val="304502675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2177</TotalTime>
  <Words>2758</Words>
  <Application>Microsoft Office PowerPoint</Application>
  <PresentationFormat>Widescreen</PresentationFormat>
  <Paragraphs>404</Paragraphs>
  <Slides>25</Slides>
  <Notes>0</Notes>
  <HiddenSlides>7</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25</vt:i4>
      </vt:variant>
    </vt:vector>
  </HeadingPairs>
  <TitlesOfParts>
    <vt:vector size="31" baseType="lpstr">
      <vt:lpstr>Aptos</vt:lpstr>
      <vt:lpstr>Aptos Display</vt:lpstr>
      <vt:lpstr>Arial</vt:lpstr>
      <vt:lpstr>Arial Black</vt:lpstr>
      <vt:lpstr>Cambria Math</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adilton junio</dc:creator>
  <cp:lastModifiedBy>adilton junio</cp:lastModifiedBy>
  <cp:revision>2</cp:revision>
  <dcterms:created xsi:type="dcterms:W3CDTF">2024-06-06T17:48:00Z</dcterms:created>
  <dcterms:modified xsi:type="dcterms:W3CDTF">2024-07-18T22:39:41Z</dcterms:modified>
</cp:coreProperties>
</file>