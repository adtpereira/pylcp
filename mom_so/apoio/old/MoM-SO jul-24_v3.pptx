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70" r:id="rId3"/>
    <p:sldId id="267" r:id="rId4"/>
    <p:sldId id="269" r:id="rId5"/>
    <p:sldId id="272" r:id="rId6"/>
    <p:sldId id="271" r:id="rId7"/>
    <p:sldId id="275" r:id="rId8"/>
    <p:sldId id="274" r:id="rId9"/>
    <p:sldId id="276" r:id="rId10"/>
    <p:sldId id="277" r:id="rId11"/>
    <p:sldId id="278" r:id="rId12"/>
    <p:sldId id="279" r:id="rId13"/>
    <p:sldId id="280" r:id="rId14"/>
    <p:sldId id="281" r:id="rId15"/>
    <p:sldId id="282" r:id="rId16"/>
    <p:sldId id="283" r:id="rId17"/>
    <p:sldId id="284" r:id="rId18"/>
    <p:sldId id="285" r:id="rId19"/>
    <p:sldId id="287" r:id="rId20"/>
    <p:sldId id="286" r:id="rId21"/>
    <p:sldId id="288" r:id="rId22"/>
    <p:sldId id="289" r:id="rId23"/>
    <p:sldId id="290" r:id="rId24"/>
    <p:sldId id="294" r:id="rId25"/>
    <p:sldId id="295" r:id="rId26"/>
    <p:sldId id="297" r:id="rId27"/>
    <p:sldId id="298" r:id="rId28"/>
    <p:sldId id="299" r:id="rId29"/>
    <p:sldId id="300" r:id="rId30"/>
    <p:sldId id="268" r:id="rId31"/>
    <p:sldId id="264" r:id="rId32"/>
    <p:sldId id="257" r:id="rId33"/>
    <p:sldId id="259" r:id="rId34"/>
    <p:sldId id="258" r:id="rId35"/>
    <p:sldId id="260" r:id="rId36"/>
    <p:sldId id="261" r:id="rId3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2D01EE2-B183-4BD3-A9B8-5CD9CA8D2CB1}">
          <p14:sldIdLst>
            <p14:sldId id="266"/>
          </p14:sldIdLst>
        </p14:section>
        <p14:section name="Agenda" id="{DFCB0F0B-2044-4348-9D00-958731F7C615}">
          <p14:sldIdLst>
            <p14:sldId id="270"/>
          </p14:sldIdLst>
        </p14:section>
        <p14:section name="Introduction" id="{5332BC59-62B1-44DA-AB05-74C3ECEAE192}">
          <p14:sldIdLst>
            <p14:sldId id="267"/>
            <p14:sldId id="269"/>
            <p14:sldId id="272"/>
            <p14:sldId id="271"/>
          </p14:sldIdLst>
        </p14:section>
        <p14:section name="Problem Statement" id="{FF25361F-8655-49CA-8C39-06FA853622D8}">
          <p14:sldIdLst>
            <p14:sldId id="275"/>
          </p14:sldIdLst>
        </p14:section>
        <p14:section name="Surface Admittance Operator" id="{7C935E5E-278D-4BA4-9819-147A2C0FCC14}">
          <p14:sldIdLst>
            <p14:sldId id="274"/>
            <p14:sldId id="276"/>
            <p14:sldId id="277"/>
            <p14:sldId id="278"/>
            <p14:sldId id="279"/>
            <p14:sldId id="280"/>
          </p14:sldIdLst>
        </p14:section>
        <p14:section name="Electric Field Integral Equation" id="{CA7477B0-61CE-4CCF-B14D-31E730CF95BA}">
          <p14:sldIdLst>
            <p14:sldId id="281"/>
            <p14:sldId id="282"/>
            <p14:sldId id="283"/>
          </p14:sldIdLst>
        </p14:section>
        <p14:section name="Discrete Green’s Function" id="{CE781CE1-6153-40D6-9C59-D937F33507CC}">
          <p14:sldIdLst>
            <p14:sldId id="284"/>
            <p14:sldId id="285"/>
            <p14:sldId id="287"/>
            <p14:sldId id="286"/>
            <p14:sldId id="288"/>
            <p14:sldId id="289"/>
            <p14:sldId id="290"/>
            <p14:sldId id="294"/>
            <p14:sldId id="295"/>
          </p14:sldIdLst>
        </p14:section>
        <p14:section name="Bifilar Line" id="{32A40C8F-7CE6-45FD-AB13-5645B982E78F}">
          <p14:sldIdLst>
            <p14:sldId id="297"/>
            <p14:sldId id="298"/>
          </p14:sldIdLst>
        </p14:section>
        <p14:section name="Coaxial Cable" id="{C4E97F51-520D-4378-B9FA-476464E86FE0}">
          <p14:sldIdLst>
            <p14:sldId id="299"/>
            <p14:sldId id="300"/>
          </p14:sldIdLst>
        </p14:section>
        <p14:section name="References" id="{E867DC5C-1285-46E0-A405-55014AA085AA}">
          <p14:sldIdLst>
            <p14:sldId id="268"/>
          </p14:sldIdLst>
        </p14:section>
        <p14:section name="Figures" id="{868732F7-113F-451C-9D0C-ACE614EEA0D3}">
          <p14:sldIdLst>
            <p14:sldId id="264"/>
            <p14:sldId id="257"/>
            <p14:sldId id="259"/>
            <p14:sldId id="258"/>
            <p14:sldId id="260"/>
            <p14:sldId id="261"/>
          </p14:sldIdLst>
        </p14:section>
      </p14:sectionLst>
    </p:ext>
    <p:ext uri="{EFAFB233-063F-42B5-8137-9DF3F51BA10A}">
      <p15:sldGuideLst xmlns:p15="http://schemas.microsoft.com/office/powerpoint/2012/main">
        <p15:guide id="1" orient="horz" pos="4088" userDrawn="1">
          <p15:clr>
            <a:srgbClr val="A4A3A4"/>
          </p15:clr>
        </p15:guide>
        <p15:guide id="3" pos="801" userDrawn="1">
          <p15:clr>
            <a:srgbClr val="A4A3A4"/>
          </p15:clr>
        </p15:guide>
        <p15:guide id="4" orient="horz" pos="867" userDrawn="1">
          <p15:clr>
            <a:srgbClr val="A4A3A4"/>
          </p15:clr>
        </p15:guide>
        <p15:guide id="5" orient="horz" pos="3566" userDrawn="1">
          <p15:clr>
            <a:srgbClr val="A4A3A4"/>
          </p15:clr>
        </p15:guide>
        <p15:guide id="6" pos="3840" userDrawn="1">
          <p15:clr>
            <a:srgbClr val="A4A3A4"/>
          </p15:clr>
        </p15:guide>
        <p15:guide id="7" orient="horz" pos="2160" userDrawn="1">
          <p15:clr>
            <a:srgbClr val="A4A3A4"/>
          </p15:clr>
        </p15:guide>
        <p15:guide id="8" orient="horz" pos="14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E50579-1733-4537-B8F2-65A7B3AAE54E}" v="26" dt="2024-07-22T12:59:03.864"/>
    <p1510:client id="{EB7ABBEE-FFAC-42B3-8B20-ECFF61C046EE}" v="479" dt="2024-07-21T23:24:55.6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25" autoAdjust="0"/>
    <p:restoredTop sz="94660"/>
  </p:normalViewPr>
  <p:slideViewPr>
    <p:cSldViewPr>
      <p:cViewPr varScale="1">
        <p:scale>
          <a:sx n="107" d="100"/>
          <a:sy n="107" d="100"/>
        </p:scale>
        <p:origin x="1032" y="102"/>
      </p:cViewPr>
      <p:guideLst>
        <p:guide orient="horz" pos="4088"/>
        <p:guide pos="801"/>
        <p:guide orient="horz" pos="867"/>
        <p:guide orient="horz" pos="3566"/>
        <p:guide pos="3840"/>
        <p:guide orient="horz" pos="2160"/>
        <p:guide orient="horz" pos="1434"/>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lton junio" userId="66b3fade76ecdf97" providerId="LiveId" clId="{EB7ABBEE-FFAC-42B3-8B20-ECFF61C046EE}"/>
    <pc:docChg chg="undo custSel addSld delSld modSld addSection modSection">
      <pc:chgData name="adilton junio" userId="66b3fade76ecdf97" providerId="LiveId" clId="{EB7ABBEE-FFAC-42B3-8B20-ECFF61C046EE}" dt="2024-07-21T23:25:15.434" v="1127" actId="478"/>
      <pc:docMkLst>
        <pc:docMk/>
      </pc:docMkLst>
      <pc:sldChg chg="modSp mod">
        <pc:chgData name="adilton junio" userId="66b3fade76ecdf97" providerId="LiveId" clId="{EB7ABBEE-FFAC-42B3-8B20-ECFF61C046EE}" dt="2024-07-21T20:09:45.427" v="345" actId="6549"/>
        <pc:sldMkLst>
          <pc:docMk/>
          <pc:sldMk cId="2475942690" sldId="270"/>
        </pc:sldMkLst>
        <pc:spChg chg="mod">
          <ac:chgData name="adilton junio" userId="66b3fade76ecdf97" providerId="LiveId" clId="{EB7ABBEE-FFAC-42B3-8B20-ECFF61C046EE}" dt="2024-07-21T20:09:45.427" v="345" actId="6549"/>
          <ac:spMkLst>
            <pc:docMk/>
            <pc:sldMk cId="2475942690" sldId="270"/>
            <ac:spMk id="94" creationId="{D1D8FCDA-4632-6080-1621-67CDF796C564}"/>
          </ac:spMkLst>
        </pc:spChg>
      </pc:sldChg>
      <pc:sldChg chg="addSp delSp modSp mod">
        <pc:chgData name="adilton junio" userId="66b3fade76ecdf97" providerId="LiveId" clId="{EB7ABBEE-FFAC-42B3-8B20-ECFF61C046EE}" dt="2024-07-21T20:09:13.957" v="327" actId="1036"/>
        <pc:sldMkLst>
          <pc:docMk/>
          <pc:sldMk cId="3309868588" sldId="295"/>
        </pc:sldMkLst>
        <pc:spChg chg="mod">
          <ac:chgData name="adilton junio" userId="66b3fade76ecdf97" providerId="LiveId" clId="{EB7ABBEE-FFAC-42B3-8B20-ECFF61C046EE}" dt="2024-07-21T19:17:20.637" v="252" actId="14100"/>
          <ac:spMkLst>
            <pc:docMk/>
            <pc:sldMk cId="3309868588" sldId="295"/>
            <ac:spMk id="3" creationId="{72809E10-80A8-13F9-1702-A91766264365}"/>
          </ac:spMkLst>
        </pc:spChg>
        <pc:spChg chg="mod">
          <ac:chgData name="adilton junio" userId="66b3fade76ecdf97" providerId="LiveId" clId="{EB7ABBEE-FFAC-42B3-8B20-ECFF61C046EE}" dt="2024-07-21T19:15:00.629" v="248" actId="6549"/>
          <ac:spMkLst>
            <pc:docMk/>
            <pc:sldMk cId="3309868588" sldId="295"/>
            <ac:spMk id="5" creationId="{9EF378B8-E408-D35D-3908-9C32E9D35CFF}"/>
          </ac:spMkLst>
        </pc:spChg>
        <pc:spChg chg="add mod">
          <ac:chgData name="adilton junio" userId="66b3fade76ecdf97" providerId="LiveId" clId="{EB7ABBEE-FFAC-42B3-8B20-ECFF61C046EE}" dt="2024-07-21T19:14:57.201" v="245" actId="6549"/>
          <ac:spMkLst>
            <pc:docMk/>
            <pc:sldMk cId="3309868588" sldId="295"/>
            <ac:spMk id="7" creationId="{3FF62544-298F-18A1-2B7D-075A3D6C0966}"/>
          </ac:spMkLst>
        </pc:spChg>
        <pc:spChg chg="add mod">
          <ac:chgData name="adilton junio" userId="66b3fade76ecdf97" providerId="LiveId" clId="{EB7ABBEE-FFAC-42B3-8B20-ECFF61C046EE}" dt="2024-07-21T19:02:50.518" v="115" actId="1036"/>
          <ac:spMkLst>
            <pc:docMk/>
            <pc:sldMk cId="3309868588" sldId="295"/>
            <ac:spMk id="10" creationId="{1D302527-BF7D-5B8F-9410-1CB22D4C5DF2}"/>
          </ac:spMkLst>
        </pc:spChg>
        <pc:spChg chg="add mod">
          <ac:chgData name="adilton junio" userId="66b3fade76ecdf97" providerId="LiveId" clId="{EB7ABBEE-FFAC-42B3-8B20-ECFF61C046EE}" dt="2024-07-21T19:14:53.699" v="243" actId="6549"/>
          <ac:spMkLst>
            <pc:docMk/>
            <pc:sldMk cId="3309868588" sldId="295"/>
            <ac:spMk id="11" creationId="{C9202CEC-ECC0-77F1-B0FA-5599A3A9FE55}"/>
          </ac:spMkLst>
        </pc:spChg>
        <pc:spChg chg="mod">
          <ac:chgData name="adilton junio" userId="66b3fade76ecdf97" providerId="LiveId" clId="{EB7ABBEE-FFAC-42B3-8B20-ECFF61C046EE}" dt="2024-07-21T18:28:21.365" v="3" actId="14100"/>
          <ac:spMkLst>
            <pc:docMk/>
            <pc:sldMk cId="3309868588" sldId="295"/>
            <ac:spMk id="12" creationId="{EB3CCF7E-DD5B-74CD-F977-70679BB003E4}"/>
          </ac:spMkLst>
        </pc:spChg>
        <pc:spChg chg="add mod">
          <ac:chgData name="adilton junio" userId="66b3fade76ecdf97" providerId="LiveId" clId="{EB7ABBEE-FFAC-42B3-8B20-ECFF61C046EE}" dt="2024-07-21T18:54:48.873" v="50"/>
          <ac:spMkLst>
            <pc:docMk/>
            <pc:sldMk cId="3309868588" sldId="295"/>
            <ac:spMk id="13" creationId="{0E361E3A-F3CE-2A54-6E9B-A2381C65208B}"/>
          </ac:spMkLst>
        </pc:spChg>
        <pc:spChg chg="add mod">
          <ac:chgData name="adilton junio" userId="66b3fade76ecdf97" providerId="LiveId" clId="{EB7ABBEE-FFAC-42B3-8B20-ECFF61C046EE}" dt="2024-07-21T18:54:48.873" v="50"/>
          <ac:spMkLst>
            <pc:docMk/>
            <pc:sldMk cId="3309868588" sldId="295"/>
            <ac:spMk id="14" creationId="{53F7CB49-F497-C54D-53DF-7C38EBD7761D}"/>
          </ac:spMkLst>
        </pc:spChg>
        <pc:spChg chg="add mod">
          <ac:chgData name="adilton junio" userId="66b3fade76ecdf97" providerId="LiveId" clId="{EB7ABBEE-FFAC-42B3-8B20-ECFF61C046EE}" dt="2024-07-21T19:23:07.691" v="285" actId="20577"/>
          <ac:spMkLst>
            <pc:docMk/>
            <pc:sldMk cId="3309868588" sldId="295"/>
            <ac:spMk id="15" creationId="{673027A3-9382-CCD6-909A-C8D1B4686248}"/>
          </ac:spMkLst>
        </pc:spChg>
        <pc:spChg chg="add mod">
          <ac:chgData name="adilton junio" userId="66b3fade76ecdf97" providerId="LiveId" clId="{EB7ABBEE-FFAC-42B3-8B20-ECFF61C046EE}" dt="2024-07-21T19:14:48.346" v="239" actId="113"/>
          <ac:spMkLst>
            <pc:docMk/>
            <pc:sldMk cId="3309868588" sldId="295"/>
            <ac:spMk id="16" creationId="{E4FC19CD-5A1A-FE9F-4E22-FC2AF04F2C2F}"/>
          </ac:spMkLst>
        </pc:spChg>
        <pc:spChg chg="add del mod">
          <ac:chgData name="adilton junio" userId="66b3fade76ecdf97" providerId="LiveId" clId="{EB7ABBEE-FFAC-42B3-8B20-ECFF61C046EE}" dt="2024-07-21T19:02:55.329" v="118" actId="478"/>
          <ac:spMkLst>
            <pc:docMk/>
            <pc:sldMk cId="3309868588" sldId="295"/>
            <ac:spMk id="17" creationId="{00476AA1-65D4-D9EB-9C53-6E60C81F00F3}"/>
          </ac:spMkLst>
        </pc:spChg>
        <pc:spChg chg="add mod">
          <ac:chgData name="adilton junio" userId="66b3fade76ecdf97" providerId="LiveId" clId="{EB7ABBEE-FFAC-42B3-8B20-ECFF61C046EE}" dt="2024-07-21T19:06:07.929" v="166" actId="20577"/>
          <ac:spMkLst>
            <pc:docMk/>
            <pc:sldMk cId="3309868588" sldId="295"/>
            <ac:spMk id="18" creationId="{21FC8F52-485B-95A5-E69E-5EFD58811C77}"/>
          </ac:spMkLst>
        </pc:spChg>
        <pc:spChg chg="add mod">
          <ac:chgData name="adilton junio" userId="66b3fade76ecdf97" providerId="LiveId" clId="{EB7ABBEE-FFAC-42B3-8B20-ECFF61C046EE}" dt="2024-07-21T19:17:57.021" v="259" actId="20577"/>
          <ac:spMkLst>
            <pc:docMk/>
            <pc:sldMk cId="3309868588" sldId="295"/>
            <ac:spMk id="19" creationId="{D40163AE-2615-A371-567C-44892AD388C1}"/>
          </ac:spMkLst>
        </pc:spChg>
        <pc:spChg chg="add mod">
          <ac:chgData name="adilton junio" userId="66b3fade76ecdf97" providerId="LiveId" clId="{EB7ABBEE-FFAC-42B3-8B20-ECFF61C046EE}" dt="2024-07-21T19:17:53.645" v="256" actId="20577"/>
          <ac:spMkLst>
            <pc:docMk/>
            <pc:sldMk cId="3309868588" sldId="295"/>
            <ac:spMk id="20" creationId="{249E3CEE-2677-41A4-6039-831AF2204F01}"/>
          </ac:spMkLst>
        </pc:spChg>
        <pc:spChg chg="add mod">
          <ac:chgData name="adilton junio" userId="66b3fade76ecdf97" providerId="LiveId" clId="{EB7ABBEE-FFAC-42B3-8B20-ECFF61C046EE}" dt="2024-07-21T20:08:44.057" v="320"/>
          <ac:spMkLst>
            <pc:docMk/>
            <pc:sldMk cId="3309868588" sldId="295"/>
            <ac:spMk id="21" creationId="{5ABB60D7-0C03-674A-E12A-F88B9DAB2207}"/>
          </ac:spMkLst>
        </pc:spChg>
        <pc:spChg chg="add del mod">
          <ac:chgData name="adilton junio" userId="66b3fade76ecdf97" providerId="LiveId" clId="{EB7ABBEE-FFAC-42B3-8B20-ECFF61C046EE}" dt="2024-07-21T20:07:28.185" v="286" actId="478"/>
          <ac:spMkLst>
            <pc:docMk/>
            <pc:sldMk cId="3309868588" sldId="295"/>
            <ac:spMk id="22" creationId="{E50D0DA5-B9FA-098A-E637-4931C47647BA}"/>
          </ac:spMkLst>
        </pc:spChg>
        <pc:spChg chg="add mod">
          <ac:chgData name="adilton junio" userId="66b3fade76ecdf97" providerId="LiveId" clId="{EB7ABBEE-FFAC-42B3-8B20-ECFF61C046EE}" dt="2024-07-21T20:09:13.957" v="327" actId="1036"/>
          <ac:spMkLst>
            <pc:docMk/>
            <pc:sldMk cId="3309868588" sldId="295"/>
            <ac:spMk id="23" creationId="{BB0DCD58-3160-7A1F-2D85-BF7B18360147}"/>
          </ac:spMkLst>
        </pc:spChg>
      </pc:sldChg>
      <pc:sldChg chg="addSp delSp modSp add del mod">
        <pc:chgData name="adilton junio" userId="66b3fade76ecdf97" providerId="LiveId" clId="{EB7ABBEE-FFAC-42B3-8B20-ECFF61C046EE}" dt="2024-07-21T20:43:37.906" v="728" actId="47"/>
        <pc:sldMkLst>
          <pc:docMk/>
          <pc:sldMk cId="1036656880" sldId="296"/>
        </pc:sldMkLst>
        <pc:spChg chg="mod">
          <ac:chgData name="adilton junio" userId="66b3fade76ecdf97" providerId="LiveId" clId="{EB7ABBEE-FFAC-42B3-8B20-ECFF61C046EE}" dt="2024-07-21T20:10:34.644" v="356" actId="20577"/>
          <ac:spMkLst>
            <pc:docMk/>
            <pc:sldMk cId="1036656880" sldId="296"/>
            <ac:spMk id="2" creationId="{210C4684-E1A1-C731-9947-6934CF464A62}"/>
          </ac:spMkLst>
        </pc:spChg>
        <pc:spChg chg="del">
          <ac:chgData name="adilton junio" userId="66b3fade76ecdf97" providerId="LiveId" clId="{EB7ABBEE-FFAC-42B3-8B20-ECFF61C046EE}" dt="2024-07-21T20:10:46.726" v="381" actId="478"/>
          <ac:spMkLst>
            <pc:docMk/>
            <pc:sldMk cId="1036656880" sldId="296"/>
            <ac:spMk id="3" creationId="{72809E10-80A8-13F9-1702-A91766264365}"/>
          </ac:spMkLst>
        </pc:spChg>
        <pc:spChg chg="del">
          <ac:chgData name="adilton junio" userId="66b3fade76ecdf97" providerId="LiveId" clId="{EB7ABBEE-FFAC-42B3-8B20-ECFF61C046EE}" dt="2024-07-21T20:10:46.726" v="381" actId="478"/>
          <ac:spMkLst>
            <pc:docMk/>
            <pc:sldMk cId="1036656880" sldId="296"/>
            <ac:spMk id="5" creationId="{9EF378B8-E408-D35D-3908-9C32E9D35CFF}"/>
          </ac:spMkLst>
        </pc:spChg>
        <pc:spChg chg="del">
          <ac:chgData name="adilton junio" userId="66b3fade76ecdf97" providerId="LiveId" clId="{EB7ABBEE-FFAC-42B3-8B20-ECFF61C046EE}" dt="2024-07-21T20:10:46.726" v="381" actId="478"/>
          <ac:spMkLst>
            <pc:docMk/>
            <pc:sldMk cId="1036656880" sldId="296"/>
            <ac:spMk id="7" creationId="{3FF62544-298F-18A1-2B7D-075A3D6C0966}"/>
          </ac:spMkLst>
        </pc:spChg>
        <pc:spChg chg="del">
          <ac:chgData name="adilton junio" userId="66b3fade76ecdf97" providerId="LiveId" clId="{EB7ABBEE-FFAC-42B3-8B20-ECFF61C046EE}" dt="2024-07-21T20:10:46.726" v="381" actId="478"/>
          <ac:spMkLst>
            <pc:docMk/>
            <pc:sldMk cId="1036656880" sldId="296"/>
            <ac:spMk id="10" creationId="{1D302527-BF7D-5B8F-9410-1CB22D4C5DF2}"/>
          </ac:spMkLst>
        </pc:spChg>
        <pc:spChg chg="del">
          <ac:chgData name="adilton junio" userId="66b3fade76ecdf97" providerId="LiveId" clId="{EB7ABBEE-FFAC-42B3-8B20-ECFF61C046EE}" dt="2024-07-21T20:10:46.726" v="381" actId="478"/>
          <ac:spMkLst>
            <pc:docMk/>
            <pc:sldMk cId="1036656880" sldId="296"/>
            <ac:spMk id="11" creationId="{C9202CEC-ECC0-77F1-B0FA-5599A3A9FE55}"/>
          </ac:spMkLst>
        </pc:spChg>
        <pc:spChg chg="del">
          <ac:chgData name="adilton junio" userId="66b3fade76ecdf97" providerId="LiveId" clId="{EB7ABBEE-FFAC-42B3-8B20-ECFF61C046EE}" dt="2024-07-21T20:10:46.726" v="381" actId="478"/>
          <ac:spMkLst>
            <pc:docMk/>
            <pc:sldMk cId="1036656880" sldId="296"/>
            <ac:spMk id="12" creationId="{EB3CCF7E-DD5B-74CD-F977-70679BB003E4}"/>
          </ac:spMkLst>
        </pc:spChg>
        <pc:spChg chg="add mod">
          <ac:chgData name="adilton junio" userId="66b3fade76ecdf97" providerId="LiveId" clId="{EB7ABBEE-FFAC-42B3-8B20-ECFF61C046EE}" dt="2024-07-21T20:29:29.225" v="603" actId="404"/>
          <ac:spMkLst>
            <pc:docMk/>
            <pc:sldMk cId="1036656880" sldId="296"/>
            <ac:spMk id="13" creationId="{92A18466-CDCC-82EE-17A8-5DFEC2C59BB0}"/>
          </ac:spMkLst>
        </pc:spChg>
        <pc:spChg chg="del">
          <ac:chgData name="adilton junio" userId="66b3fade76ecdf97" providerId="LiveId" clId="{EB7ABBEE-FFAC-42B3-8B20-ECFF61C046EE}" dt="2024-07-21T20:10:46.726" v="381" actId="478"/>
          <ac:spMkLst>
            <pc:docMk/>
            <pc:sldMk cId="1036656880" sldId="296"/>
            <ac:spMk id="15" creationId="{673027A3-9382-CCD6-909A-C8D1B4686248}"/>
          </ac:spMkLst>
        </pc:spChg>
        <pc:spChg chg="del">
          <ac:chgData name="adilton junio" userId="66b3fade76ecdf97" providerId="LiveId" clId="{EB7ABBEE-FFAC-42B3-8B20-ECFF61C046EE}" dt="2024-07-21T20:10:46.726" v="381" actId="478"/>
          <ac:spMkLst>
            <pc:docMk/>
            <pc:sldMk cId="1036656880" sldId="296"/>
            <ac:spMk id="16" creationId="{E4FC19CD-5A1A-FE9F-4E22-FC2AF04F2C2F}"/>
          </ac:spMkLst>
        </pc:spChg>
        <pc:spChg chg="add mod">
          <ac:chgData name="adilton junio" userId="66b3fade76ecdf97" providerId="LiveId" clId="{EB7ABBEE-FFAC-42B3-8B20-ECFF61C046EE}" dt="2024-07-21T20:29:29.225" v="603" actId="404"/>
          <ac:spMkLst>
            <pc:docMk/>
            <pc:sldMk cId="1036656880" sldId="296"/>
            <ac:spMk id="17" creationId="{812EE95F-831D-FC4D-FC78-06CCA0E7DBCF}"/>
          </ac:spMkLst>
        </pc:spChg>
        <pc:spChg chg="del">
          <ac:chgData name="adilton junio" userId="66b3fade76ecdf97" providerId="LiveId" clId="{EB7ABBEE-FFAC-42B3-8B20-ECFF61C046EE}" dt="2024-07-21T20:10:46.726" v="381" actId="478"/>
          <ac:spMkLst>
            <pc:docMk/>
            <pc:sldMk cId="1036656880" sldId="296"/>
            <ac:spMk id="18" creationId="{21FC8F52-485B-95A5-E69E-5EFD58811C77}"/>
          </ac:spMkLst>
        </pc:spChg>
        <pc:spChg chg="del">
          <ac:chgData name="adilton junio" userId="66b3fade76ecdf97" providerId="LiveId" clId="{EB7ABBEE-FFAC-42B3-8B20-ECFF61C046EE}" dt="2024-07-21T20:10:46.726" v="381" actId="478"/>
          <ac:spMkLst>
            <pc:docMk/>
            <pc:sldMk cId="1036656880" sldId="296"/>
            <ac:spMk id="19" creationId="{D40163AE-2615-A371-567C-44892AD388C1}"/>
          </ac:spMkLst>
        </pc:spChg>
        <pc:spChg chg="del">
          <ac:chgData name="adilton junio" userId="66b3fade76ecdf97" providerId="LiveId" clId="{EB7ABBEE-FFAC-42B3-8B20-ECFF61C046EE}" dt="2024-07-21T20:10:46.726" v="381" actId="478"/>
          <ac:spMkLst>
            <pc:docMk/>
            <pc:sldMk cId="1036656880" sldId="296"/>
            <ac:spMk id="20" creationId="{249E3CEE-2677-41A4-6039-831AF2204F01}"/>
          </ac:spMkLst>
        </pc:spChg>
        <pc:spChg chg="del">
          <ac:chgData name="adilton junio" userId="66b3fade76ecdf97" providerId="LiveId" clId="{EB7ABBEE-FFAC-42B3-8B20-ECFF61C046EE}" dt="2024-07-21T20:10:46.726" v="381" actId="478"/>
          <ac:spMkLst>
            <pc:docMk/>
            <pc:sldMk cId="1036656880" sldId="296"/>
            <ac:spMk id="21" creationId="{5ABB60D7-0C03-674A-E12A-F88B9DAB2207}"/>
          </ac:spMkLst>
        </pc:spChg>
        <pc:spChg chg="add del mod">
          <ac:chgData name="adilton junio" userId="66b3fade76ecdf97" providerId="LiveId" clId="{EB7ABBEE-FFAC-42B3-8B20-ECFF61C046EE}" dt="2024-07-21T20:13:44.362" v="390" actId="478"/>
          <ac:spMkLst>
            <pc:docMk/>
            <pc:sldMk cId="1036656880" sldId="296"/>
            <ac:spMk id="22" creationId="{15FA263C-8F96-34D6-1F2A-E78C6FEB5830}"/>
          </ac:spMkLst>
        </pc:spChg>
        <pc:spChg chg="del">
          <ac:chgData name="adilton junio" userId="66b3fade76ecdf97" providerId="LiveId" clId="{EB7ABBEE-FFAC-42B3-8B20-ECFF61C046EE}" dt="2024-07-21T20:10:46.726" v="381" actId="478"/>
          <ac:spMkLst>
            <pc:docMk/>
            <pc:sldMk cId="1036656880" sldId="296"/>
            <ac:spMk id="23" creationId="{BB0DCD58-3160-7A1F-2D85-BF7B18360147}"/>
          </ac:spMkLst>
        </pc:spChg>
        <pc:spChg chg="add del mod">
          <ac:chgData name="adilton junio" userId="66b3fade76ecdf97" providerId="LiveId" clId="{EB7ABBEE-FFAC-42B3-8B20-ECFF61C046EE}" dt="2024-07-21T20:13:42.726" v="389" actId="478"/>
          <ac:spMkLst>
            <pc:docMk/>
            <pc:sldMk cId="1036656880" sldId="296"/>
            <ac:spMk id="24" creationId="{BAB3AA74-C6FE-79CA-B961-42A567C82B5F}"/>
          </ac:spMkLst>
        </pc:spChg>
        <pc:spChg chg="add del mod">
          <ac:chgData name="adilton junio" userId="66b3fade76ecdf97" providerId="LiveId" clId="{EB7ABBEE-FFAC-42B3-8B20-ECFF61C046EE}" dt="2024-07-21T20:13:40.904" v="388" actId="478"/>
          <ac:spMkLst>
            <pc:docMk/>
            <pc:sldMk cId="1036656880" sldId="296"/>
            <ac:spMk id="25" creationId="{DF28497D-ED81-AFF5-2673-D1643E141AD2}"/>
          </ac:spMkLst>
        </pc:spChg>
        <pc:spChg chg="add del mod">
          <ac:chgData name="adilton junio" userId="66b3fade76ecdf97" providerId="LiveId" clId="{EB7ABBEE-FFAC-42B3-8B20-ECFF61C046EE}" dt="2024-07-21T20:14:10.996" v="398" actId="478"/>
          <ac:spMkLst>
            <pc:docMk/>
            <pc:sldMk cId="1036656880" sldId="296"/>
            <ac:spMk id="27" creationId="{64784EB3-1DCD-9FBB-0446-960228E01213}"/>
          </ac:spMkLst>
        </pc:spChg>
        <pc:spChg chg="add del mod">
          <ac:chgData name="adilton junio" userId="66b3fade76ecdf97" providerId="LiveId" clId="{EB7ABBEE-FFAC-42B3-8B20-ECFF61C046EE}" dt="2024-07-21T20:14:12.776" v="400" actId="478"/>
          <ac:spMkLst>
            <pc:docMk/>
            <pc:sldMk cId="1036656880" sldId="296"/>
            <ac:spMk id="29" creationId="{4B1959A3-DB5D-8C0C-A469-11294653E1EE}"/>
          </ac:spMkLst>
        </pc:spChg>
        <pc:spChg chg="add del mod">
          <ac:chgData name="adilton junio" userId="66b3fade76ecdf97" providerId="LiveId" clId="{EB7ABBEE-FFAC-42B3-8B20-ECFF61C046EE}" dt="2024-07-21T20:29:29.225" v="603" actId="404"/>
          <ac:spMkLst>
            <pc:docMk/>
            <pc:sldMk cId="1036656880" sldId="296"/>
            <ac:spMk id="30" creationId="{63E2950E-3B55-FF88-CAEE-915F11466CE1}"/>
          </ac:spMkLst>
        </pc:spChg>
        <pc:spChg chg="add del mod">
          <ac:chgData name="adilton junio" userId="66b3fade76ecdf97" providerId="LiveId" clId="{EB7ABBEE-FFAC-42B3-8B20-ECFF61C046EE}" dt="2024-07-21T20:13:48.329" v="391" actId="478"/>
          <ac:spMkLst>
            <pc:docMk/>
            <pc:sldMk cId="1036656880" sldId="296"/>
            <ac:spMk id="31" creationId="{F2767F27-8E1A-5F99-9505-641372195DFA}"/>
          </ac:spMkLst>
        </pc:spChg>
        <pc:spChg chg="mod">
          <ac:chgData name="adilton junio" userId="66b3fade76ecdf97" providerId="LiveId" clId="{EB7ABBEE-FFAC-42B3-8B20-ECFF61C046EE}" dt="2024-07-21T20:13:24.169" v="382"/>
          <ac:spMkLst>
            <pc:docMk/>
            <pc:sldMk cId="1036656880" sldId="296"/>
            <ac:spMk id="35" creationId="{9E99F93E-8999-1432-B47B-1179985D752A}"/>
          </ac:spMkLst>
        </pc:spChg>
        <pc:spChg chg="mod">
          <ac:chgData name="adilton junio" userId="66b3fade76ecdf97" providerId="LiveId" clId="{EB7ABBEE-FFAC-42B3-8B20-ECFF61C046EE}" dt="2024-07-21T20:13:24.169" v="382"/>
          <ac:spMkLst>
            <pc:docMk/>
            <pc:sldMk cId="1036656880" sldId="296"/>
            <ac:spMk id="36" creationId="{1A174E83-4BA7-6510-483E-33BF1A576707}"/>
          </ac:spMkLst>
        </pc:spChg>
        <pc:spChg chg="mod">
          <ac:chgData name="adilton junio" userId="66b3fade76ecdf97" providerId="LiveId" clId="{EB7ABBEE-FFAC-42B3-8B20-ECFF61C046EE}" dt="2024-07-21T20:13:24.169" v="382"/>
          <ac:spMkLst>
            <pc:docMk/>
            <pc:sldMk cId="1036656880" sldId="296"/>
            <ac:spMk id="38" creationId="{A6C45528-C8C5-CDD3-4F78-2C500263E9FB}"/>
          </ac:spMkLst>
        </pc:spChg>
        <pc:spChg chg="mod">
          <ac:chgData name="adilton junio" userId="66b3fade76ecdf97" providerId="LiveId" clId="{EB7ABBEE-FFAC-42B3-8B20-ECFF61C046EE}" dt="2024-07-21T20:13:24.169" v="382"/>
          <ac:spMkLst>
            <pc:docMk/>
            <pc:sldMk cId="1036656880" sldId="296"/>
            <ac:spMk id="39" creationId="{F9FF65D8-E620-7C5A-BF86-A57E8405B1BC}"/>
          </ac:spMkLst>
        </pc:spChg>
        <pc:spChg chg="add del mod">
          <ac:chgData name="adilton junio" userId="66b3fade76ecdf97" providerId="LiveId" clId="{EB7ABBEE-FFAC-42B3-8B20-ECFF61C046EE}" dt="2024-07-21T20:29:29.225" v="603" actId="404"/>
          <ac:spMkLst>
            <pc:docMk/>
            <pc:sldMk cId="1036656880" sldId="296"/>
            <ac:spMk id="42" creationId="{F040E09F-278C-2E4D-EA66-CD26FDC9549E}"/>
          </ac:spMkLst>
        </pc:spChg>
        <pc:spChg chg="add mod">
          <ac:chgData name="adilton junio" userId="66b3fade76ecdf97" providerId="LiveId" clId="{EB7ABBEE-FFAC-42B3-8B20-ECFF61C046EE}" dt="2024-07-21T20:30:03.736" v="614" actId="1076"/>
          <ac:spMkLst>
            <pc:docMk/>
            <pc:sldMk cId="1036656880" sldId="296"/>
            <ac:spMk id="53" creationId="{BD8E85F4-E7E6-0D19-B231-CF417C101B69}"/>
          </ac:spMkLst>
        </pc:spChg>
        <pc:spChg chg="add mod">
          <ac:chgData name="adilton junio" userId="66b3fade76ecdf97" providerId="LiveId" clId="{EB7ABBEE-FFAC-42B3-8B20-ECFF61C046EE}" dt="2024-07-21T20:29:33.047" v="604" actId="1076"/>
          <ac:spMkLst>
            <pc:docMk/>
            <pc:sldMk cId="1036656880" sldId="296"/>
            <ac:spMk id="55" creationId="{C209E32B-364B-B9A8-9643-77B33B7CC145}"/>
          </ac:spMkLst>
        </pc:spChg>
        <pc:spChg chg="mod">
          <ac:chgData name="adilton junio" userId="66b3fade76ecdf97" providerId="LiveId" clId="{EB7ABBEE-FFAC-42B3-8B20-ECFF61C046EE}" dt="2024-07-21T20:30:00.654" v="613" actId="1076"/>
          <ac:spMkLst>
            <pc:docMk/>
            <pc:sldMk cId="1036656880" sldId="296"/>
            <ac:spMk id="61" creationId="{ADCF016C-6DA0-EFE8-CF87-D5BFF46D14AD}"/>
          </ac:spMkLst>
        </pc:spChg>
        <pc:spChg chg="add mod">
          <ac:chgData name="adilton junio" userId="66b3fade76ecdf97" providerId="LiveId" clId="{EB7ABBEE-FFAC-42B3-8B20-ECFF61C046EE}" dt="2024-07-21T20:30:23.685" v="617" actId="1076"/>
          <ac:spMkLst>
            <pc:docMk/>
            <pc:sldMk cId="1036656880" sldId="296"/>
            <ac:spMk id="63" creationId="{0D3FA61D-BBAE-66C8-03C9-673E425B53E2}"/>
          </ac:spMkLst>
        </pc:spChg>
        <pc:spChg chg="add mod">
          <ac:chgData name="adilton junio" userId="66b3fade76ecdf97" providerId="LiveId" clId="{EB7ABBEE-FFAC-42B3-8B20-ECFF61C046EE}" dt="2024-07-21T20:30:20.766" v="616" actId="1076"/>
          <ac:spMkLst>
            <pc:docMk/>
            <pc:sldMk cId="1036656880" sldId="296"/>
            <ac:spMk id="64" creationId="{76363AD0-F7A9-36D6-CA69-29C1DE4253C0}"/>
          </ac:spMkLst>
        </pc:spChg>
        <pc:spChg chg="add mod">
          <ac:chgData name="adilton junio" userId="66b3fade76ecdf97" providerId="LiveId" clId="{EB7ABBEE-FFAC-42B3-8B20-ECFF61C046EE}" dt="2024-07-21T20:29:49.804" v="610" actId="1076"/>
          <ac:spMkLst>
            <pc:docMk/>
            <pc:sldMk cId="1036656880" sldId="296"/>
            <ac:spMk id="65" creationId="{D4F551A5-2181-3135-7496-32F394325D4A}"/>
          </ac:spMkLst>
        </pc:spChg>
        <pc:spChg chg="add mod">
          <ac:chgData name="adilton junio" userId="66b3fade76ecdf97" providerId="LiveId" clId="{EB7ABBEE-FFAC-42B3-8B20-ECFF61C046EE}" dt="2024-07-21T20:29:56.229" v="612" actId="1076"/>
          <ac:spMkLst>
            <pc:docMk/>
            <pc:sldMk cId="1036656880" sldId="296"/>
            <ac:spMk id="66" creationId="{7F111B65-93B8-9777-CF49-729E3398B29C}"/>
          </ac:spMkLst>
        </pc:spChg>
        <pc:spChg chg="add mod">
          <ac:chgData name="adilton junio" userId="66b3fade76ecdf97" providerId="LiveId" clId="{EB7ABBEE-FFAC-42B3-8B20-ECFF61C046EE}" dt="2024-07-21T20:32:58.764" v="642" actId="164"/>
          <ac:spMkLst>
            <pc:docMk/>
            <pc:sldMk cId="1036656880" sldId="296"/>
            <ac:spMk id="72" creationId="{9D3C9934-751B-7E33-684D-BBDD4A3B5B1B}"/>
          </ac:spMkLst>
        </pc:spChg>
        <pc:spChg chg="mod">
          <ac:chgData name="adilton junio" userId="66b3fade76ecdf97" providerId="LiveId" clId="{EB7ABBEE-FFAC-42B3-8B20-ECFF61C046EE}" dt="2024-07-21T20:10:42.667" v="380" actId="20577"/>
          <ac:spMkLst>
            <pc:docMk/>
            <pc:sldMk cId="1036656880" sldId="296"/>
            <ac:spMk id="92" creationId="{389AD4BA-DE4A-1658-2487-F94C2EEF6666}"/>
          </ac:spMkLst>
        </pc:spChg>
        <pc:grpChg chg="add del mod">
          <ac:chgData name="adilton junio" userId="66b3fade76ecdf97" providerId="LiveId" clId="{EB7ABBEE-FFAC-42B3-8B20-ECFF61C046EE}" dt="2024-07-21T20:13:29.936" v="384" actId="478"/>
          <ac:grpSpMkLst>
            <pc:docMk/>
            <pc:sldMk cId="1036656880" sldId="296"/>
            <ac:grpSpMk id="32" creationId="{F9968D9E-2C61-4E6C-30F9-D8A99A1A800A}"/>
          </ac:grpSpMkLst>
        </pc:grpChg>
        <pc:grpChg chg="mod">
          <ac:chgData name="adilton junio" userId="66b3fade76ecdf97" providerId="LiveId" clId="{EB7ABBEE-FFAC-42B3-8B20-ECFF61C046EE}" dt="2024-07-21T20:13:24.169" v="382"/>
          <ac:grpSpMkLst>
            <pc:docMk/>
            <pc:sldMk cId="1036656880" sldId="296"/>
            <ac:grpSpMk id="34" creationId="{AF115C23-9992-2D50-1A47-89F47FD0D336}"/>
          </ac:grpSpMkLst>
        </pc:grpChg>
        <pc:grpChg chg="add del mod">
          <ac:chgData name="adilton junio" userId="66b3fade76ecdf97" providerId="LiveId" clId="{EB7ABBEE-FFAC-42B3-8B20-ECFF61C046EE}" dt="2024-07-21T20:13:32.630" v="386" actId="478"/>
          <ac:grpSpMkLst>
            <pc:docMk/>
            <pc:sldMk cId="1036656880" sldId="296"/>
            <ac:grpSpMk id="37" creationId="{C88431B8-CE64-FD98-BF0F-18EB746997A7}"/>
          </ac:grpSpMkLst>
        </pc:grpChg>
        <pc:grpChg chg="add mod">
          <ac:chgData name="adilton junio" userId="66b3fade76ecdf97" providerId="LiveId" clId="{EB7ABBEE-FFAC-42B3-8B20-ECFF61C046EE}" dt="2024-07-21T20:29:29.225" v="603" actId="404"/>
          <ac:grpSpMkLst>
            <pc:docMk/>
            <pc:sldMk cId="1036656880" sldId="296"/>
            <ac:grpSpMk id="52" creationId="{4BFA026F-A868-442F-F9FC-7631D9DBE0F5}"/>
          </ac:grpSpMkLst>
        </pc:grpChg>
        <pc:grpChg chg="add mod">
          <ac:chgData name="adilton junio" userId="66b3fade76ecdf97" providerId="LiveId" clId="{EB7ABBEE-FFAC-42B3-8B20-ECFF61C046EE}" dt="2024-07-21T20:29:29.225" v="603" actId="404"/>
          <ac:grpSpMkLst>
            <pc:docMk/>
            <pc:sldMk cId="1036656880" sldId="296"/>
            <ac:grpSpMk id="58" creationId="{86CA725B-EEE2-2778-2B33-7BEC0E4CE9B7}"/>
          </ac:grpSpMkLst>
        </pc:grpChg>
        <pc:grpChg chg="add mod">
          <ac:chgData name="adilton junio" userId="66b3fade76ecdf97" providerId="LiveId" clId="{EB7ABBEE-FFAC-42B3-8B20-ECFF61C046EE}" dt="2024-07-21T20:29:29.225" v="603" actId="404"/>
          <ac:grpSpMkLst>
            <pc:docMk/>
            <pc:sldMk cId="1036656880" sldId="296"/>
            <ac:grpSpMk id="59" creationId="{1852367C-74A5-2117-2908-834B9ABF3BB5}"/>
          </ac:grpSpMkLst>
        </pc:grpChg>
        <pc:grpChg chg="add mod">
          <ac:chgData name="adilton junio" userId="66b3fade76ecdf97" providerId="LiveId" clId="{EB7ABBEE-FFAC-42B3-8B20-ECFF61C046EE}" dt="2024-07-21T20:36:21.976" v="658" actId="1037"/>
          <ac:grpSpMkLst>
            <pc:docMk/>
            <pc:sldMk cId="1036656880" sldId="296"/>
            <ac:grpSpMk id="67" creationId="{930E2CE6-1032-1DF6-A985-90CF4989AB2B}"/>
          </ac:grpSpMkLst>
        </pc:grpChg>
        <pc:grpChg chg="add mod">
          <ac:chgData name="adilton junio" userId="66b3fade76ecdf97" providerId="LiveId" clId="{EB7ABBEE-FFAC-42B3-8B20-ECFF61C046EE}" dt="2024-07-21T20:32:58.764" v="642" actId="164"/>
          <ac:grpSpMkLst>
            <pc:docMk/>
            <pc:sldMk cId="1036656880" sldId="296"/>
            <ac:grpSpMk id="73" creationId="{6259D298-4372-8E4E-54B5-F43FCFCFE086}"/>
          </ac:grpSpMkLst>
        </pc:grpChg>
        <pc:picChg chg="add mod modCrop">
          <ac:chgData name="adilton junio" userId="66b3fade76ecdf97" providerId="LiveId" clId="{EB7ABBEE-FFAC-42B3-8B20-ECFF61C046EE}" dt="2024-07-21T20:32:58.764" v="642" actId="164"/>
          <ac:picMkLst>
            <pc:docMk/>
            <pc:sldMk cId="1036656880" sldId="296"/>
            <ac:picMk id="69" creationId="{BE928D1C-AC8B-F923-80C1-C79847D0BD95}"/>
          </ac:picMkLst>
        </pc:picChg>
        <pc:picChg chg="add mod modCrop">
          <ac:chgData name="adilton junio" userId="66b3fade76ecdf97" providerId="LiveId" clId="{EB7ABBEE-FFAC-42B3-8B20-ECFF61C046EE}" dt="2024-07-21T20:33:54.665" v="648" actId="732"/>
          <ac:picMkLst>
            <pc:docMk/>
            <pc:sldMk cId="1036656880" sldId="296"/>
            <ac:picMk id="71" creationId="{98548C5C-FF4C-6630-93C6-B16368D95A53}"/>
          </ac:picMkLst>
        </pc:picChg>
        <pc:cxnChg chg="add del mod">
          <ac:chgData name="adilton junio" userId="66b3fade76ecdf97" providerId="LiveId" clId="{EB7ABBEE-FFAC-42B3-8B20-ECFF61C046EE}" dt="2024-07-21T20:14:11.817" v="399" actId="478"/>
          <ac:cxnSpMkLst>
            <pc:docMk/>
            <pc:sldMk cId="1036656880" sldId="296"/>
            <ac:cxnSpMk id="14" creationId="{3A6F2A9F-2D72-5ADE-359B-227DF73322D9}"/>
          </ac:cxnSpMkLst>
        </pc:cxnChg>
        <pc:cxnChg chg="add del mod">
          <ac:chgData name="adilton junio" userId="66b3fade76ecdf97" providerId="LiveId" clId="{EB7ABBEE-FFAC-42B3-8B20-ECFF61C046EE}" dt="2024-07-21T20:14:10.138" v="397" actId="478"/>
          <ac:cxnSpMkLst>
            <pc:docMk/>
            <pc:sldMk cId="1036656880" sldId="296"/>
            <ac:cxnSpMk id="26" creationId="{76D5CEDE-F40E-491C-1FAD-54A15D3BA7A1}"/>
          </ac:cxnSpMkLst>
        </pc:cxnChg>
        <pc:cxnChg chg="add del mod">
          <ac:chgData name="adilton junio" userId="66b3fade76ecdf97" providerId="LiveId" clId="{EB7ABBEE-FFAC-42B3-8B20-ECFF61C046EE}" dt="2024-07-21T20:14:27.976" v="428" actId="478"/>
          <ac:cxnSpMkLst>
            <pc:docMk/>
            <pc:sldMk cId="1036656880" sldId="296"/>
            <ac:cxnSpMk id="28" creationId="{FB973F18-85D8-0248-7A3D-9057009243A0}"/>
          </ac:cxnSpMkLst>
        </pc:cxnChg>
        <pc:cxnChg chg="mod">
          <ac:chgData name="adilton junio" userId="66b3fade76ecdf97" providerId="LiveId" clId="{EB7ABBEE-FFAC-42B3-8B20-ECFF61C046EE}" dt="2024-07-21T20:13:24.169" v="382"/>
          <ac:cxnSpMkLst>
            <pc:docMk/>
            <pc:sldMk cId="1036656880" sldId="296"/>
            <ac:cxnSpMk id="33" creationId="{05F2CD05-0406-07DE-B17E-9949BA2C7753}"/>
          </ac:cxnSpMkLst>
        </pc:cxnChg>
        <pc:cxnChg chg="add del mod">
          <ac:chgData name="adilton junio" userId="66b3fade76ecdf97" providerId="LiveId" clId="{EB7ABBEE-FFAC-42B3-8B20-ECFF61C046EE}" dt="2024-07-21T20:13:30.896" v="385" actId="478"/>
          <ac:cxnSpMkLst>
            <pc:docMk/>
            <pc:sldMk cId="1036656880" sldId="296"/>
            <ac:cxnSpMk id="40" creationId="{AC01C96D-CD87-ECDD-0A0C-E930983039AB}"/>
          </ac:cxnSpMkLst>
        </pc:cxnChg>
        <pc:cxnChg chg="add del mod">
          <ac:chgData name="adilton junio" userId="66b3fade76ecdf97" providerId="LiveId" clId="{EB7ABBEE-FFAC-42B3-8B20-ECFF61C046EE}" dt="2024-07-21T20:13:39.145" v="387" actId="478"/>
          <ac:cxnSpMkLst>
            <pc:docMk/>
            <pc:sldMk cId="1036656880" sldId="296"/>
            <ac:cxnSpMk id="41" creationId="{64C9841C-0880-3B24-CCCE-B7892BC214A7}"/>
          </ac:cxnSpMkLst>
        </pc:cxnChg>
        <pc:cxnChg chg="add mod">
          <ac:chgData name="adilton junio" userId="66b3fade76ecdf97" providerId="LiveId" clId="{EB7ABBEE-FFAC-42B3-8B20-ECFF61C046EE}" dt="2024-07-21T20:29:29.225" v="603" actId="404"/>
          <ac:cxnSpMkLst>
            <pc:docMk/>
            <pc:sldMk cId="1036656880" sldId="296"/>
            <ac:cxnSpMk id="44" creationId="{7B69B615-68A8-0880-4ACF-BCA6B5DA86F3}"/>
          </ac:cxnSpMkLst>
        </pc:cxnChg>
        <pc:cxnChg chg="add mod">
          <ac:chgData name="adilton junio" userId="66b3fade76ecdf97" providerId="LiveId" clId="{EB7ABBEE-FFAC-42B3-8B20-ECFF61C046EE}" dt="2024-07-21T20:29:29.225" v="603" actId="404"/>
          <ac:cxnSpMkLst>
            <pc:docMk/>
            <pc:sldMk cId="1036656880" sldId="296"/>
            <ac:cxnSpMk id="48" creationId="{CD746603-9666-48BD-FD84-79BEA79C6EC6}"/>
          </ac:cxnSpMkLst>
        </pc:cxnChg>
        <pc:cxnChg chg="add mod">
          <ac:chgData name="adilton junio" userId="66b3fade76ecdf97" providerId="LiveId" clId="{EB7ABBEE-FFAC-42B3-8B20-ECFF61C046EE}" dt="2024-07-21T20:29:29.225" v="603" actId="404"/>
          <ac:cxnSpMkLst>
            <pc:docMk/>
            <pc:sldMk cId="1036656880" sldId="296"/>
            <ac:cxnSpMk id="49" creationId="{07D9234E-2A5D-C007-E354-7BCCDC4919BF}"/>
          </ac:cxnSpMkLst>
        </pc:cxnChg>
        <pc:cxnChg chg="add mod">
          <ac:chgData name="adilton junio" userId="66b3fade76ecdf97" providerId="LiveId" clId="{EB7ABBEE-FFAC-42B3-8B20-ECFF61C046EE}" dt="2024-07-21T20:29:29.225" v="603" actId="404"/>
          <ac:cxnSpMkLst>
            <pc:docMk/>
            <pc:sldMk cId="1036656880" sldId="296"/>
            <ac:cxnSpMk id="54" creationId="{4BFF477B-E37D-5847-A169-F8F04B04CCBC}"/>
          </ac:cxnSpMkLst>
        </pc:cxnChg>
        <pc:cxnChg chg="mod">
          <ac:chgData name="adilton junio" userId="66b3fade76ecdf97" providerId="LiveId" clId="{EB7ABBEE-FFAC-42B3-8B20-ECFF61C046EE}" dt="2024-07-21T20:29:29.225" v="603" actId="404"/>
          <ac:cxnSpMkLst>
            <pc:docMk/>
            <pc:sldMk cId="1036656880" sldId="296"/>
            <ac:cxnSpMk id="60" creationId="{40596013-00EC-3066-62FA-6A4E2E8C2CFB}"/>
          </ac:cxnSpMkLst>
        </pc:cxnChg>
      </pc:sldChg>
      <pc:sldChg chg="addSp delSp modSp add mod">
        <pc:chgData name="adilton junio" userId="66b3fade76ecdf97" providerId="LiveId" clId="{EB7ABBEE-FFAC-42B3-8B20-ECFF61C046EE}" dt="2024-07-21T20:52:15.859" v="875" actId="1035"/>
        <pc:sldMkLst>
          <pc:docMk/>
          <pc:sldMk cId="2771550805" sldId="297"/>
        </pc:sldMkLst>
        <pc:spChg chg="add mod ord">
          <ac:chgData name="adilton junio" userId="66b3fade76ecdf97" providerId="LiveId" clId="{EB7ABBEE-FFAC-42B3-8B20-ECFF61C046EE}" dt="2024-07-21T20:39:29.206" v="707" actId="164"/>
          <ac:spMkLst>
            <pc:docMk/>
            <pc:sldMk cId="2771550805" sldId="297"/>
            <ac:spMk id="3" creationId="{B40F7ACA-6FC0-F7F9-73A3-908D823ED7D3}"/>
          </ac:spMkLst>
        </pc:spChg>
        <pc:spChg chg="add mod">
          <ac:chgData name="adilton junio" userId="66b3fade76ecdf97" providerId="LiveId" clId="{EB7ABBEE-FFAC-42B3-8B20-ECFF61C046EE}" dt="2024-07-21T20:39:29.206" v="707" actId="164"/>
          <ac:spMkLst>
            <pc:docMk/>
            <pc:sldMk cId="2771550805" sldId="297"/>
            <ac:spMk id="5" creationId="{78E868B1-D7F2-0274-FD4D-C4416085B4E9}"/>
          </ac:spMkLst>
        </pc:spChg>
        <pc:spChg chg="mod">
          <ac:chgData name="adilton junio" userId="66b3fade76ecdf97" providerId="LiveId" clId="{EB7ABBEE-FFAC-42B3-8B20-ECFF61C046EE}" dt="2024-07-21T20:39:55.860" v="717"/>
          <ac:spMkLst>
            <pc:docMk/>
            <pc:sldMk cId="2771550805" sldId="297"/>
            <ac:spMk id="11" creationId="{F859AFDF-88E7-77BB-1B95-297278A2DE91}"/>
          </ac:spMkLst>
        </pc:spChg>
        <pc:spChg chg="mod">
          <ac:chgData name="adilton junio" userId="66b3fade76ecdf97" providerId="LiveId" clId="{EB7ABBEE-FFAC-42B3-8B20-ECFF61C046EE}" dt="2024-07-21T20:39:55.860" v="717"/>
          <ac:spMkLst>
            <pc:docMk/>
            <pc:sldMk cId="2771550805" sldId="297"/>
            <ac:spMk id="12" creationId="{0EF517A4-9664-59AE-270C-0D8C839A5C00}"/>
          </ac:spMkLst>
        </pc:spChg>
        <pc:spChg chg="mod topLvl">
          <ac:chgData name="adilton junio" userId="66b3fade76ecdf97" providerId="LiveId" clId="{EB7ABBEE-FFAC-42B3-8B20-ECFF61C046EE}" dt="2024-07-21T20:46:48.422" v="849" actId="164"/>
          <ac:spMkLst>
            <pc:docMk/>
            <pc:sldMk cId="2771550805" sldId="297"/>
            <ac:spMk id="15" creationId="{BA637B0A-A738-20CA-40AA-63B856901DA2}"/>
          </ac:spMkLst>
        </pc:spChg>
        <pc:spChg chg="mod topLvl">
          <ac:chgData name="adilton junio" userId="66b3fade76ecdf97" providerId="LiveId" clId="{EB7ABBEE-FFAC-42B3-8B20-ECFF61C046EE}" dt="2024-07-21T20:46:48.422" v="849" actId="164"/>
          <ac:spMkLst>
            <pc:docMk/>
            <pc:sldMk cId="2771550805" sldId="297"/>
            <ac:spMk id="16" creationId="{09761677-ADDD-FD61-1B19-9A5DAD0ECBD9}"/>
          </ac:spMkLst>
        </pc:spChg>
        <pc:spChg chg="mod topLvl">
          <ac:chgData name="adilton junio" userId="66b3fade76ecdf97" providerId="LiveId" clId="{EB7ABBEE-FFAC-42B3-8B20-ECFF61C046EE}" dt="2024-07-21T20:46:48.422" v="849" actId="164"/>
          <ac:spMkLst>
            <pc:docMk/>
            <pc:sldMk cId="2771550805" sldId="297"/>
            <ac:spMk id="18" creationId="{32803960-956F-32D0-E6DA-092AAFF9923D}"/>
          </ac:spMkLst>
        </pc:spChg>
        <pc:spChg chg="mod topLvl">
          <ac:chgData name="adilton junio" userId="66b3fade76ecdf97" providerId="LiveId" clId="{EB7ABBEE-FFAC-42B3-8B20-ECFF61C046EE}" dt="2024-07-21T20:46:48.422" v="849" actId="164"/>
          <ac:spMkLst>
            <pc:docMk/>
            <pc:sldMk cId="2771550805" sldId="297"/>
            <ac:spMk id="19" creationId="{A4F40DCD-B092-F6E4-8AEC-25D16C18A91F}"/>
          </ac:spMkLst>
        </pc:spChg>
        <pc:spChg chg="mod topLvl">
          <ac:chgData name="adilton junio" userId="66b3fade76ecdf97" providerId="LiveId" clId="{EB7ABBEE-FFAC-42B3-8B20-ECFF61C046EE}" dt="2024-07-21T20:46:48.422" v="849" actId="164"/>
          <ac:spMkLst>
            <pc:docMk/>
            <pc:sldMk cId="2771550805" sldId="297"/>
            <ac:spMk id="23" creationId="{B4C844DE-31AB-09F9-8CF7-B79298809E3F}"/>
          </ac:spMkLst>
        </pc:spChg>
        <pc:spChg chg="mod topLvl">
          <ac:chgData name="adilton junio" userId="66b3fade76ecdf97" providerId="LiveId" clId="{EB7ABBEE-FFAC-42B3-8B20-ECFF61C046EE}" dt="2024-07-21T20:46:48.422" v="849" actId="164"/>
          <ac:spMkLst>
            <pc:docMk/>
            <pc:sldMk cId="2771550805" sldId="297"/>
            <ac:spMk id="26" creationId="{2C4FA4B6-499D-6787-2F7B-6FBFD53D33C0}"/>
          </ac:spMkLst>
        </pc:spChg>
        <pc:spChg chg="mod topLvl">
          <ac:chgData name="adilton junio" userId="66b3fade76ecdf97" providerId="LiveId" clId="{EB7ABBEE-FFAC-42B3-8B20-ECFF61C046EE}" dt="2024-07-21T20:46:48.422" v="849" actId="164"/>
          <ac:spMkLst>
            <pc:docMk/>
            <pc:sldMk cId="2771550805" sldId="297"/>
            <ac:spMk id="27" creationId="{AD09161C-F78A-F386-0C2D-E8DBCC1A7D03}"/>
          </ac:spMkLst>
        </pc:spChg>
        <pc:spChg chg="mod topLvl">
          <ac:chgData name="adilton junio" userId="66b3fade76ecdf97" providerId="LiveId" clId="{EB7ABBEE-FFAC-42B3-8B20-ECFF61C046EE}" dt="2024-07-21T20:46:48.422" v="849" actId="164"/>
          <ac:spMkLst>
            <pc:docMk/>
            <pc:sldMk cId="2771550805" sldId="297"/>
            <ac:spMk id="28" creationId="{F80E93F2-4D49-D1DF-554E-21BA1F97DE25}"/>
          </ac:spMkLst>
        </pc:spChg>
        <pc:spChg chg="mod topLvl">
          <ac:chgData name="adilton junio" userId="66b3fade76ecdf97" providerId="LiveId" clId="{EB7ABBEE-FFAC-42B3-8B20-ECFF61C046EE}" dt="2024-07-21T20:46:48.422" v="849" actId="164"/>
          <ac:spMkLst>
            <pc:docMk/>
            <pc:sldMk cId="2771550805" sldId="297"/>
            <ac:spMk id="29" creationId="{498E5691-A9DD-CB56-28E6-8B0B67B970E0}"/>
          </ac:spMkLst>
        </pc:spChg>
        <pc:spChg chg="mod">
          <ac:chgData name="adilton junio" userId="66b3fade76ecdf97" providerId="LiveId" clId="{EB7ABBEE-FFAC-42B3-8B20-ECFF61C046EE}" dt="2024-07-21T20:46:00.255" v="780" actId="165"/>
          <ac:spMkLst>
            <pc:docMk/>
            <pc:sldMk cId="2771550805" sldId="297"/>
            <ac:spMk id="32" creationId="{3DEE1305-69BB-8742-0700-083A80B82530}"/>
          </ac:spMkLst>
        </pc:spChg>
        <pc:spChg chg="mod">
          <ac:chgData name="adilton junio" userId="66b3fade76ecdf97" providerId="LiveId" clId="{EB7ABBEE-FFAC-42B3-8B20-ECFF61C046EE}" dt="2024-07-21T20:46:38.288" v="846" actId="1076"/>
          <ac:spMkLst>
            <pc:docMk/>
            <pc:sldMk cId="2771550805" sldId="297"/>
            <ac:spMk id="34" creationId="{21DA15BB-1756-728D-1D7D-C1794FE758E7}"/>
          </ac:spMkLst>
        </pc:spChg>
        <pc:grpChg chg="add del mod">
          <ac:chgData name="adilton junio" userId="66b3fade76ecdf97" providerId="LiveId" clId="{EB7ABBEE-FFAC-42B3-8B20-ECFF61C046EE}" dt="2024-07-21T20:39:46.096" v="716" actId="478"/>
          <ac:grpSpMkLst>
            <pc:docMk/>
            <pc:sldMk cId="2771550805" sldId="297"/>
            <ac:grpSpMk id="7" creationId="{13B2D9B9-E0CB-8F71-A186-E0181FF06A11}"/>
          </ac:grpSpMkLst>
        </pc:grpChg>
        <pc:grpChg chg="add mod">
          <ac:chgData name="adilton junio" userId="66b3fade76ecdf97" providerId="LiveId" clId="{EB7ABBEE-FFAC-42B3-8B20-ECFF61C046EE}" dt="2024-07-21T20:40:12.666" v="727" actId="1037"/>
          <ac:grpSpMkLst>
            <pc:docMk/>
            <pc:sldMk cId="2771550805" sldId="297"/>
            <ac:grpSpMk id="10" creationId="{3A290E40-F056-0C55-ED18-A8AD31B33071}"/>
          </ac:grpSpMkLst>
        </pc:grpChg>
        <pc:grpChg chg="add del mod">
          <ac:chgData name="adilton junio" userId="66b3fade76ecdf97" providerId="LiveId" clId="{EB7ABBEE-FFAC-42B3-8B20-ECFF61C046EE}" dt="2024-07-21T20:46:00.255" v="780" actId="165"/>
          <ac:grpSpMkLst>
            <pc:docMk/>
            <pc:sldMk cId="2771550805" sldId="297"/>
            <ac:grpSpMk id="14" creationId="{7656ABD6-1D20-5429-E46A-49955CFE80BD}"/>
          </ac:grpSpMkLst>
        </pc:grpChg>
        <pc:grpChg chg="mod topLvl">
          <ac:chgData name="adilton junio" userId="66b3fade76ecdf97" providerId="LiveId" clId="{EB7ABBEE-FFAC-42B3-8B20-ECFF61C046EE}" dt="2024-07-21T20:46:48.422" v="849" actId="164"/>
          <ac:grpSpMkLst>
            <pc:docMk/>
            <pc:sldMk cId="2771550805" sldId="297"/>
            <ac:grpSpMk id="24" creationId="{0E411B90-FC6A-7FE1-1C30-81773C5246FF}"/>
          </ac:grpSpMkLst>
        </pc:grpChg>
        <pc:grpChg chg="mod topLvl">
          <ac:chgData name="adilton junio" userId="66b3fade76ecdf97" providerId="LiveId" clId="{EB7ABBEE-FFAC-42B3-8B20-ECFF61C046EE}" dt="2024-07-21T20:46:48.422" v="849" actId="164"/>
          <ac:grpSpMkLst>
            <pc:docMk/>
            <pc:sldMk cId="2771550805" sldId="297"/>
            <ac:grpSpMk id="25" creationId="{E978E7E2-F56D-CF4F-DE20-1AB60F8E7372}"/>
          </ac:grpSpMkLst>
        </pc:grpChg>
        <pc:grpChg chg="add mod">
          <ac:chgData name="adilton junio" userId="66b3fade76ecdf97" providerId="LiveId" clId="{EB7ABBEE-FFAC-42B3-8B20-ECFF61C046EE}" dt="2024-07-21T20:46:48.422" v="849" actId="164"/>
          <ac:grpSpMkLst>
            <pc:docMk/>
            <pc:sldMk cId="2771550805" sldId="297"/>
            <ac:grpSpMk id="36" creationId="{3FE3492E-D514-81EB-5BDB-044328DB9DF9}"/>
          </ac:grpSpMkLst>
        </pc:grpChg>
        <pc:grpChg chg="del">
          <ac:chgData name="adilton junio" userId="66b3fade76ecdf97" providerId="LiveId" clId="{EB7ABBEE-FFAC-42B3-8B20-ECFF61C046EE}" dt="2024-07-21T20:45:53.075" v="778" actId="478"/>
          <ac:grpSpMkLst>
            <pc:docMk/>
            <pc:sldMk cId="2771550805" sldId="297"/>
            <ac:grpSpMk id="67" creationId="{930E2CE6-1032-1DF6-A985-90CF4989AB2B}"/>
          </ac:grpSpMkLst>
        </pc:grpChg>
        <pc:grpChg chg="mod">
          <ac:chgData name="adilton junio" userId="66b3fade76ecdf97" providerId="LiveId" clId="{EB7ABBEE-FFAC-42B3-8B20-ECFF61C046EE}" dt="2024-07-21T20:39:04.905" v="699" actId="1076"/>
          <ac:grpSpMkLst>
            <pc:docMk/>
            <pc:sldMk cId="2771550805" sldId="297"/>
            <ac:grpSpMk id="73" creationId="{6259D298-4372-8E4E-54B5-F43FCFCFE086}"/>
          </ac:grpSpMkLst>
        </pc:grpChg>
        <pc:picChg chg="mod">
          <ac:chgData name="adilton junio" userId="66b3fade76ecdf97" providerId="LiveId" clId="{EB7ABBEE-FFAC-42B3-8B20-ECFF61C046EE}" dt="2024-07-21T20:52:15.859" v="875" actId="1035"/>
          <ac:picMkLst>
            <pc:docMk/>
            <pc:sldMk cId="2771550805" sldId="297"/>
            <ac:picMk id="71" creationId="{98548C5C-FF4C-6630-93C6-B16368D95A53}"/>
          </ac:picMkLst>
        </pc:picChg>
        <pc:cxnChg chg="mod topLvl">
          <ac:chgData name="adilton junio" userId="66b3fade76ecdf97" providerId="LiveId" clId="{EB7ABBEE-FFAC-42B3-8B20-ECFF61C046EE}" dt="2024-07-21T20:46:48.422" v="849" actId="164"/>
          <ac:cxnSpMkLst>
            <pc:docMk/>
            <pc:sldMk cId="2771550805" sldId="297"/>
            <ac:cxnSpMk id="20" creationId="{1FF31AF6-3E57-796A-3687-FE74204D86A9}"/>
          </ac:cxnSpMkLst>
        </pc:cxnChg>
        <pc:cxnChg chg="mod topLvl">
          <ac:chgData name="adilton junio" userId="66b3fade76ecdf97" providerId="LiveId" clId="{EB7ABBEE-FFAC-42B3-8B20-ECFF61C046EE}" dt="2024-07-21T20:46:48.422" v="849" actId="164"/>
          <ac:cxnSpMkLst>
            <pc:docMk/>
            <pc:sldMk cId="2771550805" sldId="297"/>
            <ac:cxnSpMk id="21" creationId="{265C2742-3590-6D6A-89B8-2212B6A847FE}"/>
          </ac:cxnSpMkLst>
        </pc:cxnChg>
        <pc:cxnChg chg="mod topLvl">
          <ac:chgData name="adilton junio" userId="66b3fade76ecdf97" providerId="LiveId" clId="{EB7ABBEE-FFAC-42B3-8B20-ECFF61C046EE}" dt="2024-07-21T20:46:48.422" v="849" actId="164"/>
          <ac:cxnSpMkLst>
            <pc:docMk/>
            <pc:sldMk cId="2771550805" sldId="297"/>
            <ac:cxnSpMk id="22" creationId="{FC25529B-F83C-5E19-9C8F-4AD2DEA8FFDC}"/>
          </ac:cxnSpMkLst>
        </pc:cxnChg>
        <pc:cxnChg chg="mod">
          <ac:chgData name="adilton junio" userId="66b3fade76ecdf97" providerId="LiveId" clId="{EB7ABBEE-FFAC-42B3-8B20-ECFF61C046EE}" dt="2024-07-21T20:46:00.255" v="780" actId="165"/>
          <ac:cxnSpMkLst>
            <pc:docMk/>
            <pc:sldMk cId="2771550805" sldId="297"/>
            <ac:cxnSpMk id="31" creationId="{F230F752-9082-D123-32A5-435338E4D059}"/>
          </ac:cxnSpMkLst>
        </pc:cxnChg>
        <pc:cxnChg chg="mod">
          <ac:chgData name="adilton junio" userId="66b3fade76ecdf97" providerId="LiveId" clId="{EB7ABBEE-FFAC-42B3-8B20-ECFF61C046EE}" dt="2024-07-21T20:46:04.135" v="793" actId="1037"/>
          <ac:cxnSpMkLst>
            <pc:docMk/>
            <pc:sldMk cId="2771550805" sldId="297"/>
            <ac:cxnSpMk id="33" creationId="{CF771486-C284-9A43-44A0-55265DAF91FC}"/>
          </ac:cxnSpMkLst>
        </pc:cxnChg>
        <pc:cxnChg chg="mod">
          <ac:chgData name="adilton junio" userId="66b3fade76ecdf97" providerId="LiveId" clId="{EB7ABBEE-FFAC-42B3-8B20-ECFF61C046EE}" dt="2024-07-21T20:45:53.075" v="778" actId="478"/>
          <ac:cxnSpMkLst>
            <pc:docMk/>
            <pc:sldMk cId="2771550805" sldId="297"/>
            <ac:cxnSpMk id="54" creationId="{4BFF477B-E37D-5847-A169-F8F04B04CCBC}"/>
          </ac:cxnSpMkLst>
        </pc:cxnChg>
        <pc:cxnChg chg="mod">
          <ac:chgData name="adilton junio" userId="66b3fade76ecdf97" providerId="LiveId" clId="{EB7ABBEE-FFAC-42B3-8B20-ECFF61C046EE}" dt="2024-07-21T20:45:53.075" v="778" actId="478"/>
          <ac:cxnSpMkLst>
            <pc:docMk/>
            <pc:sldMk cId="2771550805" sldId="297"/>
            <ac:cxnSpMk id="60" creationId="{40596013-00EC-3066-62FA-6A4E2E8C2CFB}"/>
          </ac:cxnSpMkLst>
        </pc:cxnChg>
      </pc:sldChg>
      <pc:sldChg chg="addSp delSp modSp add mod">
        <pc:chgData name="adilton junio" userId="66b3fade76ecdf97" providerId="LiveId" clId="{EB7ABBEE-FFAC-42B3-8B20-ECFF61C046EE}" dt="2024-07-21T20:53:55.156" v="907" actId="1037"/>
        <pc:sldMkLst>
          <pc:docMk/>
          <pc:sldMk cId="2205380317" sldId="298"/>
        </pc:sldMkLst>
        <pc:spChg chg="mod">
          <ac:chgData name="adilton junio" userId="66b3fade76ecdf97" providerId="LiveId" clId="{EB7ABBEE-FFAC-42B3-8B20-ECFF61C046EE}" dt="2024-07-21T20:53:38.758" v="905" actId="20577"/>
          <ac:spMkLst>
            <pc:docMk/>
            <pc:sldMk cId="2205380317" sldId="298"/>
            <ac:spMk id="3" creationId="{B40F7ACA-6FC0-F7F9-73A3-908D823ED7D3}"/>
          </ac:spMkLst>
        </pc:spChg>
        <pc:spChg chg="mod">
          <ac:chgData name="adilton junio" userId="66b3fade76ecdf97" providerId="LiveId" clId="{EB7ABBEE-FFAC-42B3-8B20-ECFF61C046EE}" dt="2024-07-21T20:53:23.995" v="890" actId="20577"/>
          <ac:spMkLst>
            <pc:docMk/>
            <pc:sldMk cId="2205380317" sldId="298"/>
            <ac:spMk id="11" creationId="{F859AFDF-88E7-77BB-1B95-297278A2DE91}"/>
          </ac:spMkLst>
        </pc:spChg>
        <pc:spChg chg="mod">
          <ac:chgData name="adilton junio" userId="66b3fade76ecdf97" providerId="LiveId" clId="{EB7ABBEE-FFAC-42B3-8B20-ECFF61C046EE}" dt="2024-07-21T20:53:24.224" v="891" actId="20577"/>
          <ac:spMkLst>
            <pc:docMk/>
            <pc:sldMk cId="2205380317" sldId="298"/>
            <ac:spMk id="12" creationId="{0EF517A4-9664-59AE-270C-0D8C839A5C00}"/>
          </ac:spMkLst>
        </pc:spChg>
        <pc:spChg chg="mod topLvl">
          <ac:chgData name="adilton junio" userId="66b3fade76ecdf97" providerId="LiveId" clId="{EB7ABBEE-FFAC-42B3-8B20-ECFF61C046EE}" dt="2024-07-21T20:47:24.456" v="852" actId="20577"/>
          <ac:spMkLst>
            <pc:docMk/>
            <pc:sldMk cId="2205380317" sldId="298"/>
            <ac:spMk id="13" creationId="{92A18466-CDCC-82EE-17A8-5DFEC2C59BB0}"/>
          </ac:spMkLst>
        </pc:spChg>
        <pc:spChg chg="add del mod">
          <ac:chgData name="adilton junio" userId="66b3fade76ecdf97" providerId="LiveId" clId="{EB7ABBEE-FFAC-42B3-8B20-ECFF61C046EE}" dt="2024-07-21T20:44:21.969" v="749" actId="478"/>
          <ac:spMkLst>
            <pc:docMk/>
            <pc:sldMk cId="2205380317" sldId="298"/>
            <ac:spMk id="14" creationId="{0EC34FE6-42B1-2353-289E-581C4BD04B8E}"/>
          </ac:spMkLst>
        </pc:spChg>
        <pc:spChg chg="mod topLvl">
          <ac:chgData name="adilton junio" userId="66b3fade76ecdf97" providerId="LiveId" clId="{EB7ABBEE-FFAC-42B3-8B20-ECFF61C046EE}" dt="2024-07-21T20:47:24.456" v="852" actId="20577"/>
          <ac:spMkLst>
            <pc:docMk/>
            <pc:sldMk cId="2205380317" sldId="298"/>
            <ac:spMk id="17" creationId="{812EE95F-831D-FC4D-FC78-06CCA0E7DBCF}"/>
          </ac:spMkLst>
        </pc:spChg>
        <pc:spChg chg="mod topLvl">
          <ac:chgData name="adilton junio" userId="66b3fade76ecdf97" providerId="LiveId" clId="{EB7ABBEE-FFAC-42B3-8B20-ECFF61C046EE}" dt="2024-07-21T20:47:24.456" v="852" actId="20577"/>
          <ac:spMkLst>
            <pc:docMk/>
            <pc:sldMk cId="2205380317" sldId="298"/>
            <ac:spMk id="30" creationId="{63E2950E-3B55-FF88-CAEE-915F11466CE1}"/>
          </ac:spMkLst>
        </pc:spChg>
        <pc:spChg chg="mod topLvl">
          <ac:chgData name="adilton junio" userId="66b3fade76ecdf97" providerId="LiveId" clId="{EB7ABBEE-FFAC-42B3-8B20-ECFF61C046EE}" dt="2024-07-21T20:47:24.456" v="852" actId="20577"/>
          <ac:spMkLst>
            <pc:docMk/>
            <pc:sldMk cId="2205380317" sldId="298"/>
            <ac:spMk id="42" creationId="{F040E09F-278C-2E4D-EA66-CD26FDC9549E}"/>
          </ac:spMkLst>
        </pc:spChg>
        <pc:spChg chg="mod topLvl">
          <ac:chgData name="adilton junio" userId="66b3fade76ecdf97" providerId="LiveId" clId="{EB7ABBEE-FFAC-42B3-8B20-ECFF61C046EE}" dt="2024-07-21T20:47:24.456" v="852" actId="20577"/>
          <ac:spMkLst>
            <pc:docMk/>
            <pc:sldMk cId="2205380317" sldId="298"/>
            <ac:spMk id="53" creationId="{BD8E85F4-E7E6-0D19-B231-CF417C101B69}"/>
          </ac:spMkLst>
        </pc:spChg>
        <pc:spChg chg="mod">
          <ac:chgData name="adilton junio" userId="66b3fade76ecdf97" providerId="LiveId" clId="{EB7ABBEE-FFAC-42B3-8B20-ECFF61C046EE}" dt="2024-07-21T20:47:24.456" v="852" actId="20577"/>
          <ac:spMkLst>
            <pc:docMk/>
            <pc:sldMk cId="2205380317" sldId="298"/>
            <ac:spMk id="55" creationId="{C209E32B-364B-B9A8-9643-77B33B7CC145}"/>
          </ac:spMkLst>
        </pc:spChg>
        <pc:spChg chg="mod">
          <ac:chgData name="adilton junio" userId="66b3fade76ecdf97" providerId="LiveId" clId="{EB7ABBEE-FFAC-42B3-8B20-ECFF61C046EE}" dt="2024-07-21T20:47:24.456" v="852" actId="20577"/>
          <ac:spMkLst>
            <pc:docMk/>
            <pc:sldMk cId="2205380317" sldId="298"/>
            <ac:spMk id="61" creationId="{ADCF016C-6DA0-EFE8-CF87-D5BFF46D14AD}"/>
          </ac:spMkLst>
        </pc:spChg>
        <pc:spChg chg="mod topLvl">
          <ac:chgData name="adilton junio" userId="66b3fade76ecdf97" providerId="LiveId" clId="{EB7ABBEE-FFAC-42B3-8B20-ECFF61C046EE}" dt="2024-07-21T20:47:24.456" v="852" actId="20577"/>
          <ac:spMkLst>
            <pc:docMk/>
            <pc:sldMk cId="2205380317" sldId="298"/>
            <ac:spMk id="63" creationId="{0D3FA61D-BBAE-66C8-03C9-673E425B53E2}"/>
          </ac:spMkLst>
        </pc:spChg>
        <pc:spChg chg="mod topLvl">
          <ac:chgData name="adilton junio" userId="66b3fade76ecdf97" providerId="LiveId" clId="{EB7ABBEE-FFAC-42B3-8B20-ECFF61C046EE}" dt="2024-07-21T20:47:24.456" v="852" actId="20577"/>
          <ac:spMkLst>
            <pc:docMk/>
            <pc:sldMk cId="2205380317" sldId="298"/>
            <ac:spMk id="64" creationId="{76363AD0-F7A9-36D6-CA69-29C1DE4253C0}"/>
          </ac:spMkLst>
        </pc:spChg>
        <pc:spChg chg="mod topLvl">
          <ac:chgData name="adilton junio" userId="66b3fade76ecdf97" providerId="LiveId" clId="{EB7ABBEE-FFAC-42B3-8B20-ECFF61C046EE}" dt="2024-07-21T20:47:24.456" v="852" actId="20577"/>
          <ac:spMkLst>
            <pc:docMk/>
            <pc:sldMk cId="2205380317" sldId="298"/>
            <ac:spMk id="65" creationId="{D4F551A5-2181-3135-7496-32F394325D4A}"/>
          </ac:spMkLst>
        </pc:spChg>
        <pc:spChg chg="mod topLvl">
          <ac:chgData name="adilton junio" userId="66b3fade76ecdf97" providerId="LiveId" clId="{EB7ABBEE-FFAC-42B3-8B20-ECFF61C046EE}" dt="2024-07-21T20:47:24.456" v="852" actId="20577"/>
          <ac:spMkLst>
            <pc:docMk/>
            <pc:sldMk cId="2205380317" sldId="298"/>
            <ac:spMk id="66" creationId="{7F111B65-93B8-9777-CF49-729E3398B29C}"/>
          </ac:spMkLst>
        </pc:spChg>
        <pc:spChg chg="del mod topLvl">
          <ac:chgData name="adilton junio" userId="66b3fade76ecdf97" providerId="LiveId" clId="{EB7ABBEE-FFAC-42B3-8B20-ECFF61C046EE}" dt="2024-07-21T20:51:28.686" v="871" actId="478"/>
          <ac:spMkLst>
            <pc:docMk/>
            <pc:sldMk cId="2205380317" sldId="298"/>
            <ac:spMk id="72" creationId="{9D3C9934-751B-7E33-684D-BBDD4A3B5B1B}"/>
          </ac:spMkLst>
        </pc:spChg>
        <pc:grpChg chg="mod">
          <ac:chgData name="adilton junio" userId="66b3fade76ecdf97" providerId="LiveId" clId="{EB7ABBEE-FFAC-42B3-8B20-ECFF61C046EE}" dt="2024-07-21T20:53:35.902" v="903" actId="1037"/>
          <ac:grpSpMkLst>
            <pc:docMk/>
            <pc:sldMk cId="2205380317" sldId="298"/>
            <ac:grpSpMk id="7" creationId="{13B2D9B9-E0CB-8F71-A186-E0181FF06A11}"/>
          </ac:grpSpMkLst>
        </pc:grpChg>
        <pc:grpChg chg="mod">
          <ac:chgData name="adilton junio" userId="66b3fade76ecdf97" providerId="LiveId" clId="{EB7ABBEE-FFAC-42B3-8B20-ECFF61C046EE}" dt="2024-07-21T20:53:23.995" v="890" actId="20577"/>
          <ac:grpSpMkLst>
            <pc:docMk/>
            <pc:sldMk cId="2205380317" sldId="298"/>
            <ac:grpSpMk id="10" creationId="{3A290E40-F056-0C55-ED18-A8AD31B33071}"/>
          </ac:grpSpMkLst>
        </pc:grpChg>
        <pc:grpChg chg="add mod">
          <ac:chgData name="adilton junio" userId="66b3fade76ecdf97" providerId="LiveId" clId="{EB7ABBEE-FFAC-42B3-8B20-ECFF61C046EE}" dt="2024-07-21T20:47:24.456" v="852" actId="20577"/>
          <ac:grpSpMkLst>
            <pc:docMk/>
            <pc:sldMk cId="2205380317" sldId="298"/>
            <ac:grpSpMk id="15" creationId="{7CD929A5-20D6-A315-FFCA-3733922C8D14}"/>
          </ac:grpSpMkLst>
        </pc:grpChg>
        <pc:grpChg chg="del mod topLvl">
          <ac:chgData name="adilton junio" userId="66b3fade76ecdf97" providerId="LiveId" clId="{EB7ABBEE-FFAC-42B3-8B20-ECFF61C046EE}" dt="2024-07-21T20:44:11.095" v="734" actId="165"/>
          <ac:grpSpMkLst>
            <pc:docMk/>
            <pc:sldMk cId="2205380317" sldId="298"/>
            <ac:grpSpMk id="52" creationId="{4BFA026F-A868-442F-F9FC-7631D9DBE0F5}"/>
          </ac:grpSpMkLst>
        </pc:grpChg>
        <pc:grpChg chg="mod topLvl">
          <ac:chgData name="adilton junio" userId="66b3fade76ecdf97" providerId="LiveId" clId="{EB7ABBEE-FFAC-42B3-8B20-ECFF61C046EE}" dt="2024-07-21T20:47:24.456" v="852" actId="20577"/>
          <ac:grpSpMkLst>
            <pc:docMk/>
            <pc:sldMk cId="2205380317" sldId="298"/>
            <ac:grpSpMk id="58" creationId="{86CA725B-EEE2-2778-2B33-7BEC0E4CE9B7}"/>
          </ac:grpSpMkLst>
        </pc:grpChg>
        <pc:grpChg chg="mod topLvl">
          <ac:chgData name="adilton junio" userId="66b3fade76ecdf97" providerId="LiveId" clId="{EB7ABBEE-FFAC-42B3-8B20-ECFF61C046EE}" dt="2024-07-21T20:47:24.456" v="852" actId="20577"/>
          <ac:grpSpMkLst>
            <pc:docMk/>
            <pc:sldMk cId="2205380317" sldId="298"/>
            <ac:grpSpMk id="59" creationId="{1852367C-74A5-2117-2908-834B9ABF3BB5}"/>
          </ac:grpSpMkLst>
        </pc:grpChg>
        <pc:grpChg chg="del">
          <ac:chgData name="adilton junio" userId="66b3fade76ecdf97" providerId="LiveId" clId="{EB7ABBEE-FFAC-42B3-8B20-ECFF61C046EE}" dt="2024-07-21T20:43:48.725" v="730" actId="165"/>
          <ac:grpSpMkLst>
            <pc:docMk/>
            <pc:sldMk cId="2205380317" sldId="298"/>
            <ac:grpSpMk id="67" creationId="{930E2CE6-1032-1DF6-A985-90CF4989AB2B}"/>
          </ac:grpSpMkLst>
        </pc:grpChg>
        <pc:grpChg chg="del mod">
          <ac:chgData name="adilton junio" userId="66b3fade76ecdf97" providerId="LiveId" clId="{EB7ABBEE-FFAC-42B3-8B20-ECFF61C046EE}" dt="2024-07-21T20:49:58.424" v="855" actId="165"/>
          <ac:grpSpMkLst>
            <pc:docMk/>
            <pc:sldMk cId="2205380317" sldId="298"/>
            <ac:grpSpMk id="73" creationId="{6259D298-4372-8E4E-54B5-F43FCFCFE086}"/>
          </ac:grpSpMkLst>
        </pc:grpChg>
        <pc:picChg chg="mod topLvl modCrop">
          <ac:chgData name="adilton junio" userId="66b3fade76ecdf97" providerId="LiveId" clId="{EB7ABBEE-FFAC-42B3-8B20-ECFF61C046EE}" dt="2024-07-21T20:53:12.094" v="881" actId="1038"/>
          <ac:picMkLst>
            <pc:docMk/>
            <pc:sldMk cId="2205380317" sldId="298"/>
            <ac:picMk id="69" creationId="{BE928D1C-AC8B-F923-80C1-C79847D0BD95}"/>
          </ac:picMkLst>
        </pc:picChg>
        <pc:picChg chg="mod topLvl modCrop">
          <ac:chgData name="adilton junio" userId="66b3fade76ecdf97" providerId="LiveId" clId="{EB7ABBEE-FFAC-42B3-8B20-ECFF61C046EE}" dt="2024-07-21T20:53:55.156" v="907" actId="1037"/>
          <ac:picMkLst>
            <pc:docMk/>
            <pc:sldMk cId="2205380317" sldId="298"/>
            <ac:picMk id="71" creationId="{98548C5C-FF4C-6630-93C6-B16368D95A53}"/>
          </ac:picMkLst>
        </pc:picChg>
        <pc:cxnChg chg="mod topLvl">
          <ac:chgData name="adilton junio" userId="66b3fade76ecdf97" providerId="LiveId" clId="{EB7ABBEE-FFAC-42B3-8B20-ECFF61C046EE}" dt="2024-07-21T20:47:24.456" v="852" actId="20577"/>
          <ac:cxnSpMkLst>
            <pc:docMk/>
            <pc:sldMk cId="2205380317" sldId="298"/>
            <ac:cxnSpMk id="44" creationId="{7B69B615-68A8-0880-4ACF-BCA6B5DA86F3}"/>
          </ac:cxnSpMkLst>
        </pc:cxnChg>
        <pc:cxnChg chg="mod topLvl">
          <ac:chgData name="adilton junio" userId="66b3fade76ecdf97" providerId="LiveId" clId="{EB7ABBEE-FFAC-42B3-8B20-ECFF61C046EE}" dt="2024-07-21T20:47:24.456" v="852" actId="20577"/>
          <ac:cxnSpMkLst>
            <pc:docMk/>
            <pc:sldMk cId="2205380317" sldId="298"/>
            <ac:cxnSpMk id="48" creationId="{CD746603-9666-48BD-FD84-79BEA79C6EC6}"/>
          </ac:cxnSpMkLst>
        </pc:cxnChg>
        <pc:cxnChg chg="mod topLvl">
          <ac:chgData name="adilton junio" userId="66b3fade76ecdf97" providerId="LiveId" clId="{EB7ABBEE-FFAC-42B3-8B20-ECFF61C046EE}" dt="2024-07-21T20:47:24.456" v="852" actId="20577"/>
          <ac:cxnSpMkLst>
            <pc:docMk/>
            <pc:sldMk cId="2205380317" sldId="298"/>
            <ac:cxnSpMk id="49" creationId="{07D9234E-2A5D-C007-E354-7BCCDC4919BF}"/>
          </ac:cxnSpMkLst>
        </pc:cxnChg>
        <pc:cxnChg chg="mod">
          <ac:chgData name="adilton junio" userId="66b3fade76ecdf97" providerId="LiveId" clId="{EB7ABBEE-FFAC-42B3-8B20-ECFF61C046EE}" dt="2024-07-21T20:47:24.456" v="852" actId="20577"/>
          <ac:cxnSpMkLst>
            <pc:docMk/>
            <pc:sldMk cId="2205380317" sldId="298"/>
            <ac:cxnSpMk id="54" creationId="{4BFF477B-E37D-5847-A169-F8F04B04CCBC}"/>
          </ac:cxnSpMkLst>
        </pc:cxnChg>
        <pc:cxnChg chg="mod">
          <ac:chgData name="adilton junio" userId="66b3fade76ecdf97" providerId="LiveId" clId="{EB7ABBEE-FFAC-42B3-8B20-ECFF61C046EE}" dt="2024-07-21T20:47:24.456" v="852" actId="20577"/>
          <ac:cxnSpMkLst>
            <pc:docMk/>
            <pc:sldMk cId="2205380317" sldId="298"/>
            <ac:cxnSpMk id="60" creationId="{40596013-00EC-3066-62FA-6A4E2E8C2CFB}"/>
          </ac:cxnSpMkLst>
        </pc:cxnChg>
      </pc:sldChg>
      <pc:sldChg chg="addSp delSp modSp add mod">
        <pc:chgData name="adilton junio" userId="66b3fade76ecdf97" providerId="LiveId" clId="{EB7ABBEE-FFAC-42B3-8B20-ECFF61C046EE}" dt="2024-07-21T23:25:15.434" v="1127" actId="478"/>
        <pc:sldMkLst>
          <pc:docMk/>
          <pc:sldMk cId="3748239064" sldId="299"/>
        </pc:sldMkLst>
        <pc:spChg chg="del mod topLvl">
          <ac:chgData name="adilton junio" userId="66b3fade76ecdf97" providerId="LiveId" clId="{EB7ABBEE-FFAC-42B3-8B20-ECFF61C046EE}" dt="2024-07-21T20:56:24.606" v="954" actId="478"/>
          <ac:spMkLst>
            <pc:docMk/>
            <pc:sldMk cId="3748239064" sldId="299"/>
            <ac:spMk id="13" creationId="{92A18466-CDCC-82EE-17A8-5DFEC2C59BB0}"/>
          </ac:spMkLst>
        </pc:spChg>
        <pc:spChg chg="del mod topLvl">
          <ac:chgData name="adilton junio" userId="66b3fade76ecdf97" providerId="LiveId" clId="{EB7ABBEE-FFAC-42B3-8B20-ECFF61C046EE}" dt="2024-07-21T22:59:52.792" v="956" actId="478"/>
          <ac:spMkLst>
            <pc:docMk/>
            <pc:sldMk cId="3748239064" sldId="299"/>
            <ac:spMk id="17" creationId="{812EE95F-831D-FC4D-FC78-06CCA0E7DBCF}"/>
          </ac:spMkLst>
        </pc:spChg>
        <pc:spChg chg="mod topLvl">
          <ac:chgData name="adilton junio" userId="66b3fade76ecdf97" providerId="LiveId" clId="{EB7ABBEE-FFAC-42B3-8B20-ECFF61C046EE}" dt="2024-07-21T23:07:48.640" v="1116" actId="207"/>
          <ac:spMkLst>
            <pc:docMk/>
            <pc:sldMk cId="3748239064" sldId="299"/>
            <ac:spMk id="18" creationId="{C13F6F8D-4732-6D80-7B49-D18C67208F3A}"/>
          </ac:spMkLst>
        </pc:spChg>
        <pc:spChg chg="del mod topLvl">
          <ac:chgData name="adilton junio" userId="66b3fade76ecdf97" providerId="LiveId" clId="{EB7ABBEE-FFAC-42B3-8B20-ECFF61C046EE}" dt="2024-07-21T23:01:44.839" v="1006" actId="478"/>
          <ac:spMkLst>
            <pc:docMk/>
            <pc:sldMk cId="3748239064" sldId="299"/>
            <ac:spMk id="23" creationId="{A155C25A-9081-2EE0-2AC5-0772ECB57B16}"/>
          </ac:spMkLst>
        </pc:spChg>
        <pc:spChg chg="mod">
          <ac:chgData name="adilton junio" userId="66b3fade76ecdf97" providerId="LiveId" clId="{EB7ABBEE-FFAC-42B3-8B20-ECFF61C046EE}" dt="2024-07-21T23:01:46.929" v="1007" actId="6549"/>
          <ac:spMkLst>
            <pc:docMk/>
            <pc:sldMk cId="3748239064" sldId="299"/>
            <ac:spMk id="25" creationId="{47FDC890-7EFF-BA40-8F1B-C9F3F0F16514}"/>
          </ac:spMkLst>
        </pc:spChg>
        <pc:spChg chg="del mod">
          <ac:chgData name="adilton junio" userId="66b3fade76ecdf97" providerId="LiveId" clId="{EB7ABBEE-FFAC-42B3-8B20-ECFF61C046EE}" dt="2024-07-21T23:01:48.609" v="1009" actId="478"/>
          <ac:spMkLst>
            <pc:docMk/>
            <pc:sldMk cId="3748239064" sldId="299"/>
            <ac:spMk id="26" creationId="{7772855A-81DF-EE55-1943-A51AF5E673B2}"/>
          </ac:spMkLst>
        </pc:spChg>
        <pc:spChg chg="del mod topLvl">
          <ac:chgData name="adilton junio" userId="66b3fade76ecdf97" providerId="LiveId" clId="{EB7ABBEE-FFAC-42B3-8B20-ECFF61C046EE}" dt="2024-07-21T23:03:20.976" v="1032" actId="478"/>
          <ac:spMkLst>
            <pc:docMk/>
            <pc:sldMk cId="3748239064" sldId="299"/>
            <ac:spMk id="27" creationId="{0B828475-0F1B-4B96-4CA0-A5B2A994E979}"/>
          </ac:spMkLst>
        </pc:spChg>
        <pc:spChg chg="mod topLvl">
          <ac:chgData name="adilton junio" userId="66b3fade76ecdf97" providerId="LiveId" clId="{EB7ABBEE-FFAC-42B3-8B20-ECFF61C046EE}" dt="2024-07-21T23:04:55.559" v="1060" actId="404"/>
          <ac:spMkLst>
            <pc:docMk/>
            <pc:sldMk cId="3748239064" sldId="299"/>
            <ac:spMk id="29" creationId="{DF81BCFE-8F8F-2FB0-53A9-0B17667DEA43}"/>
          </ac:spMkLst>
        </pc:spChg>
        <pc:spChg chg="del mod topLvl">
          <ac:chgData name="adilton junio" userId="66b3fade76ecdf97" providerId="LiveId" clId="{EB7ABBEE-FFAC-42B3-8B20-ECFF61C046EE}" dt="2024-07-21T22:59:55.549" v="959" actId="478"/>
          <ac:spMkLst>
            <pc:docMk/>
            <pc:sldMk cId="3748239064" sldId="299"/>
            <ac:spMk id="30" creationId="{63E2950E-3B55-FF88-CAEE-915F11466CE1}"/>
          </ac:spMkLst>
        </pc:spChg>
        <pc:spChg chg="mod">
          <ac:chgData name="adilton junio" userId="66b3fade76ecdf97" providerId="LiveId" clId="{EB7ABBEE-FFAC-42B3-8B20-ECFF61C046EE}" dt="2024-07-21T23:01:40.402" v="1000" actId="165"/>
          <ac:spMkLst>
            <pc:docMk/>
            <pc:sldMk cId="3748239064" sldId="299"/>
            <ac:spMk id="32" creationId="{69884E50-4FC1-1E42-398D-A2911038A71E}"/>
          </ac:spMkLst>
        </pc:spChg>
        <pc:spChg chg="mod">
          <ac:chgData name="adilton junio" userId="66b3fade76ecdf97" providerId="LiveId" clId="{EB7ABBEE-FFAC-42B3-8B20-ECFF61C046EE}" dt="2024-07-21T23:01:40.402" v="1000" actId="165"/>
          <ac:spMkLst>
            <pc:docMk/>
            <pc:sldMk cId="3748239064" sldId="299"/>
            <ac:spMk id="34" creationId="{BAFA6D09-E08D-17B4-751C-E3F915D21DC7}"/>
          </ac:spMkLst>
        </pc:spChg>
        <pc:spChg chg="mod">
          <ac:chgData name="adilton junio" userId="66b3fade76ecdf97" providerId="LiveId" clId="{EB7ABBEE-FFAC-42B3-8B20-ECFF61C046EE}" dt="2024-07-21T23:01:40.402" v="1000" actId="165"/>
          <ac:spMkLst>
            <pc:docMk/>
            <pc:sldMk cId="3748239064" sldId="299"/>
            <ac:spMk id="35" creationId="{E5061862-454A-4477-FD50-99DF5D4F5B64}"/>
          </ac:spMkLst>
        </pc:spChg>
        <pc:spChg chg="add mod">
          <ac:chgData name="adilton junio" userId="66b3fade76ecdf97" providerId="LiveId" clId="{EB7ABBEE-FFAC-42B3-8B20-ECFF61C046EE}" dt="2024-07-21T23:05:03.251" v="1062" actId="404"/>
          <ac:spMkLst>
            <pc:docMk/>
            <pc:sldMk cId="3748239064" sldId="299"/>
            <ac:spMk id="36" creationId="{70CB4C46-1593-AEEC-5513-7023DE6F7777}"/>
          </ac:spMkLst>
        </pc:spChg>
        <pc:spChg chg="del mod topLvl">
          <ac:chgData name="adilton junio" userId="66b3fade76ecdf97" providerId="LiveId" clId="{EB7ABBEE-FFAC-42B3-8B20-ECFF61C046EE}" dt="2024-07-21T20:56:26.327" v="955" actId="478"/>
          <ac:spMkLst>
            <pc:docMk/>
            <pc:sldMk cId="3748239064" sldId="299"/>
            <ac:spMk id="42" creationId="{F040E09F-278C-2E4D-EA66-CD26FDC9549E}"/>
          </ac:spMkLst>
        </pc:spChg>
        <pc:spChg chg="add mod">
          <ac:chgData name="adilton junio" userId="66b3fade76ecdf97" providerId="LiveId" clId="{EB7ABBEE-FFAC-42B3-8B20-ECFF61C046EE}" dt="2024-07-21T23:04:59.149" v="1061" actId="404"/>
          <ac:spMkLst>
            <pc:docMk/>
            <pc:sldMk cId="3748239064" sldId="299"/>
            <ac:spMk id="43" creationId="{B8132112-7B8D-8055-D5E6-8D63CA226AD3}"/>
          </ac:spMkLst>
        </pc:spChg>
        <pc:spChg chg="add mod">
          <ac:chgData name="adilton junio" userId="66b3fade76ecdf97" providerId="LiveId" clId="{EB7ABBEE-FFAC-42B3-8B20-ECFF61C046EE}" dt="2024-07-21T23:06:45.069" v="1113" actId="20577"/>
          <ac:spMkLst>
            <pc:docMk/>
            <pc:sldMk cId="3748239064" sldId="299"/>
            <ac:spMk id="45" creationId="{F0AF4F56-E22C-A6A0-666F-527D78EB8C70}"/>
          </ac:spMkLst>
        </pc:spChg>
        <pc:spChg chg="del mod topLvl">
          <ac:chgData name="adilton junio" userId="66b3fade76ecdf97" providerId="LiveId" clId="{EB7ABBEE-FFAC-42B3-8B20-ECFF61C046EE}" dt="2024-07-21T20:55:45.246" v="945" actId="478"/>
          <ac:spMkLst>
            <pc:docMk/>
            <pc:sldMk cId="3748239064" sldId="299"/>
            <ac:spMk id="53" creationId="{BD8E85F4-E7E6-0D19-B231-CF417C101B69}"/>
          </ac:spMkLst>
        </pc:spChg>
        <pc:spChg chg="mod">
          <ac:chgData name="adilton junio" userId="66b3fade76ecdf97" providerId="LiveId" clId="{EB7ABBEE-FFAC-42B3-8B20-ECFF61C046EE}" dt="2024-07-21T20:55:44.072" v="944" actId="165"/>
          <ac:spMkLst>
            <pc:docMk/>
            <pc:sldMk cId="3748239064" sldId="299"/>
            <ac:spMk id="55" creationId="{C209E32B-364B-B9A8-9643-77B33B7CC145}"/>
          </ac:spMkLst>
        </pc:spChg>
        <pc:spChg chg="mod">
          <ac:chgData name="adilton junio" userId="66b3fade76ecdf97" providerId="LiveId" clId="{EB7ABBEE-FFAC-42B3-8B20-ECFF61C046EE}" dt="2024-07-21T20:55:44.072" v="944" actId="165"/>
          <ac:spMkLst>
            <pc:docMk/>
            <pc:sldMk cId="3748239064" sldId="299"/>
            <ac:spMk id="61" creationId="{ADCF016C-6DA0-EFE8-CF87-D5BFF46D14AD}"/>
          </ac:spMkLst>
        </pc:spChg>
        <pc:spChg chg="mod topLvl">
          <ac:chgData name="adilton junio" userId="66b3fade76ecdf97" providerId="LiveId" clId="{EB7ABBEE-FFAC-42B3-8B20-ECFF61C046EE}" dt="2024-07-21T23:06:52.232" v="1115" actId="1037"/>
          <ac:spMkLst>
            <pc:docMk/>
            <pc:sldMk cId="3748239064" sldId="299"/>
            <ac:spMk id="63" creationId="{0D3FA61D-BBAE-66C8-03C9-673E425B53E2}"/>
          </ac:spMkLst>
        </pc:spChg>
        <pc:spChg chg="mod topLvl">
          <ac:chgData name="adilton junio" userId="66b3fade76ecdf97" providerId="LiveId" clId="{EB7ABBEE-FFAC-42B3-8B20-ECFF61C046EE}" dt="2024-07-21T23:06:49.450" v="1114" actId="1076"/>
          <ac:spMkLst>
            <pc:docMk/>
            <pc:sldMk cId="3748239064" sldId="299"/>
            <ac:spMk id="64" creationId="{76363AD0-F7A9-36D6-CA69-29C1DE4253C0}"/>
          </ac:spMkLst>
        </pc:spChg>
        <pc:spChg chg="del mod topLvl">
          <ac:chgData name="adilton junio" userId="66b3fade76ecdf97" providerId="LiveId" clId="{EB7ABBEE-FFAC-42B3-8B20-ECFF61C046EE}" dt="2024-07-21T20:56:26.327" v="955" actId="478"/>
          <ac:spMkLst>
            <pc:docMk/>
            <pc:sldMk cId="3748239064" sldId="299"/>
            <ac:spMk id="65" creationId="{D4F551A5-2181-3135-7496-32F394325D4A}"/>
          </ac:spMkLst>
        </pc:spChg>
        <pc:spChg chg="del mod topLvl">
          <ac:chgData name="adilton junio" userId="66b3fade76ecdf97" providerId="LiveId" clId="{EB7ABBEE-FFAC-42B3-8B20-ECFF61C046EE}" dt="2024-07-21T22:59:53.399" v="957" actId="478"/>
          <ac:spMkLst>
            <pc:docMk/>
            <pc:sldMk cId="3748239064" sldId="299"/>
            <ac:spMk id="66" creationId="{7F111B65-93B8-9777-CF49-729E3398B29C}"/>
          </ac:spMkLst>
        </pc:spChg>
        <pc:spChg chg="mod">
          <ac:chgData name="adilton junio" userId="66b3fade76ecdf97" providerId="LiveId" clId="{EB7ABBEE-FFAC-42B3-8B20-ECFF61C046EE}" dt="2024-07-21T20:55:22.944" v="943" actId="14100"/>
          <ac:spMkLst>
            <pc:docMk/>
            <pc:sldMk cId="3748239064" sldId="299"/>
            <ac:spMk id="92" creationId="{389AD4BA-DE4A-1658-2487-F94C2EEF6666}"/>
          </ac:spMkLst>
        </pc:spChg>
        <pc:grpChg chg="del">
          <ac:chgData name="adilton junio" userId="66b3fade76ecdf97" providerId="LiveId" clId="{EB7ABBEE-FFAC-42B3-8B20-ECFF61C046EE}" dt="2024-07-21T23:25:15.434" v="1127" actId="478"/>
          <ac:grpSpMkLst>
            <pc:docMk/>
            <pc:sldMk cId="3748239064" sldId="299"/>
            <ac:grpSpMk id="7" creationId="{13B2D9B9-E0CB-8F71-A186-E0181FF06A11}"/>
          </ac:grpSpMkLst>
        </pc:grpChg>
        <pc:grpChg chg="del">
          <ac:chgData name="adilton junio" userId="66b3fade76ecdf97" providerId="LiveId" clId="{EB7ABBEE-FFAC-42B3-8B20-ECFF61C046EE}" dt="2024-07-21T23:25:12.426" v="1126" actId="478"/>
          <ac:grpSpMkLst>
            <pc:docMk/>
            <pc:sldMk cId="3748239064" sldId="299"/>
            <ac:grpSpMk id="10" creationId="{3A290E40-F056-0C55-ED18-A8AD31B33071}"/>
          </ac:grpSpMkLst>
        </pc:grpChg>
        <pc:grpChg chg="add del mod">
          <ac:chgData name="adilton junio" userId="66b3fade76ecdf97" providerId="LiveId" clId="{EB7ABBEE-FFAC-42B3-8B20-ECFF61C046EE}" dt="2024-07-21T23:01:40.402" v="1000" actId="165"/>
          <ac:grpSpMkLst>
            <pc:docMk/>
            <pc:sldMk cId="3748239064" sldId="299"/>
            <ac:grpSpMk id="14" creationId="{A579E615-62F0-344E-22B8-0C91FA29B7D2}"/>
          </ac:grpSpMkLst>
        </pc:grpChg>
        <pc:grpChg chg="del">
          <ac:chgData name="adilton junio" userId="66b3fade76ecdf97" providerId="LiveId" clId="{EB7ABBEE-FFAC-42B3-8B20-ECFF61C046EE}" dt="2024-07-21T20:55:44.072" v="944" actId="165"/>
          <ac:grpSpMkLst>
            <pc:docMk/>
            <pc:sldMk cId="3748239064" sldId="299"/>
            <ac:grpSpMk id="15" creationId="{7CD929A5-20D6-A315-FFCA-3733922C8D14}"/>
          </ac:grpSpMkLst>
        </pc:grpChg>
        <pc:grpChg chg="mod topLvl">
          <ac:chgData name="adilton junio" userId="66b3fade76ecdf97" providerId="LiveId" clId="{EB7ABBEE-FFAC-42B3-8B20-ECFF61C046EE}" dt="2024-07-21T23:03:31.920" v="1036" actId="1076"/>
          <ac:grpSpMkLst>
            <pc:docMk/>
            <pc:sldMk cId="3748239064" sldId="299"/>
            <ac:grpSpMk id="16" creationId="{ED5A5953-B802-1AA9-02FF-60EB1C8B5BF2}"/>
          </ac:grpSpMkLst>
        </pc:grpChg>
        <pc:grpChg chg="del mod topLvl">
          <ac:chgData name="adilton junio" userId="66b3fade76ecdf97" providerId="LiveId" clId="{EB7ABBEE-FFAC-42B3-8B20-ECFF61C046EE}" dt="2024-07-21T23:03:19.338" v="1031" actId="478"/>
          <ac:grpSpMkLst>
            <pc:docMk/>
            <pc:sldMk cId="3748239064" sldId="299"/>
            <ac:grpSpMk id="19" creationId="{539E0B6B-A8B1-CB55-9E04-9555A954D99D}"/>
          </ac:grpSpMkLst>
        </pc:grpChg>
        <pc:grpChg chg="del mod topLvl">
          <ac:chgData name="adilton junio" userId="66b3fade76ecdf97" providerId="LiveId" clId="{EB7ABBEE-FFAC-42B3-8B20-ECFF61C046EE}" dt="2024-07-21T23:03:40.039" v="1038" actId="165"/>
          <ac:grpSpMkLst>
            <pc:docMk/>
            <pc:sldMk cId="3748239064" sldId="299"/>
            <ac:grpSpMk id="20" creationId="{2B5BB340-61B5-5322-F2E4-9C7DDB1CA85C}"/>
          </ac:grpSpMkLst>
        </pc:grpChg>
        <pc:grpChg chg="del mod topLvl">
          <ac:chgData name="adilton junio" userId="66b3fade76ecdf97" providerId="LiveId" clId="{EB7ABBEE-FFAC-42B3-8B20-ECFF61C046EE}" dt="2024-07-21T23:03:20.976" v="1032" actId="478"/>
          <ac:grpSpMkLst>
            <pc:docMk/>
            <pc:sldMk cId="3748239064" sldId="299"/>
            <ac:grpSpMk id="21" creationId="{AD484467-3C23-600D-B2ED-EB343AE23D16}"/>
          </ac:grpSpMkLst>
        </pc:grpChg>
        <pc:grpChg chg="del mod topLvl">
          <ac:chgData name="adilton junio" userId="66b3fade76ecdf97" providerId="LiveId" clId="{EB7ABBEE-FFAC-42B3-8B20-ECFF61C046EE}" dt="2024-07-21T23:01:52.159" v="1010" actId="478"/>
          <ac:grpSpMkLst>
            <pc:docMk/>
            <pc:sldMk cId="3748239064" sldId="299"/>
            <ac:grpSpMk id="22" creationId="{D9D66A22-6EAC-0E3C-02D3-DBB134527F69}"/>
          </ac:grpSpMkLst>
        </pc:grpChg>
        <pc:grpChg chg="del mod topLvl">
          <ac:chgData name="adilton junio" userId="66b3fade76ecdf97" providerId="LiveId" clId="{EB7ABBEE-FFAC-42B3-8B20-ECFF61C046EE}" dt="2024-07-21T20:56:26.327" v="955" actId="478"/>
          <ac:grpSpMkLst>
            <pc:docMk/>
            <pc:sldMk cId="3748239064" sldId="299"/>
            <ac:grpSpMk id="58" creationId="{86CA725B-EEE2-2778-2B33-7BEC0E4CE9B7}"/>
          </ac:grpSpMkLst>
        </pc:grpChg>
        <pc:grpChg chg="del mod topLvl">
          <ac:chgData name="adilton junio" userId="66b3fade76ecdf97" providerId="LiveId" clId="{EB7ABBEE-FFAC-42B3-8B20-ECFF61C046EE}" dt="2024-07-21T22:59:54.641" v="958" actId="478"/>
          <ac:grpSpMkLst>
            <pc:docMk/>
            <pc:sldMk cId="3748239064" sldId="299"/>
            <ac:grpSpMk id="59" creationId="{1852367C-74A5-2117-2908-834B9ABF3BB5}"/>
          </ac:grpSpMkLst>
        </pc:grpChg>
        <pc:picChg chg="del mod">
          <ac:chgData name="adilton junio" userId="66b3fade76ecdf97" providerId="LiveId" clId="{EB7ABBEE-FFAC-42B3-8B20-ECFF61C046EE}" dt="2024-07-21T23:25:10.639" v="1124" actId="478"/>
          <ac:picMkLst>
            <pc:docMk/>
            <pc:sldMk cId="3748239064" sldId="299"/>
            <ac:picMk id="69" creationId="{BE928D1C-AC8B-F923-80C1-C79847D0BD95}"/>
          </ac:picMkLst>
        </pc:picChg>
        <pc:picChg chg="add del mod">
          <ac:chgData name="adilton junio" userId="66b3fade76ecdf97" providerId="LiveId" clId="{EB7ABBEE-FFAC-42B3-8B20-ECFF61C046EE}" dt="2024-07-21T23:25:10.982" v="1125" actId="478"/>
          <ac:picMkLst>
            <pc:docMk/>
            <pc:sldMk cId="3748239064" sldId="299"/>
            <ac:picMk id="71" creationId="{98548C5C-FF4C-6630-93C6-B16368D95A53}"/>
          </ac:picMkLst>
        </pc:picChg>
        <pc:cxnChg chg="mod">
          <ac:chgData name="adilton junio" userId="66b3fade76ecdf97" providerId="LiveId" clId="{EB7ABBEE-FFAC-42B3-8B20-ECFF61C046EE}" dt="2024-07-21T23:01:46.929" v="1007" actId="6549"/>
          <ac:cxnSpMkLst>
            <pc:docMk/>
            <pc:sldMk cId="3748239064" sldId="299"/>
            <ac:cxnSpMk id="24" creationId="{02969F5B-A169-05F5-2199-628CDB7827E6}"/>
          </ac:cxnSpMkLst>
        </pc:cxnChg>
        <pc:cxnChg chg="mod topLvl">
          <ac:chgData name="adilton junio" userId="66b3fade76ecdf97" providerId="LiveId" clId="{EB7ABBEE-FFAC-42B3-8B20-ECFF61C046EE}" dt="2024-07-21T23:04:34.829" v="1056" actId="14100"/>
          <ac:cxnSpMkLst>
            <pc:docMk/>
            <pc:sldMk cId="3748239064" sldId="299"/>
            <ac:cxnSpMk id="28" creationId="{A1B08812-DDEB-94E7-A3DA-BFA6C834C60D}"/>
          </ac:cxnSpMkLst>
        </pc:cxnChg>
        <pc:cxnChg chg="mod topLvl">
          <ac:chgData name="adilton junio" userId="66b3fade76ecdf97" providerId="LiveId" clId="{EB7ABBEE-FFAC-42B3-8B20-ECFF61C046EE}" dt="2024-07-21T23:03:40.039" v="1038" actId="165"/>
          <ac:cxnSpMkLst>
            <pc:docMk/>
            <pc:sldMk cId="3748239064" sldId="299"/>
            <ac:cxnSpMk id="31" creationId="{B9D8060F-FF25-82BA-813F-6B1980F32044}"/>
          </ac:cxnSpMkLst>
        </pc:cxnChg>
        <pc:cxnChg chg="mod">
          <ac:chgData name="adilton junio" userId="66b3fade76ecdf97" providerId="LiveId" clId="{EB7ABBEE-FFAC-42B3-8B20-ECFF61C046EE}" dt="2024-07-21T23:01:40.402" v="1000" actId="165"/>
          <ac:cxnSpMkLst>
            <pc:docMk/>
            <pc:sldMk cId="3748239064" sldId="299"/>
            <ac:cxnSpMk id="33" creationId="{81379ACB-2E13-0CE0-6F40-A4FE79665A35}"/>
          </ac:cxnSpMkLst>
        </pc:cxnChg>
        <pc:cxnChg chg="add mod">
          <ac:chgData name="adilton junio" userId="66b3fade76ecdf97" providerId="LiveId" clId="{EB7ABBEE-FFAC-42B3-8B20-ECFF61C046EE}" dt="2024-07-21T23:04:30.071" v="1055" actId="14100"/>
          <ac:cxnSpMkLst>
            <pc:docMk/>
            <pc:sldMk cId="3748239064" sldId="299"/>
            <ac:cxnSpMk id="37" creationId="{D8631C18-D8AB-9195-C234-9CB102B56835}"/>
          </ac:cxnSpMkLst>
        </pc:cxnChg>
        <pc:cxnChg chg="del mod topLvl">
          <ac:chgData name="adilton junio" userId="66b3fade76ecdf97" providerId="LiveId" clId="{EB7ABBEE-FFAC-42B3-8B20-ECFF61C046EE}" dt="2024-07-21T20:55:46.016" v="946" actId="478"/>
          <ac:cxnSpMkLst>
            <pc:docMk/>
            <pc:sldMk cId="3748239064" sldId="299"/>
            <ac:cxnSpMk id="44" creationId="{7B69B615-68A8-0880-4ACF-BCA6B5DA86F3}"/>
          </ac:cxnSpMkLst>
        </pc:cxnChg>
        <pc:cxnChg chg="del mod topLvl">
          <ac:chgData name="adilton junio" userId="66b3fade76ecdf97" providerId="LiveId" clId="{EB7ABBEE-FFAC-42B3-8B20-ECFF61C046EE}" dt="2024-07-21T20:55:48.236" v="948" actId="478"/>
          <ac:cxnSpMkLst>
            <pc:docMk/>
            <pc:sldMk cId="3748239064" sldId="299"/>
            <ac:cxnSpMk id="48" creationId="{CD746603-9666-48BD-FD84-79BEA79C6EC6}"/>
          </ac:cxnSpMkLst>
        </pc:cxnChg>
        <pc:cxnChg chg="del mod topLvl">
          <ac:chgData name="adilton junio" userId="66b3fade76ecdf97" providerId="LiveId" clId="{EB7ABBEE-FFAC-42B3-8B20-ECFF61C046EE}" dt="2024-07-21T20:55:46.605" v="947" actId="478"/>
          <ac:cxnSpMkLst>
            <pc:docMk/>
            <pc:sldMk cId="3748239064" sldId="299"/>
            <ac:cxnSpMk id="49" creationId="{07D9234E-2A5D-C007-E354-7BCCDC4919BF}"/>
          </ac:cxnSpMkLst>
        </pc:cxnChg>
        <pc:cxnChg chg="mod">
          <ac:chgData name="adilton junio" userId="66b3fade76ecdf97" providerId="LiveId" clId="{EB7ABBEE-FFAC-42B3-8B20-ECFF61C046EE}" dt="2024-07-21T20:56:26.327" v="955" actId="478"/>
          <ac:cxnSpMkLst>
            <pc:docMk/>
            <pc:sldMk cId="3748239064" sldId="299"/>
            <ac:cxnSpMk id="54" creationId="{4BFF477B-E37D-5847-A169-F8F04B04CCBC}"/>
          </ac:cxnSpMkLst>
        </pc:cxnChg>
        <pc:cxnChg chg="mod">
          <ac:chgData name="adilton junio" userId="66b3fade76ecdf97" providerId="LiveId" clId="{EB7ABBEE-FFAC-42B3-8B20-ECFF61C046EE}" dt="2024-07-21T20:55:44.072" v="944" actId="165"/>
          <ac:cxnSpMkLst>
            <pc:docMk/>
            <pc:sldMk cId="3748239064" sldId="299"/>
            <ac:cxnSpMk id="60" creationId="{40596013-00EC-3066-62FA-6A4E2E8C2CFB}"/>
          </ac:cxnSpMkLst>
        </pc:cxnChg>
      </pc:sldChg>
    </pc:docChg>
  </pc:docChgLst>
  <pc:docChgLst>
    <pc:chgData name="adilton junio" userId="66b3fade76ecdf97" providerId="LiveId" clId="{A5E50579-1733-4537-B8F2-65A7B3AAE54E}"/>
    <pc:docChg chg="undo custSel addSld delSld modSld sldOrd modSection">
      <pc:chgData name="adilton junio" userId="66b3fade76ecdf97" providerId="LiveId" clId="{A5E50579-1733-4537-B8F2-65A7B3AAE54E}" dt="2024-07-22T13:00:17.264" v="4635" actId="1037"/>
      <pc:docMkLst>
        <pc:docMk/>
      </pc:docMkLst>
      <pc:sldChg chg="addSp delSp modSp mod">
        <pc:chgData name="adilton junio" userId="66b3fade76ecdf97" providerId="LiveId" clId="{A5E50579-1733-4537-B8F2-65A7B3AAE54E}" dt="2024-07-19T17:36:30.637" v="2180" actId="1038"/>
        <pc:sldMkLst>
          <pc:docMk/>
          <pc:sldMk cId="2120586955" sldId="261"/>
        </pc:sldMkLst>
        <pc:spChg chg="mod">
          <ac:chgData name="adilton junio" userId="66b3fade76ecdf97" providerId="LiveId" clId="{A5E50579-1733-4537-B8F2-65A7B3AAE54E}" dt="2024-07-19T17:36:20.729" v="2171"/>
          <ac:spMkLst>
            <pc:docMk/>
            <pc:sldMk cId="2120586955" sldId="261"/>
            <ac:spMk id="7" creationId="{45DEA387-FCBB-BC05-92CA-C0D09281B0AC}"/>
          </ac:spMkLst>
        </pc:spChg>
        <pc:spChg chg="mod">
          <ac:chgData name="adilton junio" userId="66b3fade76ecdf97" providerId="LiveId" clId="{A5E50579-1733-4537-B8F2-65A7B3AAE54E}" dt="2024-07-19T17:36:20.729" v="2171"/>
          <ac:spMkLst>
            <pc:docMk/>
            <pc:sldMk cId="2120586955" sldId="261"/>
            <ac:spMk id="8" creationId="{2DC2F4FC-33A5-738F-D1D1-C5338919E5E4}"/>
          </ac:spMkLst>
        </pc:spChg>
        <pc:spChg chg="mod">
          <ac:chgData name="adilton junio" userId="66b3fade76ecdf97" providerId="LiveId" clId="{A5E50579-1733-4537-B8F2-65A7B3AAE54E}" dt="2024-07-19T17:36:20.729" v="2171"/>
          <ac:spMkLst>
            <pc:docMk/>
            <pc:sldMk cId="2120586955" sldId="261"/>
            <ac:spMk id="11" creationId="{B3795EB0-7980-6C66-CC44-30DE9B5ED4F0}"/>
          </ac:spMkLst>
        </pc:spChg>
        <pc:spChg chg="mod ord">
          <ac:chgData name="adilton junio" userId="66b3fade76ecdf97" providerId="LiveId" clId="{A5E50579-1733-4537-B8F2-65A7B3AAE54E}" dt="2024-07-19T17:35:53.645" v="2145" actId="164"/>
          <ac:spMkLst>
            <pc:docMk/>
            <pc:sldMk cId="2120586955" sldId="261"/>
            <ac:spMk id="13" creationId="{5FE68206-7DAC-58F0-27D4-2EF657CA7E6E}"/>
          </ac:spMkLst>
        </pc:spChg>
        <pc:spChg chg="mod">
          <ac:chgData name="adilton junio" userId="66b3fade76ecdf97" providerId="LiveId" clId="{A5E50579-1733-4537-B8F2-65A7B3AAE54E}" dt="2024-07-19T17:36:20.729" v="2171"/>
          <ac:spMkLst>
            <pc:docMk/>
            <pc:sldMk cId="2120586955" sldId="261"/>
            <ac:spMk id="15" creationId="{E5F56342-7202-AAA3-5629-7C5B63F50AD0}"/>
          </ac:spMkLst>
        </pc:spChg>
        <pc:spChg chg="mod">
          <ac:chgData name="adilton junio" userId="66b3fade76ecdf97" providerId="LiveId" clId="{A5E50579-1733-4537-B8F2-65A7B3AAE54E}" dt="2024-07-19T17:36:20.729" v="2171"/>
          <ac:spMkLst>
            <pc:docMk/>
            <pc:sldMk cId="2120586955" sldId="261"/>
            <ac:spMk id="16" creationId="{10C1B59E-3B81-3FC3-1737-AE094417FC64}"/>
          </ac:spMkLst>
        </pc:spChg>
        <pc:spChg chg="mod">
          <ac:chgData name="adilton junio" userId="66b3fade76ecdf97" providerId="LiveId" clId="{A5E50579-1733-4537-B8F2-65A7B3AAE54E}" dt="2024-07-19T17:36:20.729" v="2171"/>
          <ac:spMkLst>
            <pc:docMk/>
            <pc:sldMk cId="2120586955" sldId="261"/>
            <ac:spMk id="17" creationId="{2CC73F5F-3BB1-9F20-8057-2004E37C06C4}"/>
          </ac:spMkLst>
        </pc:spChg>
        <pc:spChg chg="mod">
          <ac:chgData name="adilton junio" userId="66b3fade76ecdf97" providerId="LiveId" clId="{A5E50579-1733-4537-B8F2-65A7B3AAE54E}" dt="2024-07-19T17:36:20.729" v="2171"/>
          <ac:spMkLst>
            <pc:docMk/>
            <pc:sldMk cId="2120586955" sldId="261"/>
            <ac:spMk id="20" creationId="{816DB106-BE51-5745-7FED-C2DEE8D28BD2}"/>
          </ac:spMkLst>
        </pc:spChg>
        <pc:spChg chg="mod">
          <ac:chgData name="adilton junio" userId="66b3fade76ecdf97" providerId="LiveId" clId="{A5E50579-1733-4537-B8F2-65A7B3AAE54E}" dt="2024-07-19T17:36:20.729" v="2171"/>
          <ac:spMkLst>
            <pc:docMk/>
            <pc:sldMk cId="2120586955" sldId="261"/>
            <ac:spMk id="22" creationId="{67D350D9-E6EC-8571-A4AE-931FFBA09CD7}"/>
          </ac:spMkLst>
        </pc:spChg>
        <pc:spChg chg="mod">
          <ac:chgData name="adilton junio" userId="66b3fade76ecdf97" providerId="LiveId" clId="{A5E50579-1733-4537-B8F2-65A7B3AAE54E}" dt="2024-07-19T17:36:20.729" v="2171"/>
          <ac:spMkLst>
            <pc:docMk/>
            <pc:sldMk cId="2120586955" sldId="261"/>
            <ac:spMk id="24" creationId="{CC85AFCF-224F-4492-720A-6FB96A6BDEFD}"/>
          </ac:spMkLst>
        </pc:spChg>
        <pc:spChg chg="mod">
          <ac:chgData name="adilton junio" userId="66b3fade76ecdf97" providerId="LiveId" clId="{A5E50579-1733-4537-B8F2-65A7B3AAE54E}" dt="2024-07-19T17:36:20.729" v="2171"/>
          <ac:spMkLst>
            <pc:docMk/>
            <pc:sldMk cId="2120586955" sldId="261"/>
            <ac:spMk id="27" creationId="{1BA3EBFC-F94A-C7B0-62D6-6924FD7D68FE}"/>
          </ac:spMkLst>
        </pc:spChg>
        <pc:spChg chg="mod">
          <ac:chgData name="adilton junio" userId="66b3fade76ecdf97" providerId="LiveId" clId="{A5E50579-1733-4537-B8F2-65A7B3AAE54E}" dt="2024-07-19T17:36:20.729" v="2171"/>
          <ac:spMkLst>
            <pc:docMk/>
            <pc:sldMk cId="2120586955" sldId="261"/>
            <ac:spMk id="28" creationId="{5F3D84B8-9D9E-BA2D-8EF2-E79FD3758B35}"/>
          </ac:spMkLst>
        </pc:spChg>
        <pc:spChg chg="mod">
          <ac:chgData name="adilton junio" userId="66b3fade76ecdf97" providerId="LiveId" clId="{A5E50579-1733-4537-B8F2-65A7B3AAE54E}" dt="2024-07-19T17:36:20.729" v="2171"/>
          <ac:spMkLst>
            <pc:docMk/>
            <pc:sldMk cId="2120586955" sldId="261"/>
            <ac:spMk id="30" creationId="{385196D8-C44E-3732-0EFB-3B34CBC24280}"/>
          </ac:spMkLst>
        </pc:spChg>
        <pc:spChg chg="mod">
          <ac:chgData name="adilton junio" userId="66b3fade76ecdf97" providerId="LiveId" clId="{A5E50579-1733-4537-B8F2-65A7B3AAE54E}" dt="2024-07-19T17:36:20.729" v="2171"/>
          <ac:spMkLst>
            <pc:docMk/>
            <pc:sldMk cId="2120586955" sldId="261"/>
            <ac:spMk id="31" creationId="{6B77B783-C021-2C6C-DDA5-C379F200D246}"/>
          </ac:spMkLst>
        </pc:spChg>
        <pc:spChg chg="mod">
          <ac:chgData name="adilton junio" userId="66b3fade76ecdf97" providerId="LiveId" clId="{A5E50579-1733-4537-B8F2-65A7B3AAE54E}" dt="2024-07-19T17:36:20.729" v="2171"/>
          <ac:spMkLst>
            <pc:docMk/>
            <pc:sldMk cId="2120586955" sldId="261"/>
            <ac:spMk id="32" creationId="{FE21F7FC-4863-81C9-E435-C827CCEC5B90}"/>
          </ac:spMkLst>
        </pc:spChg>
        <pc:spChg chg="mod">
          <ac:chgData name="adilton junio" userId="66b3fade76ecdf97" providerId="LiveId" clId="{A5E50579-1733-4537-B8F2-65A7B3AAE54E}" dt="2024-07-19T17:36:20.729" v="2171"/>
          <ac:spMkLst>
            <pc:docMk/>
            <pc:sldMk cId="2120586955" sldId="261"/>
            <ac:spMk id="39" creationId="{8DF7A7B7-57EE-58C0-B217-871F5CA78233}"/>
          </ac:spMkLst>
        </pc:spChg>
        <pc:spChg chg="ord">
          <ac:chgData name="adilton junio" userId="66b3fade76ecdf97" providerId="LiveId" clId="{A5E50579-1733-4537-B8F2-65A7B3AAE54E}" dt="2024-07-19T17:35:38.966" v="2143" actId="167"/>
          <ac:spMkLst>
            <pc:docMk/>
            <pc:sldMk cId="2120586955" sldId="261"/>
            <ac:spMk id="114" creationId="{2647D9C4-CF84-8DD7-0786-8D34B5826FFA}"/>
          </ac:spMkLst>
        </pc:spChg>
        <pc:spChg chg="mod">
          <ac:chgData name="adilton junio" userId="66b3fade76ecdf97" providerId="LiveId" clId="{A5E50579-1733-4537-B8F2-65A7B3AAE54E}" dt="2024-07-19T17:35:24.873" v="2138" actId="164"/>
          <ac:spMkLst>
            <pc:docMk/>
            <pc:sldMk cId="2120586955" sldId="261"/>
            <ac:spMk id="171" creationId="{C51584BB-4D20-E7C5-944E-45BA36E0EFDC}"/>
          </ac:spMkLst>
        </pc:spChg>
        <pc:spChg chg="mod">
          <ac:chgData name="adilton junio" userId="66b3fade76ecdf97" providerId="LiveId" clId="{A5E50579-1733-4537-B8F2-65A7B3AAE54E}" dt="2024-07-19T17:35:24.873" v="2138" actId="164"/>
          <ac:spMkLst>
            <pc:docMk/>
            <pc:sldMk cId="2120586955" sldId="261"/>
            <ac:spMk id="172" creationId="{35C0F33A-A1C5-AD0E-E746-D6935B34155E}"/>
          </ac:spMkLst>
        </pc:spChg>
        <pc:spChg chg="mod">
          <ac:chgData name="adilton junio" userId="66b3fade76ecdf97" providerId="LiveId" clId="{A5E50579-1733-4537-B8F2-65A7B3AAE54E}" dt="2024-07-19T17:35:24.873" v="2138" actId="164"/>
          <ac:spMkLst>
            <pc:docMk/>
            <pc:sldMk cId="2120586955" sldId="261"/>
            <ac:spMk id="173" creationId="{7D8493CB-66CC-0911-8C85-BBB3889870F4}"/>
          </ac:spMkLst>
        </pc:spChg>
        <pc:spChg chg="mod">
          <ac:chgData name="adilton junio" userId="66b3fade76ecdf97" providerId="LiveId" clId="{A5E50579-1733-4537-B8F2-65A7B3AAE54E}" dt="2024-07-19T17:35:24.873" v="2138" actId="164"/>
          <ac:spMkLst>
            <pc:docMk/>
            <pc:sldMk cId="2120586955" sldId="261"/>
            <ac:spMk id="174" creationId="{DA770B05-FAB2-2306-FFDF-B422DD0514C5}"/>
          </ac:spMkLst>
        </pc:spChg>
        <pc:grpChg chg="add del mod">
          <ac:chgData name="adilton junio" userId="66b3fade76ecdf97" providerId="LiveId" clId="{A5E50579-1733-4537-B8F2-65A7B3AAE54E}" dt="2024-07-19T17:35:53.645" v="2145" actId="164"/>
          <ac:grpSpMkLst>
            <pc:docMk/>
            <pc:sldMk cId="2120586955" sldId="261"/>
            <ac:grpSpMk id="2" creationId="{CFFE92A4-8BFA-588F-13A1-00A5DBA042ED}"/>
          </ac:grpSpMkLst>
        </pc:grpChg>
        <pc:grpChg chg="add mod">
          <ac:chgData name="adilton junio" userId="66b3fade76ecdf97" providerId="LiveId" clId="{A5E50579-1733-4537-B8F2-65A7B3AAE54E}" dt="2024-07-19T17:36:30.637" v="2180" actId="1038"/>
          <ac:grpSpMkLst>
            <pc:docMk/>
            <pc:sldMk cId="2120586955" sldId="261"/>
            <ac:grpSpMk id="3" creationId="{C451A469-BE3A-2778-EE4C-45422766D9A2}"/>
          </ac:grpSpMkLst>
        </pc:grpChg>
        <pc:grpChg chg="add mod">
          <ac:chgData name="adilton junio" userId="66b3fade76ecdf97" providerId="LiveId" clId="{A5E50579-1733-4537-B8F2-65A7B3AAE54E}" dt="2024-07-19T17:36:30.637" v="2180" actId="1038"/>
          <ac:grpSpMkLst>
            <pc:docMk/>
            <pc:sldMk cId="2120586955" sldId="261"/>
            <ac:grpSpMk id="4" creationId="{11C0E7B8-47FD-7678-3C14-F6CB0833ED6E}"/>
          </ac:grpSpMkLst>
        </pc:grpChg>
        <pc:grpChg chg="mod">
          <ac:chgData name="adilton junio" userId="66b3fade76ecdf97" providerId="LiveId" clId="{A5E50579-1733-4537-B8F2-65A7B3AAE54E}" dt="2024-07-19T17:36:20.729" v="2171"/>
          <ac:grpSpMkLst>
            <pc:docMk/>
            <pc:sldMk cId="2120586955" sldId="261"/>
            <ac:grpSpMk id="5" creationId="{ABE34F35-EB69-DFC8-59B2-D8DD0FBA6B77}"/>
          </ac:grpSpMkLst>
        </pc:grpChg>
        <pc:grpChg chg="mod">
          <ac:chgData name="adilton junio" userId="66b3fade76ecdf97" providerId="LiveId" clId="{A5E50579-1733-4537-B8F2-65A7B3AAE54E}" dt="2024-07-19T17:36:20.729" v="2171"/>
          <ac:grpSpMkLst>
            <pc:docMk/>
            <pc:sldMk cId="2120586955" sldId="261"/>
            <ac:grpSpMk id="9" creationId="{563E4FA9-7897-FEAC-04BF-7C11E895CF73}"/>
          </ac:grpSpMkLst>
        </pc:grpChg>
        <pc:grpChg chg="mod">
          <ac:chgData name="adilton junio" userId="66b3fade76ecdf97" providerId="LiveId" clId="{A5E50579-1733-4537-B8F2-65A7B3AAE54E}" dt="2024-07-19T17:36:20.729" v="2171"/>
          <ac:grpSpMkLst>
            <pc:docMk/>
            <pc:sldMk cId="2120586955" sldId="261"/>
            <ac:grpSpMk id="10" creationId="{AA8CDD33-5B73-B74C-540A-C22844DC3A96}"/>
          </ac:grpSpMkLst>
        </pc:grpChg>
        <pc:grpChg chg="mod">
          <ac:chgData name="adilton junio" userId="66b3fade76ecdf97" providerId="LiveId" clId="{A5E50579-1733-4537-B8F2-65A7B3AAE54E}" dt="2024-07-19T17:36:20.729" v="2171"/>
          <ac:grpSpMkLst>
            <pc:docMk/>
            <pc:sldMk cId="2120586955" sldId="261"/>
            <ac:grpSpMk id="14" creationId="{7666C650-F287-DC5A-028B-E46AAF212EAD}"/>
          </ac:grpSpMkLst>
        </pc:grpChg>
        <pc:grpChg chg="mod">
          <ac:chgData name="adilton junio" userId="66b3fade76ecdf97" providerId="LiveId" clId="{A5E50579-1733-4537-B8F2-65A7B3AAE54E}" dt="2024-07-19T17:36:20.729" v="2171"/>
          <ac:grpSpMkLst>
            <pc:docMk/>
            <pc:sldMk cId="2120586955" sldId="261"/>
            <ac:grpSpMk id="19" creationId="{BB0BDCFC-A485-114B-3CF6-1585CB5641D8}"/>
          </ac:grpSpMkLst>
        </pc:grpChg>
        <pc:grpChg chg="mod">
          <ac:chgData name="adilton junio" userId="66b3fade76ecdf97" providerId="LiveId" clId="{A5E50579-1733-4537-B8F2-65A7B3AAE54E}" dt="2024-07-19T17:36:20.729" v="2171"/>
          <ac:grpSpMkLst>
            <pc:docMk/>
            <pc:sldMk cId="2120586955" sldId="261"/>
            <ac:grpSpMk id="21" creationId="{0935579C-7537-2DA5-2E74-1BADD8C80A22}"/>
          </ac:grpSpMkLst>
        </pc:grpChg>
        <pc:grpChg chg="mod">
          <ac:chgData name="adilton junio" userId="66b3fade76ecdf97" providerId="LiveId" clId="{A5E50579-1733-4537-B8F2-65A7B3AAE54E}" dt="2024-07-19T17:36:20.729" v="2171"/>
          <ac:grpSpMkLst>
            <pc:docMk/>
            <pc:sldMk cId="2120586955" sldId="261"/>
            <ac:grpSpMk id="23" creationId="{CF4208CE-093A-6F8F-EEDE-D914BC3BC641}"/>
          </ac:grpSpMkLst>
        </pc:grpChg>
        <pc:grpChg chg="mod">
          <ac:chgData name="adilton junio" userId="66b3fade76ecdf97" providerId="LiveId" clId="{A5E50579-1733-4537-B8F2-65A7B3AAE54E}" dt="2024-07-19T17:36:20.729" v="2171"/>
          <ac:grpSpMkLst>
            <pc:docMk/>
            <pc:sldMk cId="2120586955" sldId="261"/>
            <ac:grpSpMk id="29" creationId="{98BB86D2-C49B-EAF6-AFAE-CB3E811E7424}"/>
          </ac:grpSpMkLst>
        </pc:grpChg>
        <pc:grpChg chg="mod">
          <ac:chgData name="adilton junio" userId="66b3fade76ecdf97" providerId="LiveId" clId="{A5E50579-1733-4537-B8F2-65A7B3AAE54E}" dt="2024-07-19T17:35:24.873" v="2138" actId="164"/>
          <ac:grpSpMkLst>
            <pc:docMk/>
            <pc:sldMk cId="2120586955" sldId="261"/>
            <ac:grpSpMk id="161" creationId="{7A77D41C-4CC1-B999-2856-B4118C33C414}"/>
          </ac:grpSpMkLst>
        </pc:grpChg>
        <pc:grpChg chg="mod">
          <ac:chgData name="adilton junio" userId="66b3fade76ecdf97" providerId="LiveId" clId="{A5E50579-1733-4537-B8F2-65A7B3AAE54E}" dt="2024-07-19T17:35:24.873" v="2138" actId="164"/>
          <ac:grpSpMkLst>
            <pc:docMk/>
            <pc:sldMk cId="2120586955" sldId="261"/>
            <ac:grpSpMk id="170" creationId="{90E60433-267B-8243-E2C2-ED8592DAF3CF}"/>
          </ac:grpSpMkLst>
        </pc:grpChg>
        <pc:cxnChg chg="mod">
          <ac:chgData name="adilton junio" userId="66b3fade76ecdf97" providerId="LiveId" clId="{A5E50579-1733-4537-B8F2-65A7B3AAE54E}" dt="2024-07-19T17:36:20.729" v="2171"/>
          <ac:cxnSpMkLst>
            <pc:docMk/>
            <pc:sldMk cId="2120586955" sldId="261"/>
            <ac:cxnSpMk id="18" creationId="{37C7592D-E4AD-D2A5-5246-D5F838C7A59A}"/>
          </ac:cxnSpMkLst>
        </pc:cxnChg>
        <pc:cxnChg chg="mod">
          <ac:chgData name="adilton junio" userId="66b3fade76ecdf97" providerId="LiveId" clId="{A5E50579-1733-4537-B8F2-65A7B3AAE54E}" dt="2024-07-19T17:36:20.729" v="2171"/>
          <ac:cxnSpMkLst>
            <pc:docMk/>
            <pc:sldMk cId="2120586955" sldId="261"/>
            <ac:cxnSpMk id="25" creationId="{02FD8D85-C488-1954-87D4-79C0608DB3C8}"/>
          </ac:cxnSpMkLst>
        </pc:cxnChg>
        <pc:cxnChg chg="mod">
          <ac:chgData name="adilton junio" userId="66b3fade76ecdf97" providerId="LiveId" clId="{A5E50579-1733-4537-B8F2-65A7B3AAE54E}" dt="2024-07-19T17:36:20.729" v="2171"/>
          <ac:cxnSpMkLst>
            <pc:docMk/>
            <pc:sldMk cId="2120586955" sldId="261"/>
            <ac:cxnSpMk id="26" creationId="{CFCD3812-D465-3980-833D-4FAFFB1BEF6F}"/>
          </ac:cxnSpMkLst>
        </pc:cxnChg>
        <pc:cxnChg chg="mod">
          <ac:chgData name="adilton junio" userId="66b3fade76ecdf97" providerId="LiveId" clId="{A5E50579-1733-4537-B8F2-65A7B3AAE54E}" dt="2024-07-19T17:36:20.729" v="2171"/>
          <ac:cxnSpMkLst>
            <pc:docMk/>
            <pc:sldMk cId="2120586955" sldId="261"/>
            <ac:cxnSpMk id="33" creationId="{460470A0-ED66-BF2B-C8E6-A301DD1E9059}"/>
          </ac:cxnSpMkLst>
        </pc:cxnChg>
        <pc:cxnChg chg="mod">
          <ac:chgData name="adilton junio" userId="66b3fade76ecdf97" providerId="LiveId" clId="{A5E50579-1733-4537-B8F2-65A7B3AAE54E}" dt="2024-07-19T17:36:20.729" v="2171"/>
          <ac:cxnSpMkLst>
            <pc:docMk/>
            <pc:sldMk cId="2120586955" sldId="261"/>
            <ac:cxnSpMk id="34" creationId="{9E623448-7697-75EA-21A3-018D3FAE2CD6}"/>
          </ac:cxnSpMkLst>
        </pc:cxnChg>
        <pc:cxnChg chg="mod">
          <ac:chgData name="adilton junio" userId="66b3fade76ecdf97" providerId="LiveId" clId="{A5E50579-1733-4537-B8F2-65A7B3AAE54E}" dt="2024-07-19T17:36:20.729" v="2171"/>
          <ac:cxnSpMkLst>
            <pc:docMk/>
            <pc:sldMk cId="2120586955" sldId="261"/>
            <ac:cxnSpMk id="35" creationId="{11302432-473B-ADF8-D41E-C10037D4FB1D}"/>
          </ac:cxnSpMkLst>
        </pc:cxnChg>
        <pc:cxnChg chg="mod">
          <ac:chgData name="adilton junio" userId="66b3fade76ecdf97" providerId="LiveId" clId="{A5E50579-1733-4537-B8F2-65A7B3AAE54E}" dt="2024-07-19T17:36:20.729" v="2171"/>
          <ac:cxnSpMkLst>
            <pc:docMk/>
            <pc:sldMk cId="2120586955" sldId="261"/>
            <ac:cxnSpMk id="36" creationId="{54ACA38B-FB3D-1209-E1EA-727E6879E9A0}"/>
          </ac:cxnSpMkLst>
        </pc:cxnChg>
        <pc:cxnChg chg="mod">
          <ac:chgData name="adilton junio" userId="66b3fade76ecdf97" providerId="LiveId" clId="{A5E50579-1733-4537-B8F2-65A7B3AAE54E}" dt="2024-07-19T17:36:20.729" v="2171"/>
          <ac:cxnSpMkLst>
            <pc:docMk/>
            <pc:sldMk cId="2120586955" sldId="261"/>
            <ac:cxnSpMk id="37" creationId="{0D15B28B-AA4B-7BC2-AF95-1F3579BF5845}"/>
          </ac:cxnSpMkLst>
        </pc:cxnChg>
        <pc:cxnChg chg="mod">
          <ac:chgData name="adilton junio" userId="66b3fade76ecdf97" providerId="LiveId" clId="{A5E50579-1733-4537-B8F2-65A7B3AAE54E}" dt="2024-07-19T17:36:20.729" v="2171"/>
          <ac:cxnSpMkLst>
            <pc:docMk/>
            <pc:sldMk cId="2120586955" sldId="261"/>
            <ac:cxnSpMk id="38" creationId="{C7714202-425B-E056-EF8E-85DDDBA75B17}"/>
          </ac:cxnSpMkLst>
        </pc:cxnChg>
        <pc:cxnChg chg="mod">
          <ac:chgData name="adilton junio" userId="66b3fade76ecdf97" providerId="LiveId" clId="{A5E50579-1733-4537-B8F2-65A7B3AAE54E}" dt="2024-07-19T17:35:33.734" v="2142" actId="478"/>
          <ac:cxnSpMkLst>
            <pc:docMk/>
            <pc:sldMk cId="2120586955" sldId="261"/>
            <ac:cxnSpMk id="80" creationId="{B4229E36-1A6F-F82B-A7D3-D1680F8A4231}"/>
          </ac:cxnSpMkLst>
        </pc:cxnChg>
        <pc:cxnChg chg="mod">
          <ac:chgData name="adilton junio" userId="66b3fade76ecdf97" providerId="LiveId" clId="{A5E50579-1733-4537-B8F2-65A7B3AAE54E}" dt="2024-07-19T17:35:33.734" v="2142" actId="478"/>
          <ac:cxnSpMkLst>
            <pc:docMk/>
            <pc:sldMk cId="2120586955" sldId="261"/>
            <ac:cxnSpMk id="105" creationId="{8408FE9A-8149-ECE9-612F-1F94EB82BB5C}"/>
          </ac:cxnSpMkLst>
        </pc:cxnChg>
        <pc:cxnChg chg="mod">
          <ac:chgData name="adilton junio" userId="66b3fade76ecdf97" providerId="LiveId" clId="{A5E50579-1733-4537-B8F2-65A7B3AAE54E}" dt="2024-07-19T17:35:33.734" v="2142" actId="478"/>
          <ac:cxnSpMkLst>
            <pc:docMk/>
            <pc:sldMk cId="2120586955" sldId="261"/>
            <ac:cxnSpMk id="136" creationId="{7B892499-E20F-CABF-04F5-8C9C8242FE7D}"/>
          </ac:cxnSpMkLst>
        </pc:cxnChg>
        <pc:cxnChg chg="mod">
          <ac:chgData name="adilton junio" userId="66b3fade76ecdf97" providerId="LiveId" clId="{A5E50579-1733-4537-B8F2-65A7B3AAE54E}" dt="2024-07-19T17:35:33.734" v="2142" actId="478"/>
          <ac:cxnSpMkLst>
            <pc:docMk/>
            <pc:sldMk cId="2120586955" sldId="261"/>
            <ac:cxnSpMk id="138" creationId="{945A3A09-56EB-FB27-4F59-D3F1AD729F9D}"/>
          </ac:cxnSpMkLst>
        </pc:cxnChg>
        <pc:cxnChg chg="mod">
          <ac:chgData name="adilton junio" userId="66b3fade76ecdf97" providerId="LiveId" clId="{A5E50579-1733-4537-B8F2-65A7B3AAE54E}" dt="2024-07-19T17:35:33.734" v="2142" actId="478"/>
          <ac:cxnSpMkLst>
            <pc:docMk/>
            <pc:sldMk cId="2120586955" sldId="261"/>
            <ac:cxnSpMk id="162" creationId="{B4C37EF6-10E4-8345-A7B2-37DE85F8F0A0}"/>
          </ac:cxnSpMkLst>
        </pc:cxnChg>
      </pc:sldChg>
      <pc:sldChg chg="addSp delSp modSp del mod">
        <pc:chgData name="adilton junio" userId="66b3fade76ecdf97" providerId="LiveId" clId="{A5E50579-1733-4537-B8F2-65A7B3AAE54E}" dt="2024-07-19T17:36:32.860" v="2181" actId="47"/>
        <pc:sldMkLst>
          <pc:docMk/>
          <pc:sldMk cId="3045026756" sldId="262"/>
        </pc:sldMkLst>
        <pc:spChg chg="mod">
          <ac:chgData name="adilton junio" userId="66b3fade76ecdf97" providerId="LiveId" clId="{A5E50579-1733-4537-B8F2-65A7B3AAE54E}" dt="2024-07-19T17:36:09.140" v="2165" actId="164"/>
          <ac:spMkLst>
            <pc:docMk/>
            <pc:sldMk cId="3045026756" sldId="262"/>
            <ac:spMk id="13" creationId="{5FE68206-7DAC-58F0-27D4-2EF657CA7E6E}"/>
          </ac:spMkLst>
        </pc:spChg>
        <pc:spChg chg="mod">
          <ac:chgData name="adilton junio" userId="66b3fade76ecdf97" providerId="LiveId" clId="{A5E50579-1733-4537-B8F2-65A7B3AAE54E}" dt="2024-07-19T17:36:15.805" v="2168" actId="164"/>
          <ac:spMkLst>
            <pc:docMk/>
            <pc:sldMk cId="3045026756" sldId="262"/>
            <ac:spMk id="14" creationId="{B46706F1-6102-28EC-5B77-F107FE9C4E6D}"/>
          </ac:spMkLst>
        </pc:spChg>
        <pc:spChg chg="mod">
          <ac:chgData name="adilton junio" userId="66b3fade76ecdf97" providerId="LiveId" clId="{A5E50579-1733-4537-B8F2-65A7B3AAE54E}" dt="2024-07-19T17:36:15.805" v="2168" actId="164"/>
          <ac:spMkLst>
            <pc:docMk/>
            <pc:sldMk cId="3045026756" sldId="262"/>
            <ac:spMk id="16" creationId="{793C0E1B-39CC-21A2-8DBA-8A17C20A74DC}"/>
          </ac:spMkLst>
        </pc:spChg>
        <pc:grpChg chg="add del mod">
          <ac:chgData name="adilton junio" userId="66b3fade76ecdf97" providerId="LiveId" clId="{A5E50579-1733-4537-B8F2-65A7B3AAE54E}" dt="2024-07-19T17:36:15.805" v="2168" actId="164"/>
          <ac:grpSpMkLst>
            <pc:docMk/>
            <pc:sldMk cId="3045026756" sldId="262"/>
            <ac:grpSpMk id="2" creationId="{B11CE64E-2044-D3D8-AD6C-2F3FA62A15FC}"/>
          </ac:grpSpMkLst>
        </pc:grpChg>
        <pc:grpChg chg="add del mod">
          <ac:chgData name="adilton junio" userId="66b3fade76ecdf97" providerId="LiveId" clId="{A5E50579-1733-4537-B8F2-65A7B3AAE54E}" dt="2024-07-19T17:36:18.462" v="2170" actId="478"/>
          <ac:grpSpMkLst>
            <pc:docMk/>
            <pc:sldMk cId="3045026756" sldId="262"/>
            <ac:grpSpMk id="8" creationId="{4040E75A-64BA-A7C9-16E2-4B869B0C2808}"/>
          </ac:grpSpMkLst>
        </pc:grpChg>
        <pc:grpChg chg="mod">
          <ac:chgData name="adilton junio" userId="66b3fade76ecdf97" providerId="LiveId" clId="{A5E50579-1733-4537-B8F2-65A7B3AAE54E}" dt="2024-07-19T17:36:09.140" v="2165" actId="164"/>
          <ac:grpSpMkLst>
            <pc:docMk/>
            <pc:sldMk cId="3045026756" sldId="262"/>
            <ac:grpSpMk id="15" creationId="{15DF5F09-A499-CB53-1384-90FBA640E26C}"/>
          </ac:grpSpMkLst>
        </pc:grpChg>
        <pc:grpChg chg="mod">
          <ac:chgData name="adilton junio" userId="66b3fade76ecdf97" providerId="LiveId" clId="{A5E50579-1733-4537-B8F2-65A7B3AAE54E}" dt="2024-07-19T17:36:09.140" v="2165" actId="164"/>
          <ac:grpSpMkLst>
            <pc:docMk/>
            <pc:sldMk cId="3045026756" sldId="262"/>
            <ac:grpSpMk id="161" creationId="{7A77D41C-4CC1-B999-2856-B4118C33C414}"/>
          </ac:grpSpMkLst>
        </pc:grpChg>
        <pc:cxnChg chg="mod">
          <ac:chgData name="adilton junio" userId="66b3fade76ecdf97" providerId="LiveId" clId="{A5E50579-1733-4537-B8F2-65A7B3AAE54E}" dt="2024-07-19T17:36:18.462" v="2170" actId="478"/>
          <ac:cxnSpMkLst>
            <pc:docMk/>
            <pc:sldMk cId="3045026756" sldId="262"/>
            <ac:cxnSpMk id="7" creationId="{A9E49643-9481-0FA9-4F46-BAEDEEC93C6C}"/>
          </ac:cxnSpMkLst>
        </pc:cxnChg>
        <pc:cxnChg chg="mod">
          <ac:chgData name="adilton junio" userId="66b3fade76ecdf97" providerId="LiveId" clId="{A5E50579-1733-4537-B8F2-65A7B3AAE54E}" dt="2024-07-19T17:36:18.462" v="2170" actId="478"/>
          <ac:cxnSpMkLst>
            <pc:docMk/>
            <pc:sldMk cId="3045026756" sldId="262"/>
            <ac:cxnSpMk id="80" creationId="{B4229E36-1A6F-F82B-A7D3-D1680F8A4231}"/>
          </ac:cxnSpMkLst>
        </pc:cxnChg>
        <pc:cxnChg chg="mod">
          <ac:chgData name="adilton junio" userId="66b3fade76ecdf97" providerId="LiveId" clId="{A5E50579-1733-4537-B8F2-65A7B3AAE54E}" dt="2024-07-19T17:36:18.462" v="2170" actId="478"/>
          <ac:cxnSpMkLst>
            <pc:docMk/>
            <pc:sldMk cId="3045026756" sldId="262"/>
            <ac:cxnSpMk id="105" creationId="{8408FE9A-8149-ECE9-612F-1F94EB82BB5C}"/>
          </ac:cxnSpMkLst>
        </pc:cxnChg>
        <pc:cxnChg chg="mod">
          <ac:chgData name="adilton junio" userId="66b3fade76ecdf97" providerId="LiveId" clId="{A5E50579-1733-4537-B8F2-65A7B3AAE54E}" dt="2024-07-19T17:36:18.462" v="2170" actId="478"/>
          <ac:cxnSpMkLst>
            <pc:docMk/>
            <pc:sldMk cId="3045026756" sldId="262"/>
            <ac:cxnSpMk id="136" creationId="{7B892499-E20F-CABF-04F5-8C9C8242FE7D}"/>
          </ac:cxnSpMkLst>
        </pc:cxnChg>
        <pc:cxnChg chg="mod">
          <ac:chgData name="adilton junio" userId="66b3fade76ecdf97" providerId="LiveId" clId="{A5E50579-1733-4537-B8F2-65A7B3AAE54E}" dt="2024-07-19T17:36:18.462" v="2170" actId="478"/>
          <ac:cxnSpMkLst>
            <pc:docMk/>
            <pc:sldMk cId="3045026756" sldId="262"/>
            <ac:cxnSpMk id="138" creationId="{945A3A09-56EB-FB27-4F59-D3F1AD729F9D}"/>
          </ac:cxnSpMkLst>
        </pc:cxnChg>
      </pc:sldChg>
      <pc:sldChg chg="modSp mod">
        <pc:chgData name="adilton junio" userId="66b3fade76ecdf97" providerId="LiveId" clId="{A5E50579-1733-4537-B8F2-65A7B3AAE54E}" dt="2024-07-19T17:32:12.227" v="2135" actId="6549"/>
        <pc:sldMkLst>
          <pc:docMk/>
          <pc:sldMk cId="2475942690" sldId="270"/>
        </pc:sldMkLst>
        <pc:spChg chg="mod">
          <ac:chgData name="adilton junio" userId="66b3fade76ecdf97" providerId="LiveId" clId="{A5E50579-1733-4537-B8F2-65A7B3AAE54E}" dt="2024-07-19T17:32:12.227" v="2135" actId="6549"/>
          <ac:spMkLst>
            <pc:docMk/>
            <pc:sldMk cId="2475942690" sldId="270"/>
            <ac:spMk id="94" creationId="{D1D8FCDA-4632-6080-1621-67CDF796C564}"/>
          </ac:spMkLst>
        </pc:spChg>
      </pc:sldChg>
      <pc:sldChg chg="addSp modSp mod">
        <pc:chgData name="adilton junio" userId="66b3fade76ecdf97" providerId="LiveId" clId="{A5E50579-1733-4537-B8F2-65A7B3AAE54E}" dt="2024-07-19T22:24:32.764" v="4305" actId="404"/>
        <pc:sldMkLst>
          <pc:docMk/>
          <pc:sldMk cId="1630422409" sldId="274"/>
        </pc:sldMkLst>
        <pc:spChg chg="add mod">
          <ac:chgData name="adilton junio" userId="66b3fade76ecdf97" providerId="LiveId" clId="{A5E50579-1733-4537-B8F2-65A7B3AAE54E}" dt="2024-07-19T22:24:32.764" v="4305" actId="404"/>
          <ac:spMkLst>
            <pc:docMk/>
            <pc:sldMk cId="1630422409" sldId="274"/>
            <ac:spMk id="3" creationId="{FCD853C1-2A6A-7471-70BB-99A945358877}"/>
          </ac:spMkLst>
        </pc:spChg>
      </pc:sldChg>
      <pc:sldChg chg="addSp modSp mod">
        <pc:chgData name="adilton junio" userId="66b3fade76ecdf97" providerId="LiveId" clId="{A5E50579-1733-4537-B8F2-65A7B3AAE54E}" dt="2024-07-19T22:24:36.447" v="4308" actId="1037"/>
        <pc:sldMkLst>
          <pc:docMk/>
          <pc:sldMk cId="473031735" sldId="275"/>
        </pc:sldMkLst>
        <pc:spChg chg="add mod">
          <ac:chgData name="adilton junio" userId="66b3fade76ecdf97" providerId="LiveId" clId="{A5E50579-1733-4537-B8F2-65A7B3AAE54E}" dt="2024-07-19T22:24:36.447" v="4308" actId="1037"/>
          <ac:spMkLst>
            <pc:docMk/>
            <pc:sldMk cId="473031735" sldId="275"/>
            <ac:spMk id="5" creationId="{63263A39-3A4A-223D-12B9-2C6A2E4C821B}"/>
          </ac:spMkLst>
        </pc:spChg>
      </pc:sldChg>
      <pc:sldChg chg="addSp modSp mod">
        <pc:chgData name="adilton junio" userId="66b3fade76ecdf97" providerId="LiveId" clId="{A5E50579-1733-4537-B8F2-65A7B3AAE54E}" dt="2024-07-19T22:24:29.621" v="4304" actId="404"/>
        <pc:sldMkLst>
          <pc:docMk/>
          <pc:sldMk cId="2749496167" sldId="276"/>
        </pc:sldMkLst>
        <pc:spChg chg="mod">
          <ac:chgData name="adilton junio" userId="66b3fade76ecdf97" providerId="LiveId" clId="{A5E50579-1733-4537-B8F2-65A7B3AAE54E}" dt="2024-07-19T19:38:24.364" v="2213" actId="114"/>
          <ac:spMkLst>
            <pc:docMk/>
            <pc:sldMk cId="2749496167" sldId="276"/>
            <ac:spMk id="11" creationId="{66802B92-6147-8246-DAFF-70970DA63A8A}"/>
          </ac:spMkLst>
        </pc:spChg>
        <pc:spChg chg="add mod">
          <ac:chgData name="adilton junio" userId="66b3fade76ecdf97" providerId="LiveId" clId="{A5E50579-1733-4537-B8F2-65A7B3AAE54E}" dt="2024-07-19T22:24:29.621" v="4304" actId="404"/>
          <ac:spMkLst>
            <pc:docMk/>
            <pc:sldMk cId="2749496167" sldId="276"/>
            <ac:spMk id="15" creationId="{8CD82189-DC25-C31F-6720-1BB13040DA89}"/>
          </ac:spMkLst>
        </pc:spChg>
      </pc:sldChg>
      <pc:sldChg chg="addSp modSp mod">
        <pc:chgData name="adilton junio" userId="66b3fade76ecdf97" providerId="LiveId" clId="{A5E50579-1733-4537-B8F2-65A7B3AAE54E}" dt="2024-07-19T22:24:26.478" v="4303" actId="404"/>
        <pc:sldMkLst>
          <pc:docMk/>
          <pc:sldMk cId="518384142" sldId="277"/>
        </pc:sldMkLst>
        <pc:spChg chg="add mod">
          <ac:chgData name="adilton junio" userId="66b3fade76ecdf97" providerId="LiveId" clId="{A5E50579-1733-4537-B8F2-65A7B3AAE54E}" dt="2024-07-19T22:24:26.478" v="4303" actId="404"/>
          <ac:spMkLst>
            <pc:docMk/>
            <pc:sldMk cId="518384142" sldId="277"/>
            <ac:spMk id="7" creationId="{3075CA50-8CE0-7E74-29C9-CEAA40519F92}"/>
          </ac:spMkLst>
        </pc:spChg>
      </pc:sldChg>
      <pc:sldChg chg="addSp modSp mod">
        <pc:chgData name="adilton junio" userId="66b3fade76ecdf97" providerId="LiveId" clId="{A5E50579-1733-4537-B8F2-65A7B3AAE54E}" dt="2024-07-19T22:24:17.179" v="4300" actId="404"/>
        <pc:sldMkLst>
          <pc:docMk/>
          <pc:sldMk cId="4288203392" sldId="278"/>
        </pc:sldMkLst>
        <pc:spChg chg="add mod">
          <ac:chgData name="adilton junio" userId="66b3fade76ecdf97" providerId="LiveId" clId="{A5E50579-1733-4537-B8F2-65A7B3AAE54E}" dt="2024-07-19T22:24:17.179" v="4300" actId="404"/>
          <ac:spMkLst>
            <pc:docMk/>
            <pc:sldMk cId="4288203392" sldId="278"/>
            <ac:spMk id="10" creationId="{28159DE5-800D-81D3-82D1-7C41B2419835}"/>
          </ac:spMkLst>
        </pc:spChg>
        <pc:spChg chg="mod">
          <ac:chgData name="adilton junio" userId="66b3fade76ecdf97" providerId="LiveId" clId="{A5E50579-1733-4537-B8F2-65A7B3AAE54E}" dt="2024-07-19T19:37:55.046" v="2212" actId="20577"/>
          <ac:spMkLst>
            <pc:docMk/>
            <pc:sldMk cId="4288203392" sldId="278"/>
            <ac:spMk id="28" creationId="{A15C927B-3422-F1A0-EEB8-DBA02555C9B5}"/>
          </ac:spMkLst>
        </pc:spChg>
      </pc:sldChg>
      <pc:sldChg chg="addSp modSp mod">
        <pc:chgData name="adilton junio" userId="66b3fade76ecdf97" providerId="LiveId" clId="{A5E50579-1733-4537-B8F2-65A7B3AAE54E}" dt="2024-07-19T22:24:10.887" v="4299" actId="404"/>
        <pc:sldMkLst>
          <pc:docMk/>
          <pc:sldMk cId="2053630702" sldId="281"/>
        </pc:sldMkLst>
        <pc:spChg chg="add mod">
          <ac:chgData name="adilton junio" userId="66b3fade76ecdf97" providerId="LiveId" clId="{A5E50579-1733-4537-B8F2-65A7B3AAE54E}" dt="2024-07-19T22:24:10.887" v="4299" actId="404"/>
          <ac:spMkLst>
            <pc:docMk/>
            <pc:sldMk cId="2053630702" sldId="281"/>
            <ac:spMk id="14" creationId="{1D3744D2-3268-3825-E90C-D882D5915201}"/>
          </ac:spMkLst>
        </pc:spChg>
      </pc:sldChg>
      <pc:sldChg chg="addSp modSp mod">
        <pc:chgData name="adilton junio" userId="66b3fade76ecdf97" providerId="LiveId" clId="{A5E50579-1733-4537-B8F2-65A7B3AAE54E}" dt="2024-07-19T22:24:06.806" v="4298" actId="404"/>
        <pc:sldMkLst>
          <pc:docMk/>
          <pc:sldMk cId="709303475" sldId="282"/>
        </pc:sldMkLst>
        <pc:spChg chg="add mod">
          <ac:chgData name="adilton junio" userId="66b3fade76ecdf97" providerId="LiveId" clId="{A5E50579-1733-4537-B8F2-65A7B3AAE54E}" dt="2024-07-19T22:24:06.806" v="4298" actId="404"/>
          <ac:spMkLst>
            <pc:docMk/>
            <pc:sldMk cId="709303475" sldId="282"/>
            <ac:spMk id="3" creationId="{D6E2BBEE-A50B-3756-DF69-8E4189A5A928}"/>
          </ac:spMkLst>
        </pc:spChg>
      </pc:sldChg>
      <pc:sldChg chg="addSp modSp mod">
        <pc:chgData name="adilton junio" userId="66b3fade76ecdf97" providerId="LiveId" clId="{A5E50579-1733-4537-B8F2-65A7B3AAE54E}" dt="2024-07-19T22:24:03.163" v="4297" actId="404"/>
        <pc:sldMkLst>
          <pc:docMk/>
          <pc:sldMk cId="1493695729" sldId="283"/>
        </pc:sldMkLst>
        <pc:spChg chg="add mod">
          <ac:chgData name="adilton junio" userId="66b3fade76ecdf97" providerId="LiveId" clId="{A5E50579-1733-4537-B8F2-65A7B3AAE54E}" dt="2024-07-19T22:24:03.163" v="4297" actId="404"/>
          <ac:spMkLst>
            <pc:docMk/>
            <pc:sldMk cId="1493695729" sldId="283"/>
            <ac:spMk id="3" creationId="{ECEB0223-961C-9ED0-FE6E-DB237DC6B2CE}"/>
          </ac:spMkLst>
        </pc:spChg>
        <pc:spChg chg="mod">
          <ac:chgData name="adilton junio" userId="66b3fade76ecdf97" providerId="LiveId" clId="{A5E50579-1733-4537-B8F2-65A7B3AAE54E}" dt="2024-07-19T20:40:44.948" v="2891" actId="14100"/>
          <ac:spMkLst>
            <pc:docMk/>
            <pc:sldMk cId="1493695729" sldId="283"/>
            <ac:spMk id="46" creationId="{6CE3F873-CFD4-78FC-4F2E-CB254F51C454}"/>
          </ac:spMkLst>
        </pc:spChg>
        <pc:spChg chg="mod">
          <ac:chgData name="adilton junio" userId="66b3fade76ecdf97" providerId="LiveId" clId="{A5E50579-1733-4537-B8F2-65A7B3AAE54E}" dt="2024-07-19T20:36:55.544" v="2674" actId="14100"/>
          <ac:spMkLst>
            <pc:docMk/>
            <pc:sldMk cId="1493695729" sldId="283"/>
            <ac:spMk id="52" creationId="{8D68BDB9-6218-01C7-DCF0-ABD8AB5002F4}"/>
          </ac:spMkLst>
        </pc:spChg>
      </pc:sldChg>
      <pc:sldChg chg="addSp delSp modSp mod">
        <pc:chgData name="adilton junio" userId="66b3fade76ecdf97" providerId="LiveId" clId="{A5E50579-1733-4537-B8F2-65A7B3AAE54E}" dt="2024-07-19T22:23:59.303" v="4296" actId="404"/>
        <pc:sldMkLst>
          <pc:docMk/>
          <pc:sldMk cId="3344201209" sldId="284"/>
        </pc:sldMkLst>
        <pc:spChg chg="mod">
          <ac:chgData name="adilton junio" userId="66b3fade76ecdf97" providerId="LiveId" clId="{A5E50579-1733-4537-B8F2-65A7B3AAE54E}" dt="2024-07-18T23:49:28.191" v="1053" actId="1036"/>
          <ac:spMkLst>
            <pc:docMk/>
            <pc:sldMk cId="3344201209" sldId="284"/>
            <ac:spMk id="10" creationId="{A48A82B7-2AE7-1327-4758-03E3006072A0}"/>
          </ac:spMkLst>
        </pc:spChg>
        <pc:spChg chg="mod">
          <ac:chgData name="adilton junio" userId="66b3fade76ecdf97" providerId="LiveId" clId="{A5E50579-1733-4537-B8F2-65A7B3AAE54E}" dt="2024-07-19T15:18:40.131" v="1620" actId="1036"/>
          <ac:spMkLst>
            <pc:docMk/>
            <pc:sldMk cId="3344201209" sldId="284"/>
            <ac:spMk id="11" creationId="{4F7749DF-A98E-05E9-2ED9-4D65FDA731AD}"/>
          </ac:spMkLst>
        </pc:spChg>
        <pc:spChg chg="add del mod">
          <ac:chgData name="adilton junio" userId="66b3fade76ecdf97" providerId="LiveId" clId="{A5E50579-1733-4537-B8F2-65A7B3AAE54E}" dt="2024-07-18T22:44:32.045" v="28" actId="478"/>
          <ac:spMkLst>
            <pc:docMk/>
            <pc:sldMk cId="3344201209" sldId="284"/>
            <ac:spMk id="12" creationId="{E15589E0-6227-A7CC-1A6C-E1A70A14E40D}"/>
          </ac:spMkLst>
        </pc:spChg>
        <pc:spChg chg="add mod">
          <ac:chgData name="adilton junio" userId="66b3fade76ecdf97" providerId="LiveId" clId="{A5E50579-1733-4537-B8F2-65A7B3AAE54E}" dt="2024-07-19T22:23:59.303" v="4296" actId="404"/>
          <ac:spMkLst>
            <pc:docMk/>
            <pc:sldMk cId="3344201209" sldId="284"/>
            <ac:spMk id="13" creationId="{68997FA5-A91D-0242-EA20-777EEF54C76F}"/>
          </ac:spMkLst>
        </pc:spChg>
        <pc:spChg chg="add mod">
          <ac:chgData name="adilton junio" userId="66b3fade76ecdf97" providerId="LiveId" clId="{A5E50579-1733-4537-B8F2-65A7B3AAE54E}" dt="2024-07-18T23:42:49.834" v="950"/>
          <ac:spMkLst>
            <pc:docMk/>
            <pc:sldMk cId="3344201209" sldId="284"/>
            <ac:spMk id="14" creationId="{A77A5A15-D327-B758-9874-6DEB36272828}"/>
          </ac:spMkLst>
        </pc:spChg>
        <pc:spChg chg="add del mod">
          <ac:chgData name="adilton junio" userId="66b3fade76ecdf97" providerId="LiveId" clId="{A5E50579-1733-4537-B8F2-65A7B3AAE54E}" dt="2024-07-18T23:43:53.113" v="978" actId="478"/>
          <ac:spMkLst>
            <pc:docMk/>
            <pc:sldMk cId="3344201209" sldId="284"/>
            <ac:spMk id="15" creationId="{BC076000-D5D0-16F5-60CA-A3E02D4F3F8E}"/>
          </ac:spMkLst>
        </pc:spChg>
        <pc:spChg chg="add del mod">
          <ac:chgData name="adilton junio" userId="66b3fade76ecdf97" providerId="LiveId" clId="{A5E50579-1733-4537-B8F2-65A7B3AAE54E}" dt="2024-07-18T23:43:52.666" v="977" actId="478"/>
          <ac:spMkLst>
            <pc:docMk/>
            <pc:sldMk cId="3344201209" sldId="284"/>
            <ac:spMk id="16" creationId="{E38F0745-BAE3-0FE0-A7B9-3A059A48C4CC}"/>
          </ac:spMkLst>
        </pc:spChg>
        <pc:spChg chg="mod">
          <ac:chgData name="adilton junio" userId="66b3fade76ecdf97" providerId="LiveId" clId="{A5E50579-1733-4537-B8F2-65A7B3AAE54E}" dt="2024-07-19T15:18:39.068" v="1616" actId="1036"/>
          <ac:spMkLst>
            <pc:docMk/>
            <pc:sldMk cId="3344201209" sldId="284"/>
            <ac:spMk id="46" creationId="{6CE3F873-CFD4-78FC-4F2E-CB254F51C454}"/>
          </ac:spMkLst>
        </pc:spChg>
        <pc:spChg chg="mod">
          <ac:chgData name="adilton junio" userId="66b3fade76ecdf97" providerId="LiveId" clId="{A5E50579-1733-4537-B8F2-65A7B3AAE54E}" dt="2024-07-19T17:31:20.410" v="2128" actId="6549"/>
          <ac:spMkLst>
            <pc:docMk/>
            <pc:sldMk cId="3344201209" sldId="284"/>
            <ac:spMk id="70" creationId="{78B341C4-2B1A-F076-C254-B6068E0B7310}"/>
          </ac:spMkLst>
        </pc:spChg>
        <pc:spChg chg="mod">
          <ac:chgData name="adilton junio" userId="66b3fade76ecdf97" providerId="LiveId" clId="{A5E50579-1733-4537-B8F2-65A7B3AAE54E}" dt="2024-07-19T17:30:58.805" v="2127" actId="20577"/>
          <ac:spMkLst>
            <pc:docMk/>
            <pc:sldMk cId="3344201209" sldId="284"/>
            <ac:spMk id="92" creationId="{389AD4BA-DE4A-1658-2487-F94C2EEF6666}"/>
          </ac:spMkLst>
        </pc:spChg>
      </pc:sldChg>
      <pc:sldChg chg="addSp delSp modSp add mod">
        <pc:chgData name="adilton junio" userId="66b3fade76ecdf97" providerId="LiveId" clId="{A5E50579-1733-4537-B8F2-65A7B3AAE54E}" dt="2024-07-19T20:37:13.603" v="2678" actId="20577"/>
        <pc:sldMkLst>
          <pc:docMk/>
          <pc:sldMk cId="622350872" sldId="285"/>
        </pc:sldMkLst>
        <pc:spChg chg="add mod">
          <ac:chgData name="adilton junio" userId="66b3fade76ecdf97" providerId="LiveId" clId="{A5E50579-1733-4537-B8F2-65A7B3AAE54E}" dt="2024-07-19T12:29:14.491" v="1250" actId="164"/>
          <ac:spMkLst>
            <pc:docMk/>
            <pc:sldMk cId="622350872" sldId="285"/>
            <ac:spMk id="3" creationId="{AE1132F3-0568-FB04-5E3C-650CE6BC353F}"/>
          </ac:spMkLst>
        </pc:spChg>
        <pc:spChg chg="add del">
          <ac:chgData name="adilton junio" userId="66b3fade76ecdf97" providerId="LiveId" clId="{A5E50579-1733-4537-B8F2-65A7B3AAE54E}" dt="2024-07-18T22:53:52.304" v="325" actId="22"/>
          <ac:spMkLst>
            <pc:docMk/>
            <pc:sldMk cId="622350872" sldId="285"/>
            <ac:spMk id="5" creationId="{A9DB034C-2191-12D9-E4E7-F440F3C61F13}"/>
          </ac:spMkLst>
        </pc:spChg>
        <pc:spChg chg="add mod">
          <ac:chgData name="adilton junio" userId="66b3fade76ecdf97" providerId="LiveId" clId="{A5E50579-1733-4537-B8F2-65A7B3AAE54E}" dt="2024-07-19T12:29:14.491" v="1250" actId="164"/>
          <ac:spMkLst>
            <pc:docMk/>
            <pc:sldMk cId="622350872" sldId="285"/>
            <ac:spMk id="5" creationId="{FA0DE217-5034-C2BF-91C2-97286057E092}"/>
          </ac:spMkLst>
        </pc:spChg>
        <pc:spChg chg="add del mod">
          <ac:chgData name="adilton junio" userId="66b3fade76ecdf97" providerId="LiveId" clId="{A5E50579-1733-4537-B8F2-65A7B3AAE54E}" dt="2024-07-19T12:45:56.052" v="1399" actId="478"/>
          <ac:spMkLst>
            <pc:docMk/>
            <pc:sldMk cId="622350872" sldId="285"/>
            <ac:spMk id="7" creationId="{30FF8386-96AD-BCB6-0035-79852CB02F2E}"/>
          </ac:spMkLst>
        </pc:spChg>
        <pc:spChg chg="add mod">
          <ac:chgData name="adilton junio" userId="66b3fade76ecdf97" providerId="LiveId" clId="{A5E50579-1733-4537-B8F2-65A7B3AAE54E}" dt="2024-07-18T22:53:54.270" v="326"/>
          <ac:spMkLst>
            <pc:docMk/>
            <pc:sldMk cId="622350872" sldId="285"/>
            <ac:spMk id="7" creationId="{CB561063-3F1F-A72D-B370-305D5632BCEB}"/>
          </ac:spMkLst>
        </pc:spChg>
        <pc:spChg chg="del mod">
          <ac:chgData name="adilton junio" userId="66b3fade76ecdf97" providerId="LiveId" clId="{A5E50579-1733-4537-B8F2-65A7B3AAE54E}" dt="2024-07-18T22:50:01.079" v="179" actId="478"/>
          <ac:spMkLst>
            <pc:docMk/>
            <pc:sldMk cId="622350872" sldId="285"/>
            <ac:spMk id="10" creationId="{A48A82B7-2AE7-1327-4758-03E3006072A0}"/>
          </ac:spMkLst>
        </pc:spChg>
        <pc:spChg chg="add del mod">
          <ac:chgData name="adilton junio" userId="66b3fade76ecdf97" providerId="LiveId" clId="{A5E50579-1733-4537-B8F2-65A7B3AAE54E}" dt="2024-07-19T12:45:56.052" v="1399" actId="478"/>
          <ac:spMkLst>
            <pc:docMk/>
            <pc:sldMk cId="622350872" sldId="285"/>
            <ac:spMk id="10" creationId="{B837C5CA-9505-0364-62EE-DAAA1A62A1F6}"/>
          </ac:spMkLst>
        </pc:spChg>
        <pc:spChg chg="del mod">
          <ac:chgData name="adilton junio" userId="66b3fade76ecdf97" providerId="LiveId" clId="{A5E50579-1733-4537-B8F2-65A7B3AAE54E}" dt="2024-07-18T22:50:48.747" v="207" actId="478"/>
          <ac:spMkLst>
            <pc:docMk/>
            <pc:sldMk cId="622350872" sldId="285"/>
            <ac:spMk id="11" creationId="{4F7749DF-A98E-05E9-2ED9-4D65FDA731AD}"/>
          </ac:spMkLst>
        </pc:spChg>
        <pc:spChg chg="add del mod">
          <ac:chgData name="adilton junio" userId="66b3fade76ecdf97" providerId="LiveId" clId="{A5E50579-1733-4537-B8F2-65A7B3AAE54E}" dt="2024-07-19T12:45:56.052" v="1399" actId="478"/>
          <ac:spMkLst>
            <pc:docMk/>
            <pc:sldMk cId="622350872" sldId="285"/>
            <ac:spMk id="11" creationId="{B758080C-66C2-E96E-50F0-7F62308DABD8}"/>
          </ac:spMkLst>
        </pc:spChg>
        <pc:spChg chg="add del mod">
          <ac:chgData name="adilton junio" userId="66b3fade76ecdf97" providerId="LiveId" clId="{A5E50579-1733-4537-B8F2-65A7B3AAE54E}" dt="2024-07-18T23:44:06.447" v="981" actId="478"/>
          <ac:spMkLst>
            <pc:docMk/>
            <pc:sldMk cId="622350872" sldId="285"/>
            <ac:spMk id="12" creationId="{0184E636-5A23-3165-25D4-51C30B3D8093}"/>
          </ac:spMkLst>
        </pc:spChg>
        <pc:spChg chg="add mod">
          <ac:chgData name="adilton junio" userId="66b3fade76ecdf97" providerId="LiveId" clId="{A5E50579-1733-4537-B8F2-65A7B3AAE54E}" dt="2024-07-19T17:19:46.536" v="2110" actId="1036"/>
          <ac:spMkLst>
            <pc:docMk/>
            <pc:sldMk cId="622350872" sldId="285"/>
            <ac:spMk id="13" creationId="{44544F0C-4E90-F1A7-61A9-4E2A7174557E}"/>
          </ac:spMkLst>
        </pc:spChg>
        <pc:spChg chg="add del mod">
          <ac:chgData name="adilton junio" userId="66b3fade76ecdf97" providerId="LiveId" clId="{A5E50579-1733-4537-B8F2-65A7B3AAE54E}" dt="2024-07-18T23:44:04.893" v="980" actId="478"/>
          <ac:spMkLst>
            <pc:docMk/>
            <pc:sldMk cId="622350872" sldId="285"/>
            <ac:spMk id="13" creationId="{F9AF2A7C-B774-306F-33EA-C9DD4537E821}"/>
          </ac:spMkLst>
        </pc:spChg>
        <pc:spChg chg="add del mod">
          <ac:chgData name="adilton junio" userId="66b3fade76ecdf97" providerId="LiveId" clId="{A5E50579-1733-4537-B8F2-65A7B3AAE54E}" dt="2024-07-18T23:44:03.667" v="979" actId="478"/>
          <ac:spMkLst>
            <pc:docMk/>
            <pc:sldMk cId="622350872" sldId="285"/>
            <ac:spMk id="14" creationId="{07C0706B-1FE1-921D-6FF0-0D005EB8399B}"/>
          </ac:spMkLst>
        </pc:spChg>
        <pc:spChg chg="add del mod">
          <ac:chgData name="adilton junio" userId="66b3fade76ecdf97" providerId="LiveId" clId="{A5E50579-1733-4537-B8F2-65A7B3AAE54E}" dt="2024-07-18T23:12:31.989" v="751" actId="478"/>
          <ac:spMkLst>
            <pc:docMk/>
            <pc:sldMk cId="622350872" sldId="285"/>
            <ac:spMk id="15" creationId="{CA1EBDE5-C332-974D-0375-2BAEB5783BBF}"/>
          </ac:spMkLst>
        </pc:spChg>
        <pc:spChg chg="add mod">
          <ac:chgData name="adilton junio" userId="66b3fade76ecdf97" providerId="LiveId" clId="{A5E50579-1733-4537-B8F2-65A7B3AAE54E}" dt="2024-07-19T17:19:46.536" v="2110" actId="1036"/>
          <ac:spMkLst>
            <pc:docMk/>
            <pc:sldMk cId="622350872" sldId="285"/>
            <ac:spMk id="16" creationId="{174C316B-4019-BE52-C404-DBF6AB73CC86}"/>
          </ac:spMkLst>
        </pc:spChg>
        <pc:spChg chg="add del mod">
          <ac:chgData name="adilton junio" userId="66b3fade76ecdf97" providerId="LiveId" clId="{A5E50579-1733-4537-B8F2-65A7B3AAE54E}" dt="2024-07-18T23:44:03.667" v="979" actId="478"/>
          <ac:spMkLst>
            <pc:docMk/>
            <pc:sldMk cId="622350872" sldId="285"/>
            <ac:spMk id="16" creationId="{BA821975-BA86-006B-FAAE-3FC6F7103A5C}"/>
          </ac:spMkLst>
        </pc:spChg>
        <pc:spChg chg="add del mod">
          <ac:chgData name="adilton junio" userId="66b3fade76ecdf97" providerId="LiveId" clId="{A5E50579-1733-4537-B8F2-65A7B3AAE54E}" dt="2024-07-18T23:44:03.667" v="979" actId="478"/>
          <ac:spMkLst>
            <pc:docMk/>
            <pc:sldMk cId="622350872" sldId="285"/>
            <ac:spMk id="17" creationId="{356E95C4-2489-700E-FF9E-551D8C0F65F8}"/>
          </ac:spMkLst>
        </pc:spChg>
        <pc:spChg chg="add del mod">
          <ac:chgData name="adilton junio" userId="66b3fade76ecdf97" providerId="LiveId" clId="{A5E50579-1733-4537-B8F2-65A7B3AAE54E}" dt="2024-07-19T15:14:28.898" v="1466" actId="478"/>
          <ac:spMkLst>
            <pc:docMk/>
            <pc:sldMk cId="622350872" sldId="285"/>
            <ac:spMk id="18" creationId="{2A2C1F47-8845-9F9C-9CEF-37A029D02C53}"/>
          </ac:spMkLst>
        </pc:spChg>
        <pc:spChg chg="add del mod">
          <ac:chgData name="adilton junio" userId="66b3fade76ecdf97" providerId="LiveId" clId="{A5E50579-1733-4537-B8F2-65A7B3AAE54E}" dt="2024-07-18T23:44:03.667" v="979" actId="478"/>
          <ac:spMkLst>
            <pc:docMk/>
            <pc:sldMk cId="622350872" sldId="285"/>
            <ac:spMk id="18" creationId="{7105BD8F-0BCA-8124-9BC2-99358E877A50}"/>
          </ac:spMkLst>
        </pc:spChg>
        <pc:spChg chg="add mod">
          <ac:chgData name="adilton junio" userId="66b3fade76ecdf97" providerId="LiveId" clId="{A5E50579-1733-4537-B8F2-65A7B3AAE54E}" dt="2024-07-19T17:19:46.536" v="2110" actId="1036"/>
          <ac:spMkLst>
            <pc:docMk/>
            <pc:sldMk cId="622350872" sldId="285"/>
            <ac:spMk id="19" creationId="{A46022D1-002B-8051-89AB-4CEA7874EADE}"/>
          </ac:spMkLst>
        </pc:spChg>
        <pc:spChg chg="add del mod">
          <ac:chgData name="adilton junio" userId="66b3fade76ecdf97" providerId="LiveId" clId="{A5E50579-1733-4537-B8F2-65A7B3AAE54E}" dt="2024-07-18T23:44:03.667" v="979" actId="478"/>
          <ac:spMkLst>
            <pc:docMk/>
            <pc:sldMk cId="622350872" sldId="285"/>
            <ac:spMk id="19" creationId="{D81F4D81-A5A4-E3B7-8064-ADE62601D1BA}"/>
          </ac:spMkLst>
        </pc:spChg>
        <pc:spChg chg="add del mod">
          <ac:chgData name="adilton junio" userId="66b3fade76ecdf97" providerId="LiveId" clId="{A5E50579-1733-4537-B8F2-65A7B3AAE54E}" dt="2024-07-18T23:44:03.667" v="979" actId="478"/>
          <ac:spMkLst>
            <pc:docMk/>
            <pc:sldMk cId="622350872" sldId="285"/>
            <ac:spMk id="20" creationId="{78082A30-D432-5475-91C5-AC56F7CF61B4}"/>
          </ac:spMkLst>
        </pc:spChg>
        <pc:spChg chg="add mod">
          <ac:chgData name="adilton junio" userId="66b3fade76ecdf97" providerId="LiveId" clId="{A5E50579-1733-4537-B8F2-65A7B3AAE54E}" dt="2024-07-19T17:19:46.536" v="2110" actId="1036"/>
          <ac:spMkLst>
            <pc:docMk/>
            <pc:sldMk cId="622350872" sldId="285"/>
            <ac:spMk id="20" creationId="{8DD3A614-D63A-1332-2EDD-B6915E37C43D}"/>
          </ac:spMkLst>
        </pc:spChg>
        <pc:spChg chg="add mod">
          <ac:chgData name="adilton junio" userId="66b3fade76ecdf97" providerId="LiveId" clId="{A5E50579-1733-4537-B8F2-65A7B3AAE54E}" dt="2024-07-19T17:19:42.942" v="2108" actId="1035"/>
          <ac:spMkLst>
            <pc:docMk/>
            <pc:sldMk cId="622350872" sldId="285"/>
            <ac:spMk id="21" creationId="{731866F4-9B40-ED2B-B0CC-D9E79C8A397B}"/>
          </ac:spMkLst>
        </pc:spChg>
        <pc:spChg chg="add mod">
          <ac:chgData name="adilton junio" userId="66b3fade76ecdf97" providerId="LiveId" clId="{A5E50579-1733-4537-B8F2-65A7B3AAE54E}" dt="2024-07-19T20:37:13.603" v="2678" actId="20577"/>
          <ac:spMkLst>
            <pc:docMk/>
            <pc:sldMk cId="622350872" sldId="285"/>
            <ac:spMk id="22" creationId="{D3E4E2F0-9A57-E081-EDD7-31ECEA748551}"/>
          </ac:spMkLst>
        </pc:spChg>
        <pc:spChg chg="add mod">
          <ac:chgData name="adilton junio" userId="66b3fade76ecdf97" providerId="LiveId" clId="{A5E50579-1733-4537-B8F2-65A7B3AAE54E}" dt="2024-07-19T17:19:46.536" v="2110" actId="1036"/>
          <ac:spMkLst>
            <pc:docMk/>
            <pc:sldMk cId="622350872" sldId="285"/>
            <ac:spMk id="23" creationId="{F21B5024-3A60-44C9-8781-66132ACC9721}"/>
          </ac:spMkLst>
        </pc:spChg>
        <pc:spChg chg="add mod">
          <ac:chgData name="adilton junio" userId="66b3fade76ecdf97" providerId="LiveId" clId="{A5E50579-1733-4537-B8F2-65A7B3AAE54E}" dt="2024-07-19T17:31:35.352" v="2130"/>
          <ac:spMkLst>
            <pc:docMk/>
            <pc:sldMk cId="622350872" sldId="285"/>
            <ac:spMk id="24" creationId="{0AABEC51-6B96-2724-CB17-40B205B8391B}"/>
          </ac:spMkLst>
        </pc:spChg>
        <pc:spChg chg="del mod">
          <ac:chgData name="adilton junio" userId="66b3fade76ecdf97" providerId="LiveId" clId="{A5E50579-1733-4537-B8F2-65A7B3AAE54E}" dt="2024-07-18T23:44:20.667" v="1006" actId="478"/>
          <ac:spMkLst>
            <pc:docMk/>
            <pc:sldMk cId="622350872" sldId="285"/>
            <ac:spMk id="46" creationId="{6CE3F873-CFD4-78FC-4F2E-CB254F51C454}"/>
          </ac:spMkLst>
        </pc:spChg>
        <pc:spChg chg="del mod">
          <ac:chgData name="adilton junio" userId="66b3fade76ecdf97" providerId="LiveId" clId="{A5E50579-1733-4537-B8F2-65A7B3AAE54E}" dt="2024-07-19T12:30:13.165" v="1254" actId="478"/>
          <ac:spMkLst>
            <pc:docMk/>
            <pc:sldMk cId="622350872" sldId="285"/>
            <ac:spMk id="70" creationId="{78B341C4-2B1A-F076-C254-B6068E0B7310}"/>
          </ac:spMkLst>
        </pc:spChg>
        <pc:spChg chg="del">
          <ac:chgData name="adilton junio" userId="66b3fade76ecdf97" providerId="LiveId" clId="{A5E50579-1733-4537-B8F2-65A7B3AAE54E}" dt="2024-07-19T17:31:35.148" v="2129" actId="478"/>
          <ac:spMkLst>
            <pc:docMk/>
            <pc:sldMk cId="622350872" sldId="285"/>
            <ac:spMk id="92" creationId="{389AD4BA-DE4A-1658-2487-F94C2EEF6666}"/>
          </ac:spMkLst>
        </pc:spChg>
        <pc:grpChg chg="add mod">
          <ac:chgData name="adilton junio" userId="66b3fade76ecdf97" providerId="LiveId" clId="{A5E50579-1733-4537-B8F2-65A7B3AAE54E}" dt="2024-07-19T12:30:24.822" v="1324" actId="1036"/>
          <ac:grpSpMkLst>
            <pc:docMk/>
            <pc:sldMk cId="622350872" sldId="285"/>
            <ac:grpSpMk id="12" creationId="{9F1E3465-E8EF-D5BF-D12A-DF6D8928958B}"/>
          </ac:grpSpMkLst>
        </pc:grpChg>
        <pc:picChg chg="add del">
          <ac:chgData name="adilton junio" userId="66b3fade76ecdf97" providerId="LiveId" clId="{A5E50579-1733-4537-B8F2-65A7B3AAE54E}" dt="2024-07-19T15:13:19.417" v="1453" actId="22"/>
          <ac:picMkLst>
            <pc:docMk/>
            <pc:sldMk cId="622350872" sldId="285"/>
            <ac:picMk id="15" creationId="{8A5957AB-9230-B161-9B47-84E5869D9F17}"/>
          </ac:picMkLst>
        </pc:picChg>
      </pc:sldChg>
      <pc:sldChg chg="addSp delSp modSp add mod">
        <pc:chgData name="adilton junio" userId="66b3fade76ecdf97" providerId="LiveId" clId="{A5E50579-1733-4537-B8F2-65A7B3AAE54E}" dt="2024-07-19T19:43:49.296" v="2238" actId="403"/>
        <pc:sldMkLst>
          <pc:docMk/>
          <pc:sldMk cId="1716276764" sldId="286"/>
        </pc:sldMkLst>
        <pc:spChg chg="add mod">
          <ac:chgData name="adilton junio" userId="66b3fade76ecdf97" providerId="LiveId" clId="{A5E50579-1733-4537-B8F2-65A7B3AAE54E}" dt="2024-07-19T17:21:35.395" v="2118" actId="14100"/>
          <ac:spMkLst>
            <pc:docMk/>
            <pc:sldMk cId="1716276764" sldId="286"/>
            <ac:spMk id="3" creationId="{CB21541A-CC20-30C3-9CD1-04E9A6F1E8A5}"/>
          </ac:spMkLst>
        </pc:spChg>
        <pc:spChg chg="add del mod">
          <ac:chgData name="adilton junio" userId="66b3fade76ecdf97" providerId="LiveId" clId="{A5E50579-1733-4537-B8F2-65A7B3AAE54E}" dt="2024-07-18T23:16:54.882" v="873" actId="478"/>
          <ac:spMkLst>
            <pc:docMk/>
            <pc:sldMk cId="1716276764" sldId="286"/>
            <ac:spMk id="5" creationId="{B6F1262A-9B6B-43F8-DCF7-A31C2E0D4FD6}"/>
          </ac:spMkLst>
        </pc:spChg>
        <pc:spChg chg="add mod">
          <ac:chgData name="adilton junio" userId="66b3fade76ecdf97" providerId="LiveId" clId="{A5E50579-1733-4537-B8F2-65A7B3AAE54E}" dt="2024-07-19T16:43:06.954" v="2090" actId="14100"/>
          <ac:spMkLst>
            <pc:docMk/>
            <pc:sldMk cId="1716276764" sldId="286"/>
            <ac:spMk id="5" creationId="{DC422E7E-28A2-EB24-90B9-E1802DEE0B6E}"/>
          </ac:spMkLst>
        </pc:spChg>
        <pc:spChg chg="add mod">
          <ac:chgData name="adilton junio" userId="66b3fade76ecdf97" providerId="LiveId" clId="{A5E50579-1733-4537-B8F2-65A7B3AAE54E}" dt="2024-07-19T17:21:37.412" v="2119" actId="14100"/>
          <ac:spMkLst>
            <pc:docMk/>
            <pc:sldMk cId="1716276764" sldId="286"/>
            <ac:spMk id="7" creationId="{A8FF83A0-2842-A6AB-38C4-99607C5F3464}"/>
          </ac:spMkLst>
        </pc:spChg>
        <pc:spChg chg="add mod">
          <ac:chgData name="adilton junio" userId="66b3fade76ecdf97" providerId="LiveId" clId="{A5E50579-1733-4537-B8F2-65A7B3AAE54E}" dt="2024-07-19T17:24:13.565" v="2123" actId="1036"/>
          <ac:spMkLst>
            <pc:docMk/>
            <pc:sldMk cId="1716276764" sldId="286"/>
            <ac:spMk id="10" creationId="{B4F68EDF-C538-EE2A-3DD8-6982F6CFC80C}"/>
          </ac:spMkLst>
        </pc:spChg>
        <pc:spChg chg="add mod">
          <ac:chgData name="adilton junio" userId="66b3fade76ecdf97" providerId="LiveId" clId="{A5E50579-1733-4537-B8F2-65A7B3AAE54E}" dt="2024-07-19T17:20:59.124" v="2112" actId="1036"/>
          <ac:spMkLst>
            <pc:docMk/>
            <pc:sldMk cId="1716276764" sldId="286"/>
            <ac:spMk id="11" creationId="{EE9F3953-B771-A257-6B14-70DE73E14F3B}"/>
          </ac:spMkLst>
        </pc:spChg>
        <pc:spChg chg="del">
          <ac:chgData name="adilton junio" userId="66b3fade76ecdf97" providerId="LiveId" clId="{A5E50579-1733-4537-B8F2-65A7B3AAE54E}" dt="2024-07-18T23:13:18.280" v="759" actId="478"/>
          <ac:spMkLst>
            <pc:docMk/>
            <pc:sldMk cId="1716276764" sldId="286"/>
            <ac:spMk id="12" creationId="{0184E636-5A23-3165-25D4-51C30B3D8093}"/>
          </ac:spMkLst>
        </pc:spChg>
        <pc:spChg chg="add mod">
          <ac:chgData name="adilton junio" userId="66b3fade76ecdf97" providerId="LiveId" clId="{A5E50579-1733-4537-B8F2-65A7B3AAE54E}" dt="2024-07-19T16:41:35.245" v="2082" actId="1076"/>
          <ac:spMkLst>
            <pc:docMk/>
            <pc:sldMk cId="1716276764" sldId="286"/>
            <ac:spMk id="12" creationId="{E44ED59F-5AF4-7BB1-626B-BC117C20EA99}"/>
          </ac:spMkLst>
        </pc:spChg>
        <pc:spChg chg="add del mod">
          <ac:chgData name="adilton junio" userId="66b3fade76ecdf97" providerId="LiveId" clId="{A5E50579-1733-4537-B8F2-65A7B3AAE54E}" dt="2024-07-19T16:41:46.178" v="2084" actId="478"/>
          <ac:spMkLst>
            <pc:docMk/>
            <pc:sldMk cId="1716276764" sldId="286"/>
            <ac:spMk id="13" creationId="{7FFD35C4-2D64-876F-EC6E-7CF85B7ACF32}"/>
          </ac:spMkLst>
        </pc:spChg>
        <pc:spChg chg="add mod">
          <ac:chgData name="adilton junio" userId="66b3fade76ecdf97" providerId="LiveId" clId="{A5E50579-1733-4537-B8F2-65A7B3AAE54E}" dt="2024-07-19T19:43:49.296" v="2238" actId="403"/>
          <ac:spMkLst>
            <pc:docMk/>
            <pc:sldMk cId="1716276764" sldId="286"/>
            <ac:spMk id="13" creationId="{BCECED92-9F3C-5366-4993-D0EBC2796819}"/>
          </ac:spMkLst>
        </pc:spChg>
        <pc:spChg chg="del">
          <ac:chgData name="adilton junio" userId="66b3fade76ecdf97" providerId="LiveId" clId="{A5E50579-1733-4537-B8F2-65A7B3AAE54E}" dt="2024-07-18T23:13:17.789" v="758" actId="478"/>
          <ac:spMkLst>
            <pc:docMk/>
            <pc:sldMk cId="1716276764" sldId="286"/>
            <ac:spMk id="13" creationId="{F9AF2A7C-B774-306F-33EA-C9DD4537E821}"/>
          </ac:spMkLst>
        </pc:spChg>
        <pc:spChg chg="del">
          <ac:chgData name="adilton junio" userId="66b3fade76ecdf97" providerId="LiveId" clId="{A5E50579-1733-4537-B8F2-65A7B3AAE54E}" dt="2024-07-18T23:13:20.711" v="760" actId="478"/>
          <ac:spMkLst>
            <pc:docMk/>
            <pc:sldMk cId="1716276764" sldId="286"/>
            <ac:spMk id="14" creationId="{07C0706B-1FE1-921D-6FF0-0D005EB8399B}"/>
          </ac:spMkLst>
        </pc:spChg>
        <pc:spChg chg="add mod">
          <ac:chgData name="adilton junio" userId="66b3fade76ecdf97" providerId="LiveId" clId="{A5E50579-1733-4537-B8F2-65A7B3AAE54E}" dt="2024-07-19T17:32:00.312" v="2134"/>
          <ac:spMkLst>
            <pc:docMk/>
            <pc:sldMk cId="1716276764" sldId="286"/>
            <ac:spMk id="14" creationId="{15E9442C-91FF-5FDD-0C98-735AD5A16404}"/>
          </ac:spMkLst>
        </pc:spChg>
        <pc:spChg chg="add mod">
          <ac:chgData name="adilton junio" userId="66b3fade76ecdf97" providerId="LiveId" clId="{A5E50579-1733-4537-B8F2-65A7B3AAE54E}" dt="2024-07-19T19:43:04.475" v="2219" actId="1076"/>
          <ac:spMkLst>
            <pc:docMk/>
            <pc:sldMk cId="1716276764" sldId="286"/>
            <ac:spMk id="15" creationId="{56714BC3-94B4-AE53-DBBD-2094D6FC0102}"/>
          </ac:spMkLst>
        </pc:spChg>
        <pc:spChg chg="del mod">
          <ac:chgData name="adilton junio" userId="66b3fade76ecdf97" providerId="LiveId" clId="{A5E50579-1733-4537-B8F2-65A7B3AAE54E}" dt="2024-07-18T23:13:20.711" v="760" actId="478"/>
          <ac:spMkLst>
            <pc:docMk/>
            <pc:sldMk cId="1716276764" sldId="286"/>
            <ac:spMk id="15" creationId="{CA1EBDE5-C332-974D-0375-2BAEB5783BBF}"/>
          </ac:spMkLst>
        </pc:spChg>
        <pc:spChg chg="del">
          <ac:chgData name="adilton junio" userId="66b3fade76ecdf97" providerId="LiveId" clId="{A5E50579-1733-4537-B8F2-65A7B3AAE54E}" dt="2024-07-18T23:13:20.711" v="760" actId="478"/>
          <ac:spMkLst>
            <pc:docMk/>
            <pc:sldMk cId="1716276764" sldId="286"/>
            <ac:spMk id="16" creationId="{BA821975-BA86-006B-FAAE-3FC6F7103A5C}"/>
          </ac:spMkLst>
        </pc:spChg>
        <pc:spChg chg="del">
          <ac:chgData name="adilton junio" userId="66b3fade76ecdf97" providerId="LiveId" clId="{A5E50579-1733-4537-B8F2-65A7B3AAE54E}" dt="2024-07-18T23:13:20.711" v="760" actId="478"/>
          <ac:spMkLst>
            <pc:docMk/>
            <pc:sldMk cId="1716276764" sldId="286"/>
            <ac:spMk id="17" creationId="{356E95C4-2489-700E-FF9E-551D8C0F65F8}"/>
          </ac:spMkLst>
        </pc:spChg>
        <pc:spChg chg="del">
          <ac:chgData name="adilton junio" userId="66b3fade76ecdf97" providerId="LiveId" clId="{A5E50579-1733-4537-B8F2-65A7B3AAE54E}" dt="2024-07-18T23:13:20.711" v="760" actId="478"/>
          <ac:spMkLst>
            <pc:docMk/>
            <pc:sldMk cId="1716276764" sldId="286"/>
            <ac:spMk id="18" creationId="{7105BD8F-0BCA-8124-9BC2-99358E877A50}"/>
          </ac:spMkLst>
        </pc:spChg>
        <pc:spChg chg="del">
          <ac:chgData name="adilton junio" userId="66b3fade76ecdf97" providerId="LiveId" clId="{A5E50579-1733-4537-B8F2-65A7B3AAE54E}" dt="2024-07-18T23:13:20.711" v="760" actId="478"/>
          <ac:spMkLst>
            <pc:docMk/>
            <pc:sldMk cId="1716276764" sldId="286"/>
            <ac:spMk id="19" creationId="{D81F4D81-A5A4-E3B7-8064-ADE62601D1BA}"/>
          </ac:spMkLst>
        </pc:spChg>
        <pc:spChg chg="del">
          <ac:chgData name="adilton junio" userId="66b3fade76ecdf97" providerId="LiveId" clId="{A5E50579-1733-4537-B8F2-65A7B3AAE54E}" dt="2024-07-18T23:13:16.718" v="757" actId="478"/>
          <ac:spMkLst>
            <pc:docMk/>
            <pc:sldMk cId="1716276764" sldId="286"/>
            <ac:spMk id="46" creationId="{6CE3F873-CFD4-78FC-4F2E-CB254F51C454}"/>
          </ac:spMkLst>
        </pc:spChg>
        <pc:spChg chg="mod">
          <ac:chgData name="adilton junio" userId="66b3fade76ecdf97" providerId="LiveId" clId="{A5E50579-1733-4537-B8F2-65A7B3AAE54E}" dt="2024-07-19T16:38:59.943" v="2014" actId="1035"/>
          <ac:spMkLst>
            <pc:docMk/>
            <pc:sldMk cId="1716276764" sldId="286"/>
            <ac:spMk id="70" creationId="{78B341C4-2B1A-F076-C254-B6068E0B7310}"/>
          </ac:spMkLst>
        </pc:spChg>
        <pc:spChg chg="del mod">
          <ac:chgData name="adilton junio" userId="66b3fade76ecdf97" providerId="LiveId" clId="{A5E50579-1733-4537-B8F2-65A7B3AAE54E}" dt="2024-07-19T17:31:59.969" v="2133" actId="478"/>
          <ac:spMkLst>
            <pc:docMk/>
            <pc:sldMk cId="1716276764" sldId="286"/>
            <ac:spMk id="92" creationId="{389AD4BA-DE4A-1658-2487-F94C2EEF6666}"/>
          </ac:spMkLst>
        </pc:spChg>
      </pc:sldChg>
      <pc:sldChg chg="addSp delSp modSp add mod">
        <pc:chgData name="adilton junio" userId="66b3fade76ecdf97" providerId="LiveId" clId="{A5E50579-1733-4537-B8F2-65A7B3AAE54E}" dt="2024-07-19T22:23:53.363" v="4295" actId="404"/>
        <pc:sldMkLst>
          <pc:docMk/>
          <pc:sldMk cId="3763899619" sldId="287"/>
        </pc:sldMkLst>
        <pc:spChg chg="add mod">
          <ac:chgData name="adilton junio" userId="66b3fade76ecdf97" providerId="LiveId" clId="{A5E50579-1733-4537-B8F2-65A7B3AAE54E}" dt="2024-07-19T15:43:11.873" v="1788" actId="1036"/>
          <ac:spMkLst>
            <pc:docMk/>
            <pc:sldMk cId="3763899619" sldId="287"/>
            <ac:spMk id="3" creationId="{6CE3F873-CFD4-78FC-4F2E-CB254F51C454}"/>
          </ac:spMkLst>
        </pc:spChg>
        <pc:spChg chg="add mod">
          <ac:chgData name="adilton junio" userId="66b3fade76ecdf97" providerId="LiveId" clId="{A5E50579-1733-4537-B8F2-65A7B3AAE54E}" dt="2024-07-19T15:38:42.547" v="1726" actId="1037"/>
          <ac:spMkLst>
            <pc:docMk/>
            <pc:sldMk cId="3763899619" sldId="287"/>
            <ac:spMk id="5" creationId="{0184E636-5A23-3165-25D4-51C30B3D8093}"/>
          </ac:spMkLst>
        </pc:spChg>
        <pc:spChg chg="add mod">
          <ac:chgData name="adilton junio" userId="66b3fade76ecdf97" providerId="LiveId" clId="{A5E50579-1733-4537-B8F2-65A7B3AAE54E}" dt="2024-07-19T15:38:42.547" v="1726" actId="1037"/>
          <ac:spMkLst>
            <pc:docMk/>
            <pc:sldMk cId="3763899619" sldId="287"/>
            <ac:spMk id="7" creationId="{F9AF2A7C-B774-306F-33EA-C9DD4537E821}"/>
          </ac:spMkLst>
        </pc:spChg>
        <pc:spChg chg="add mod">
          <ac:chgData name="adilton junio" userId="66b3fade76ecdf97" providerId="LiveId" clId="{A5E50579-1733-4537-B8F2-65A7B3AAE54E}" dt="2024-07-19T20:37:38.993" v="2686" actId="20577"/>
          <ac:spMkLst>
            <pc:docMk/>
            <pc:sldMk cId="3763899619" sldId="287"/>
            <ac:spMk id="10" creationId="{6DEF6BC8-5495-6F89-790B-7F154E5FD9F6}"/>
          </ac:spMkLst>
        </pc:spChg>
        <pc:spChg chg="add mod">
          <ac:chgData name="adilton junio" userId="66b3fade76ecdf97" providerId="LiveId" clId="{A5E50579-1733-4537-B8F2-65A7B3AAE54E}" dt="2024-07-19T22:23:53.363" v="4295" actId="404"/>
          <ac:spMkLst>
            <pc:docMk/>
            <pc:sldMk cId="3763899619" sldId="287"/>
            <ac:spMk id="11" creationId="{DBDE1482-29EB-D4CA-CC30-B15EF1203BCD}"/>
          </ac:spMkLst>
        </pc:spChg>
        <pc:spChg chg="del mod">
          <ac:chgData name="adilton junio" userId="66b3fade76ecdf97" providerId="LiveId" clId="{A5E50579-1733-4537-B8F2-65A7B3AAE54E}" dt="2024-07-19T15:17:05.963" v="1472" actId="21"/>
          <ac:spMkLst>
            <pc:docMk/>
            <pc:sldMk cId="3763899619" sldId="287"/>
            <ac:spMk id="12" creationId="{0184E636-5A23-3165-25D4-51C30B3D8093}"/>
          </ac:spMkLst>
        </pc:spChg>
        <pc:spChg chg="del mod">
          <ac:chgData name="adilton junio" userId="66b3fade76ecdf97" providerId="LiveId" clId="{A5E50579-1733-4537-B8F2-65A7B3AAE54E}" dt="2024-07-19T15:17:05.963" v="1472" actId="21"/>
          <ac:spMkLst>
            <pc:docMk/>
            <pc:sldMk cId="3763899619" sldId="287"/>
            <ac:spMk id="13" creationId="{F9AF2A7C-B774-306F-33EA-C9DD4537E821}"/>
          </ac:spMkLst>
        </pc:spChg>
        <pc:spChg chg="mod">
          <ac:chgData name="adilton junio" userId="66b3fade76ecdf97" providerId="LiveId" clId="{A5E50579-1733-4537-B8F2-65A7B3AAE54E}" dt="2024-07-19T15:19:44.851" v="1625"/>
          <ac:spMkLst>
            <pc:docMk/>
            <pc:sldMk cId="3763899619" sldId="287"/>
            <ac:spMk id="14" creationId="{07C0706B-1FE1-921D-6FF0-0D005EB8399B}"/>
          </ac:spMkLst>
        </pc:spChg>
        <pc:spChg chg="add mod">
          <ac:chgData name="adilton junio" userId="66b3fade76ecdf97" providerId="LiveId" clId="{A5E50579-1733-4537-B8F2-65A7B3AAE54E}" dt="2024-07-19T17:31:43.118" v="2132"/>
          <ac:spMkLst>
            <pc:docMk/>
            <pc:sldMk cId="3763899619" sldId="287"/>
            <ac:spMk id="15" creationId="{ECCB8644-B664-4D9B-46F1-7F32D767AA4A}"/>
          </ac:spMkLst>
        </pc:spChg>
        <pc:spChg chg="mod">
          <ac:chgData name="adilton junio" userId="66b3fade76ecdf97" providerId="LiveId" clId="{A5E50579-1733-4537-B8F2-65A7B3AAE54E}" dt="2024-07-19T15:45:36.122" v="1822"/>
          <ac:spMkLst>
            <pc:docMk/>
            <pc:sldMk cId="3763899619" sldId="287"/>
            <ac:spMk id="16" creationId="{BA821975-BA86-006B-FAAE-3FC6F7103A5C}"/>
          </ac:spMkLst>
        </pc:spChg>
        <pc:spChg chg="mod">
          <ac:chgData name="adilton junio" userId="66b3fade76ecdf97" providerId="LiveId" clId="{A5E50579-1733-4537-B8F2-65A7B3AAE54E}" dt="2024-07-19T22:23:53.363" v="4295" actId="404"/>
          <ac:spMkLst>
            <pc:docMk/>
            <pc:sldMk cId="3763899619" sldId="287"/>
            <ac:spMk id="17" creationId="{356E95C4-2489-700E-FF9E-551D8C0F65F8}"/>
          </ac:spMkLst>
        </pc:spChg>
        <pc:spChg chg="mod">
          <ac:chgData name="adilton junio" userId="66b3fade76ecdf97" providerId="LiveId" clId="{A5E50579-1733-4537-B8F2-65A7B3AAE54E}" dt="2024-07-19T15:43:15.785" v="1797" actId="1035"/>
          <ac:spMkLst>
            <pc:docMk/>
            <pc:sldMk cId="3763899619" sldId="287"/>
            <ac:spMk id="18" creationId="{7105BD8F-0BCA-8124-9BC2-99358E877A50}"/>
          </ac:spMkLst>
        </pc:spChg>
        <pc:spChg chg="mod">
          <ac:chgData name="adilton junio" userId="66b3fade76ecdf97" providerId="LiveId" clId="{A5E50579-1733-4537-B8F2-65A7B3AAE54E}" dt="2024-07-19T22:23:53.363" v="4295" actId="404"/>
          <ac:spMkLst>
            <pc:docMk/>
            <pc:sldMk cId="3763899619" sldId="287"/>
            <ac:spMk id="19" creationId="{D81F4D81-A5A4-E3B7-8064-ADE62601D1BA}"/>
          </ac:spMkLst>
        </pc:spChg>
        <pc:spChg chg="mod">
          <ac:chgData name="adilton junio" userId="66b3fade76ecdf97" providerId="LiveId" clId="{A5E50579-1733-4537-B8F2-65A7B3AAE54E}" dt="2024-07-19T15:43:24.330" v="1799" actId="1036"/>
          <ac:spMkLst>
            <pc:docMk/>
            <pc:sldMk cId="3763899619" sldId="287"/>
            <ac:spMk id="20" creationId="{78082A30-D432-5475-91C5-AC56F7CF61B4}"/>
          </ac:spMkLst>
        </pc:spChg>
        <pc:spChg chg="del mod">
          <ac:chgData name="adilton junio" userId="66b3fade76ecdf97" providerId="LiveId" clId="{A5E50579-1733-4537-B8F2-65A7B3AAE54E}" dt="2024-07-19T15:17:05.963" v="1472" actId="21"/>
          <ac:spMkLst>
            <pc:docMk/>
            <pc:sldMk cId="3763899619" sldId="287"/>
            <ac:spMk id="46" creationId="{6CE3F873-CFD4-78FC-4F2E-CB254F51C454}"/>
          </ac:spMkLst>
        </pc:spChg>
        <pc:spChg chg="del">
          <ac:chgData name="adilton junio" userId="66b3fade76ecdf97" providerId="LiveId" clId="{A5E50579-1733-4537-B8F2-65A7B3AAE54E}" dt="2024-07-19T12:46:03.461" v="1400" actId="478"/>
          <ac:spMkLst>
            <pc:docMk/>
            <pc:sldMk cId="3763899619" sldId="287"/>
            <ac:spMk id="70" creationId="{78B341C4-2B1A-F076-C254-B6068E0B7310}"/>
          </ac:spMkLst>
        </pc:spChg>
        <pc:spChg chg="del">
          <ac:chgData name="adilton junio" userId="66b3fade76ecdf97" providerId="LiveId" clId="{A5E50579-1733-4537-B8F2-65A7B3AAE54E}" dt="2024-07-19T17:31:42.837" v="2131" actId="478"/>
          <ac:spMkLst>
            <pc:docMk/>
            <pc:sldMk cId="3763899619" sldId="287"/>
            <ac:spMk id="92" creationId="{389AD4BA-DE4A-1658-2487-F94C2EEF6666}"/>
          </ac:spMkLst>
        </pc:spChg>
      </pc:sldChg>
      <pc:sldChg chg="addSp delSp modSp add mod">
        <pc:chgData name="adilton junio" userId="66b3fade76ecdf97" providerId="LiveId" clId="{A5E50579-1733-4537-B8F2-65A7B3AAE54E}" dt="2024-07-19T20:25:04.322" v="2599" actId="1076"/>
        <pc:sldMkLst>
          <pc:docMk/>
          <pc:sldMk cId="6677423" sldId="288"/>
        </pc:sldMkLst>
        <pc:spChg chg="del">
          <ac:chgData name="adilton junio" userId="66b3fade76ecdf97" providerId="LiveId" clId="{A5E50579-1733-4537-B8F2-65A7B3AAE54E}" dt="2024-07-19T19:45:47.476" v="2241" actId="478"/>
          <ac:spMkLst>
            <pc:docMk/>
            <pc:sldMk cId="6677423" sldId="288"/>
            <ac:spMk id="3" creationId="{CB21541A-CC20-30C3-9CD1-04E9A6F1E8A5}"/>
          </ac:spMkLst>
        </pc:spChg>
        <pc:spChg chg="del">
          <ac:chgData name="adilton junio" userId="66b3fade76ecdf97" providerId="LiveId" clId="{A5E50579-1733-4537-B8F2-65A7B3AAE54E}" dt="2024-07-19T19:45:47.476" v="2241" actId="478"/>
          <ac:spMkLst>
            <pc:docMk/>
            <pc:sldMk cId="6677423" sldId="288"/>
            <ac:spMk id="5" creationId="{DC422E7E-28A2-EB24-90B9-E1802DEE0B6E}"/>
          </ac:spMkLst>
        </pc:spChg>
        <pc:spChg chg="del">
          <ac:chgData name="adilton junio" userId="66b3fade76ecdf97" providerId="LiveId" clId="{A5E50579-1733-4537-B8F2-65A7B3AAE54E}" dt="2024-07-19T19:45:47.476" v="2241" actId="478"/>
          <ac:spMkLst>
            <pc:docMk/>
            <pc:sldMk cId="6677423" sldId="288"/>
            <ac:spMk id="7" creationId="{A8FF83A0-2842-A6AB-38C4-99607C5F3464}"/>
          </ac:spMkLst>
        </pc:spChg>
        <pc:spChg chg="del">
          <ac:chgData name="adilton junio" userId="66b3fade76ecdf97" providerId="LiveId" clId="{A5E50579-1733-4537-B8F2-65A7B3AAE54E}" dt="2024-07-19T19:45:47.476" v="2241" actId="478"/>
          <ac:spMkLst>
            <pc:docMk/>
            <pc:sldMk cId="6677423" sldId="288"/>
            <ac:spMk id="10" creationId="{B4F68EDF-C538-EE2A-3DD8-6982F6CFC80C}"/>
          </ac:spMkLst>
        </pc:spChg>
        <pc:spChg chg="del">
          <ac:chgData name="adilton junio" userId="66b3fade76ecdf97" providerId="LiveId" clId="{A5E50579-1733-4537-B8F2-65A7B3AAE54E}" dt="2024-07-19T19:45:47.476" v="2241" actId="478"/>
          <ac:spMkLst>
            <pc:docMk/>
            <pc:sldMk cId="6677423" sldId="288"/>
            <ac:spMk id="11" creationId="{EE9F3953-B771-A257-6B14-70DE73E14F3B}"/>
          </ac:spMkLst>
        </pc:spChg>
        <pc:spChg chg="del">
          <ac:chgData name="adilton junio" userId="66b3fade76ecdf97" providerId="LiveId" clId="{A5E50579-1733-4537-B8F2-65A7B3AAE54E}" dt="2024-07-19T19:45:47.476" v="2241" actId="478"/>
          <ac:spMkLst>
            <pc:docMk/>
            <pc:sldMk cId="6677423" sldId="288"/>
            <ac:spMk id="12" creationId="{E44ED59F-5AF4-7BB1-626B-BC117C20EA99}"/>
          </ac:spMkLst>
        </pc:spChg>
        <pc:spChg chg="del">
          <ac:chgData name="adilton junio" userId="66b3fade76ecdf97" providerId="LiveId" clId="{A5E50579-1733-4537-B8F2-65A7B3AAE54E}" dt="2024-07-19T19:45:47.476" v="2241" actId="478"/>
          <ac:spMkLst>
            <pc:docMk/>
            <pc:sldMk cId="6677423" sldId="288"/>
            <ac:spMk id="13" creationId="{BCECED92-9F3C-5366-4993-D0EBC2796819}"/>
          </ac:spMkLst>
        </pc:spChg>
        <pc:spChg chg="mod">
          <ac:chgData name="adilton junio" userId="66b3fade76ecdf97" providerId="LiveId" clId="{A5E50579-1733-4537-B8F2-65A7B3AAE54E}" dt="2024-07-19T20:04:58.222" v="2358" actId="1076"/>
          <ac:spMkLst>
            <pc:docMk/>
            <pc:sldMk cId="6677423" sldId="288"/>
            <ac:spMk id="14" creationId="{15E9442C-91FF-5FDD-0C98-735AD5A16404}"/>
          </ac:spMkLst>
        </pc:spChg>
        <pc:spChg chg="del">
          <ac:chgData name="adilton junio" userId="66b3fade76ecdf97" providerId="LiveId" clId="{A5E50579-1733-4537-B8F2-65A7B3AAE54E}" dt="2024-07-19T19:45:47.476" v="2241" actId="478"/>
          <ac:spMkLst>
            <pc:docMk/>
            <pc:sldMk cId="6677423" sldId="288"/>
            <ac:spMk id="15" creationId="{56714BC3-94B4-AE53-DBBD-2094D6FC0102}"/>
          </ac:spMkLst>
        </pc:spChg>
        <pc:spChg chg="add mod">
          <ac:chgData name="adilton junio" userId="66b3fade76ecdf97" providerId="LiveId" clId="{A5E50579-1733-4537-B8F2-65A7B3AAE54E}" dt="2024-07-19T20:05:01.459" v="2359" actId="1038"/>
          <ac:spMkLst>
            <pc:docMk/>
            <pc:sldMk cId="6677423" sldId="288"/>
            <ac:spMk id="16" creationId="{AFD9189A-2BE5-D38F-EAC9-897DBB27CB4F}"/>
          </ac:spMkLst>
        </pc:spChg>
        <pc:spChg chg="add mod">
          <ac:chgData name="adilton junio" userId="66b3fade76ecdf97" providerId="LiveId" clId="{A5E50579-1733-4537-B8F2-65A7B3AAE54E}" dt="2024-07-19T20:05:01.459" v="2359" actId="1038"/>
          <ac:spMkLst>
            <pc:docMk/>
            <pc:sldMk cId="6677423" sldId="288"/>
            <ac:spMk id="17" creationId="{0104B427-1942-E8BF-7069-96674B7E32EB}"/>
          </ac:spMkLst>
        </pc:spChg>
        <pc:spChg chg="add mod">
          <ac:chgData name="adilton junio" userId="66b3fade76ecdf97" providerId="LiveId" clId="{A5E50579-1733-4537-B8F2-65A7B3AAE54E}" dt="2024-07-19T20:05:06.679" v="2361" actId="1076"/>
          <ac:spMkLst>
            <pc:docMk/>
            <pc:sldMk cId="6677423" sldId="288"/>
            <ac:spMk id="18" creationId="{0F83DEF8-2C35-2A05-08F0-167D281AF300}"/>
          </ac:spMkLst>
        </pc:spChg>
        <pc:spChg chg="add mod">
          <ac:chgData name="adilton junio" userId="66b3fade76ecdf97" providerId="LiveId" clId="{A5E50579-1733-4537-B8F2-65A7B3AAE54E}" dt="2024-07-19T20:05:01.459" v="2359" actId="1038"/>
          <ac:spMkLst>
            <pc:docMk/>
            <pc:sldMk cId="6677423" sldId="288"/>
            <ac:spMk id="19" creationId="{D0A972E1-BB6D-9DFA-F3C4-DCF13D01C7DA}"/>
          </ac:spMkLst>
        </pc:spChg>
        <pc:spChg chg="add mod">
          <ac:chgData name="adilton junio" userId="66b3fade76ecdf97" providerId="LiveId" clId="{A5E50579-1733-4537-B8F2-65A7B3AAE54E}" dt="2024-07-19T20:05:01.459" v="2359" actId="1038"/>
          <ac:spMkLst>
            <pc:docMk/>
            <pc:sldMk cId="6677423" sldId="288"/>
            <ac:spMk id="22" creationId="{5B0008BA-8F0E-61F9-9492-19AD42C038E6}"/>
          </ac:spMkLst>
        </pc:spChg>
        <pc:spChg chg="add mod">
          <ac:chgData name="adilton junio" userId="66b3fade76ecdf97" providerId="LiveId" clId="{A5E50579-1733-4537-B8F2-65A7B3AAE54E}" dt="2024-07-19T20:05:01.459" v="2359" actId="1038"/>
          <ac:spMkLst>
            <pc:docMk/>
            <pc:sldMk cId="6677423" sldId="288"/>
            <ac:spMk id="23" creationId="{AD8E39AF-5118-CAB2-A315-25A090D01D45}"/>
          </ac:spMkLst>
        </pc:spChg>
        <pc:spChg chg="add mod">
          <ac:chgData name="adilton junio" userId="66b3fade76ecdf97" providerId="LiveId" clId="{A5E50579-1733-4537-B8F2-65A7B3AAE54E}" dt="2024-07-19T20:05:01.459" v="2359" actId="1038"/>
          <ac:spMkLst>
            <pc:docMk/>
            <pc:sldMk cId="6677423" sldId="288"/>
            <ac:spMk id="24" creationId="{46C0E6ED-E295-2C16-06C3-C85389A36693}"/>
          </ac:spMkLst>
        </pc:spChg>
        <pc:spChg chg="add mod">
          <ac:chgData name="adilton junio" userId="66b3fade76ecdf97" providerId="LiveId" clId="{A5E50579-1733-4537-B8F2-65A7B3AAE54E}" dt="2024-07-19T20:05:01.459" v="2359" actId="1038"/>
          <ac:spMkLst>
            <pc:docMk/>
            <pc:sldMk cId="6677423" sldId="288"/>
            <ac:spMk id="25" creationId="{9AFBBC26-DDEC-B28C-60F8-27F8AD1B64BA}"/>
          </ac:spMkLst>
        </pc:spChg>
        <pc:spChg chg="add mod">
          <ac:chgData name="adilton junio" userId="66b3fade76ecdf97" providerId="LiveId" clId="{A5E50579-1733-4537-B8F2-65A7B3AAE54E}" dt="2024-07-19T20:05:01.459" v="2359" actId="1038"/>
          <ac:spMkLst>
            <pc:docMk/>
            <pc:sldMk cId="6677423" sldId="288"/>
            <ac:spMk id="30" creationId="{28A9D5B9-AD3A-A006-DAA1-8827878461E5}"/>
          </ac:spMkLst>
        </pc:spChg>
        <pc:spChg chg="add del mod">
          <ac:chgData name="adilton junio" userId="66b3fade76ecdf97" providerId="LiveId" clId="{A5E50579-1733-4537-B8F2-65A7B3AAE54E}" dt="2024-07-19T20:00:34.751" v="2330" actId="478"/>
          <ac:spMkLst>
            <pc:docMk/>
            <pc:sldMk cId="6677423" sldId="288"/>
            <ac:spMk id="33" creationId="{2E3B0F15-6F7D-3FE6-45C2-905959F3FABF}"/>
          </ac:spMkLst>
        </pc:spChg>
        <pc:spChg chg="add mod">
          <ac:chgData name="adilton junio" userId="66b3fade76ecdf97" providerId="LiveId" clId="{A5E50579-1733-4537-B8F2-65A7B3AAE54E}" dt="2024-07-19T20:16:41.833" v="2553" actId="1076"/>
          <ac:spMkLst>
            <pc:docMk/>
            <pc:sldMk cId="6677423" sldId="288"/>
            <ac:spMk id="34" creationId="{91DAB5D4-1CDA-34CB-C9F5-6C3A0B489D10}"/>
          </ac:spMkLst>
        </pc:spChg>
        <pc:spChg chg="add del mod">
          <ac:chgData name="adilton junio" userId="66b3fade76ecdf97" providerId="LiveId" clId="{A5E50579-1733-4537-B8F2-65A7B3AAE54E}" dt="2024-07-19T19:49:31.247" v="2274" actId="478"/>
          <ac:spMkLst>
            <pc:docMk/>
            <pc:sldMk cId="6677423" sldId="288"/>
            <ac:spMk id="35" creationId="{F6A34676-E213-6CA7-EA48-9B316A613873}"/>
          </ac:spMkLst>
        </pc:spChg>
        <pc:spChg chg="add mod">
          <ac:chgData name="adilton junio" userId="66b3fade76ecdf97" providerId="LiveId" clId="{A5E50579-1733-4537-B8F2-65A7B3AAE54E}" dt="2024-07-19T20:25:04.322" v="2599" actId="1076"/>
          <ac:spMkLst>
            <pc:docMk/>
            <pc:sldMk cId="6677423" sldId="288"/>
            <ac:spMk id="36" creationId="{E28D8F21-0999-054A-2FF4-502FD287F60E}"/>
          </ac:spMkLst>
        </pc:spChg>
        <pc:spChg chg="add mod">
          <ac:chgData name="adilton junio" userId="66b3fade76ecdf97" providerId="LiveId" clId="{A5E50579-1733-4537-B8F2-65A7B3AAE54E}" dt="2024-07-19T20:20:22.875" v="2572" actId="1038"/>
          <ac:spMkLst>
            <pc:docMk/>
            <pc:sldMk cId="6677423" sldId="288"/>
            <ac:spMk id="46" creationId="{0BB3695B-227D-9F20-945D-044DF5352231}"/>
          </ac:spMkLst>
        </pc:spChg>
        <pc:spChg chg="add mod">
          <ac:chgData name="adilton junio" userId="66b3fade76ecdf97" providerId="LiveId" clId="{A5E50579-1733-4537-B8F2-65A7B3AAE54E}" dt="2024-07-19T20:05:01.459" v="2359" actId="1038"/>
          <ac:spMkLst>
            <pc:docMk/>
            <pc:sldMk cId="6677423" sldId="288"/>
            <ac:spMk id="53" creationId="{A21F8065-6A42-6FC6-1701-E4D003ADC596}"/>
          </ac:spMkLst>
        </pc:spChg>
        <pc:spChg chg="add del mod">
          <ac:chgData name="adilton junio" userId="66b3fade76ecdf97" providerId="LiveId" clId="{A5E50579-1733-4537-B8F2-65A7B3AAE54E}" dt="2024-07-19T20:13:30.797" v="2458" actId="478"/>
          <ac:spMkLst>
            <pc:docMk/>
            <pc:sldMk cId="6677423" sldId="288"/>
            <ac:spMk id="57" creationId="{584DD1F1-1EB7-6BD9-1B3C-30E7D45CA387}"/>
          </ac:spMkLst>
        </pc:spChg>
        <pc:spChg chg="add del">
          <ac:chgData name="adilton junio" userId="66b3fade76ecdf97" providerId="LiveId" clId="{A5E50579-1733-4537-B8F2-65A7B3AAE54E}" dt="2024-07-19T19:59:43.932" v="2320" actId="478"/>
          <ac:spMkLst>
            <pc:docMk/>
            <pc:sldMk cId="6677423" sldId="288"/>
            <ac:spMk id="62" creationId="{E85BF562-E12E-69C2-AD7C-A9A7E78A2F04}"/>
          </ac:spMkLst>
        </pc:spChg>
        <pc:spChg chg="add del">
          <ac:chgData name="adilton junio" userId="66b3fade76ecdf97" providerId="LiveId" clId="{A5E50579-1733-4537-B8F2-65A7B3AAE54E}" dt="2024-07-19T19:59:54.343" v="2322" actId="478"/>
          <ac:spMkLst>
            <pc:docMk/>
            <pc:sldMk cId="6677423" sldId="288"/>
            <ac:spMk id="63" creationId="{972A2910-7740-A47F-33F5-F9CCBE4545FE}"/>
          </ac:spMkLst>
        </pc:spChg>
        <pc:spChg chg="del">
          <ac:chgData name="adilton junio" userId="66b3fade76ecdf97" providerId="LiveId" clId="{A5E50579-1733-4537-B8F2-65A7B3AAE54E}" dt="2024-07-19T19:45:47.476" v="2241" actId="478"/>
          <ac:spMkLst>
            <pc:docMk/>
            <pc:sldMk cId="6677423" sldId="288"/>
            <ac:spMk id="70" creationId="{78B341C4-2B1A-F076-C254-B6068E0B7310}"/>
          </ac:spMkLst>
        </pc:spChg>
        <pc:spChg chg="add mod">
          <ac:chgData name="adilton junio" userId="66b3fade76ecdf97" providerId="LiveId" clId="{A5E50579-1733-4537-B8F2-65A7B3AAE54E}" dt="2024-07-19T20:16:31.377" v="2552" actId="1076"/>
          <ac:spMkLst>
            <pc:docMk/>
            <pc:sldMk cId="6677423" sldId="288"/>
            <ac:spMk id="72" creationId="{848CDCD1-D423-7485-E511-7F57E262827D}"/>
          </ac:spMkLst>
        </pc:spChg>
        <pc:spChg chg="add mod">
          <ac:chgData name="adilton junio" userId="66b3fade76ecdf97" providerId="LiveId" clId="{A5E50579-1733-4537-B8F2-65A7B3AAE54E}" dt="2024-07-19T20:20:14.217" v="2568" actId="6549"/>
          <ac:spMkLst>
            <pc:docMk/>
            <pc:sldMk cId="6677423" sldId="288"/>
            <ac:spMk id="119" creationId="{70DA2BCC-488D-68AE-EE2F-3C1CDBFB5230}"/>
          </ac:spMkLst>
        </pc:spChg>
        <pc:spChg chg="add mod">
          <ac:chgData name="adilton junio" userId="66b3fade76ecdf97" providerId="LiveId" clId="{A5E50579-1733-4537-B8F2-65A7B3AAE54E}" dt="2024-07-19T20:20:35.740" v="2575"/>
          <ac:spMkLst>
            <pc:docMk/>
            <pc:sldMk cId="6677423" sldId="288"/>
            <ac:spMk id="122" creationId="{4F47D5E8-246A-71D4-912A-FDA08FFA3E5D}"/>
          </ac:spMkLst>
        </pc:spChg>
        <pc:spChg chg="add mod">
          <ac:chgData name="adilton junio" userId="66b3fade76ecdf97" providerId="LiveId" clId="{A5E50579-1733-4537-B8F2-65A7B3AAE54E}" dt="2024-07-19T20:20:45.104" v="2577" actId="1076"/>
          <ac:spMkLst>
            <pc:docMk/>
            <pc:sldMk cId="6677423" sldId="288"/>
            <ac:spMk id="123" creationId="{A10D267D-BFAE-24C9-601F-3B7E23AAFEF2}"/>
          </ac:spMkLst>
        </pc:spChg>
        <pc:spChg chg="add del">
          <ac:chgData name="adilton junio" userId="66b3fade76ecdf97" providerId="LiveId" clId="{A5E50579-1733-4537-B8F2-65A7B3AAE54E}" dt="2024-07-19T20:21:41.729" v="2582" actId="22"/>
          <ac:spMkLst>
            <pc:docMk/>
            <pc:sldMk cId="6677423" sldId="288"/>
            <ac:spMk id="130" creationId="{472FC5A4-B832-E3EA-B074-67BE3D3F6FAC}"/>
          </ac:spMkLst>
        </pc:spChg>
        <pc:cxnChg chg="add mod">
          <ac:chgData name="adilton junio" userId="66b3fade76ecdf97" providerId="LiveId" clId="{A5E50579-1733-4537-B8F2-65A7B3AAE54E}" dt="2024-07-19T20:05:06.679" v="2361" actId="1076"/>
          <ac:cxnSpMkLst>
            <pc:docMk/>
            <pc:sldMk cId="6677423" sldId="288"/>
            <ac:cxnSpMk id="20" creationId="{746E3BAF-36B2-8646-BF22-8E465777221A}"/>
          </ac:cxnSpMkLst>
        </pc:cxnChg>
        <pc:cxnChg chg="add mod">
          <ac:chgData name="adilton junio" userId="66b3fade76ecdf97" providerId="LiveId" clId="{A5E50579-1733-4537-B8F2-65A7B3AAE54E}" dt="2024-07-19T20:05:06.679" v="2361" actId="1076"/>
          <ac:cxnSpMkLst>
            <pc:docMk/>
            <pc:sldMk cId="6677423" sldId="288"/>
            <ac:cxnSpMk id="21" creationId="{FC48719D-9EA2-A4D8-E0C2-3DAB0B1D4C24}"/>
          </ac:cxnSpMkLst>
        </pc:cxnChg>
        <pc:cxnChg chg="add mod">
          <ac:chgData name="adilton junio" userId="66b3fade76ecdf97" providerId="LiveId" clId="{A5E50579-1733-4537-B8F2-65A7B3AAE54E}" dt="2024-07-19T20:05:01.459" v="2359" actId="1038"/>
          <ac:cxnSpMkLst>
            <pc:docMk/>
            <pc:sldMk cId="6677423" sldId="288"/>
            <ac:cxnSpMk id="26" creationId="{8D791CCD-7FDA-0C42-F355-0B9A1CB80301}"/>
          </ac:cxnSpMkLst>
        </pc:cxnChg>
        <pc:cxnChg chg="add mod">
          <ac:chgData name="adilton junio" userId="66b3fade76ecdf97" providerId="LiveId" clId="{A5E50579-1733-4537-B8F2-65A7B3AAE54E}" dt="2024-07-19T20:05:01.459" v="2359" actId="1038"/>
          <ac:cxnSpMkLst>
            <pc:docMk/>
            <pc:sldMk cId="6677423" sldId="288"/>
            <ac:cxnSpMk id="27" creationId="{43A01D66-8320-1175-11FD-B8A372DD30B5}"/>
          </ac:cxnSpMkLst>
        </pc:cxnChg>
        <pc:cxnChg chg="add mod">
          <ac:chgData name="adilton junio" userId="66b3fade76ecdf97" providerId="LiveId" clId="{A5E50579-1733-4537-B8F2-65A7B3AAE54E}" dt="2024-07-19T20:05:01.459" v="2359" actId="1038"/>
          <ac:cxnSpMkLst>
            <pc:docMk/>
            <pc:sldMk cId="6677423" sldId="288"/>
            <ac:cxnSpMk id="28" creationId="{247FF784-3A16-CF74-41DC-C844843F8BD6}"/>
          </ac:cxnSpMkLst>
        </pc:cxnChg>
        <pc:cxnChg chg="add mod">
          <ac:chgData name="adilton junio" userId="66b3fade76ecdf97" providerId="LiveId" clId="{A5E50579-1733-4537-B8F2-65A7B3AAE54E}" dt="2024-07-19T20:05:01.459" v="2359" actId="1038"/>
          <ac:cxnSpMkLst>
            <pc:docMk/>
            <pc:sldMk cId="6677423" sldId="288"/>
            <ac:cxnSpMk id="29" creationId="{FB0A4008-2E82-AFD1-616C-A3FAEBFA1739}"/>
          </ac:cxnSpMkLst>
        </pc:cxnChg>
        <pc:cxnChg chg="add mod">
          <ac:chgData name="adilton junio" userId="66b3fade76ecdf97" providerId="LiveId" clId="{A5E50579-1733-4537-B8F2-65A7B3AAE54E}" dt="2024-07-19T20:05:01.459" v="2359" actId="1038"/>
          <ac:cxnSpMkLst>
            <pc:docMk/>
            <pc:sldMk cId="6677423" sldId="288"/>
            <ac:cxnSpMk id="31" creationId="{184AF9D8-30FD-9068-6A0A-CA6DAB1A1FBC}"/>
          </ac:cxnSpMkLst>
        </pc:cxnChg>
        <pc:cxnChg chg="add mod">
          <ac:chgData name="adilton junio" userId="66b3fade76ecdf97" providerId="LiveId" clId="{A5E50579-1733-4537-B8F2-65A7B3AAE54E}" dt="2024-07-19T20:05:01.459" v="2359" actId="1038"/>
          <ac:cxnSpMkLst>
            <pc:docMk/>
            <pc:sldMk cId="6677423" sldId="288"/>
            <ac:cxnSpMk id="32" creationId="{D5B12F51-E93D-AEDE-0D01-39D0EF29E2D1}"/>
          </ac:cxnSpMkLst>
        </pc:cxnChg>
        <pc:cxnChg chg="add del mod">
          <ac:chgData name="adilton junio" userId="66b3fade76ecdf97" providerId="LiveId" clId="{A5E50579-1733-4537-B8F2-65A7B3AAE54E}" dt="2024-07-19T20:12:42.462" v="2443" actId="478"/>
          <ac:cxnSpMkLst>
            <pc:docMk/>
            <pc:sldMk cId="6677423" sldId="288"/>
            <ac:cxnSpMk id="37" creationId="{B4A047D4-8E16-661C-EBF4-8FFA829B2DA7}"/>
          </ac:cxnSpMkLst>
        </pc:cxnChg>
        <pc:cxnChg chg="add del mod">
          <ac:chgData name="adilton junio" userId="66b3fade76ecdf97" providerId="LiveId" clId="{A5E50579-1733-4537-B8F2-65A7B3AAE54E}" dt="2024-07-19T19:56:18.851" v="2296" actId="478"/>
          <ac:cxnSpMkLst>
            <pc:docMk/>
            <pc:sldMk cId="6677423" sldId="288"/>
            <ac:cxnSpMk id="40" creationId="{3EE85CE9-597C-0D24-37F4-A48D60E61A6D}"/>
          </ac:cxnSpMkLst>
        </pc:cxnChg>
        <pc:cxnChg chg="add del mod">
          <ac:chgData name="adilton junio" userId="66b3fade76ecdf97" providerId="LiveId" clId="{A5E50579-1733-4537-B8F2-65A7B3AAE54E}" dt="2024-07-19T19:56:19.430" v="2297" actId="478"/>
          <ac:cxnSpMkLst>
            <pc:docMk/>
            <pc:sldMk cId="6677423" sldId="288"/>
            <ac:cxnSpMk id="42" creationId="{F549A40E-212F-5124-9352-004AC53FFD78}"/>
          </ac:cxnSpMkLst>
        </pc:cxnChg>
        <pc:cxnChg chg="add mod">
          <ac:chgData name="adilton junio" userId="66b3fade76ecdf97" providerId="LiveId" clId="{A5E50579-1733-4537-B8F2-65A7B3AAE54E}" dt="2024-07-19T20:05:06.679" v="2361" actId="1076"/>
          <ac:cxnSpMkLst>
            <pc:docMk/>
            <pc:sldMk cId="6677423" sldId="288"/>
            <ac:cxnSpMk id="55" creationId="{18AAC834-BCF2-7C41-C188-60A953C05B04}"/>
          </ac:cxnSpMkLst>
        </pc:cxnChg>
        <pc:cxnChg chg="add del mod">
          <ac:chgData name="adilton junio" userId="66b3fade76ecdf97" providerId="LiveId" clId="{A5E50579-1733-4537-B8F2-65A7B3AAE54E}" dt="2024-07-19T19:59:37.167" v="2318" actId="478"/>
          <ac:cxnSpMkLst>
            <pc:docMk/>
            <pc:sldMk cId="6677423" sldId="288"/>
            <ac:cxnSpMk id="59" creationId="{787D2908-3F70-C033-7D7D-A147FC80137E}"/>
          </ac:cxnSpMkLst>
        </pc:cxnChg>
        <pc:cxnChg chg="add del mod">
          <ac:chgData name="adilton junio" userId="66b3fade76ecdf97" providerId="LiveId" clId="{A5E50579-1733-4537-B8F2-65A7B3AAE54E}" dt="2024-07-19T20:03:55.707" v="2348" actId="478"/>
          <ac:cxnSpMkLst>
            <pc:docMk/>
            <pc:sldMk cId="6677423" sldId="288"/>
            <ac:cxnSpMk id="65" creationId="{FCCB41B4-7311-1E92-827B-4ACD4E0F11FB}"/>
          </ac:cxnSpMkLst>
        </pc:cxnChg>
        <pc:cxnChg chg="add mod">
          <ac:chgData name="adilton junio" userId="66b3fade76ecdf97" providerId="LiveId" clId="{A5E50579-1733-4537-B8F2-65A7B3AAE54E}" dt="2024-07-19T20:16:31.377" v="2552" actId="1076"/>
          <ac:cxnSpMkLst>
            <pc:docMk/>
            <pc:sldMk cId="6677423" sldId="288"/>
            <ac:cxnSpMk id="68" creationId="{66155D89-1231-F95E-C9C7-EED74D0D1A34}"/>
          </ac:cxnSpMkLst>
        </pc:cxnChg>
        <pc:cxnChg chg="add mod">
          <ac:chgData name="adilton junio" userId="66b3fade76ecdf97" providerId="LiveId" clId="{A5E50579-1733-4537-B8F2-65A7B3AAE54E}" dt="2024-07-19T20:16:41.833" v="2553" actId="1076"/>
          <ac:cxnSpMkLst>
            <pc:docMk/>
            <pc:sldMk cId="6677423" sldId="288"/>
            <ac:cxnSpMk id="71" creationId="{687850E7-8B51-4A62-3203-2DC7C9F47792}"/>
          </ac:cxnSpMkLst>
        </pc:cxnChg>
        <pc:cxnChg chg="add del mod">
          <ac:chgData name="adilton junio" userId="66b3fade76ecdf97" providerId="LiveId" clId="{A5E50579-1733-4537-B8F2-65A7B3AAE54E}" dt="2024-07-19T20:16:11.820" v="2547" actId="478"/>
          <ac:cxnSpMkLst>
            <pc:docMk/>
            <pc:sldMk cId="6677423" sldId="288"/>
            <ac:cxnSpMk id="76" creationId="{500768F9-3913-7E59-CAA5-8A538EF7B8FD}"/>
          </ac:cxnSpMkLst>
        </pc:cxnChg>
        <pc:cxnChg chg="add del mod">
          <ac:chgData name="adilton junio" userId="66b3fade76ecdf97" providerId="LiveId" clId="{A5E50579-1733-4537-B8F2-65A7B3AAE54E}" dt="2024-07-19T20:13:02.478" v="2450" actId="478"/>
          <ac:cxnSpMkLst>
            <pc:docMk/>
            <pc:sldMk cId="6677423" sldId="288"/>
            <ac:cxnSpMk id="82" creationId="{E5A4D0A0-D4A9-D15E-5E8A-B1E62EF20ADC}"/>
          </ac:cxnSpMkLst>
        </pc:cxnChg>
        <pc:cxnChg chg="add del mod">
          <ac:chgData name="adilton junio" userId="66b3fade76ecdf97" providerId="LiveId" clId="{A5E50579-1733-4537-B8F2-65A7B3AAE54E}" dt="2024-07-19T20:16:44.055" v="2554" actId="478"/>
          <ac:cxnSpMkLst>
            <pc:docMk/>
            <pc:sldMk cId="6677423" sldId="288"/>
            <ac:cxnSpMk id="97" creationId="{D8E89EC0-779E-9625-DB85-8742D564D393}"/>
          </ac:cxnSpMkLst>
        </pc:cxnChg>
        <pc:cxnChg chg="add del mod">
          <ac:chgData name="adilton junio" userId="66b3fade76ecdf97" providerId="LiveId" clId="{A5E50579-1733-4537-B8F2-65A7B3AAE54E}" dt="2024-07-19T20:14:08.627" v="2459" actId="478"/>
          <ac:cxnSpMkLst>
            <pc:docMk/>
            <pc:sldMk cId="6677423" sldId="288"/>
            <ac:cxnSpMk id="99" creationId="{A236C97A-86EA-6D81-B847-8E904F9BF8B8}"/>
          </ac:cxnSpMkLst>
        </pc:cxnChg>
        <pc:cxnChg chg="add mod">
          <ac:chgData name="adilton junio" userId="66b3fade76ecdf97" providerId="LiveId" clId="{A5E50579-1733-4537-B8F2-65A7B3AAE54E}" dt="2024-07-19T20:16:31.377" v="2552" actId="1076"/>
          <ac:cxnSpMkLst>
            <pc:docMk/>
            <pc:sldMk cId="6677423" sldId="288"/>
            <ac:cxnSpMk id="109" creationId="{A8E40065-E1EC-8B6A-0A08-A1A39BE1A482}"/>
          </ac:cxnSpMkLst>
        </pc:cxnChg>
        <pc:cxnChg chg="add del mod">
          <ac:chgData name="adilton junio" userId="66b3fade76ecdf97" providerId="LiveId" clId="{A5E50579-1733-4537-B8F2-65A7B3AAE54E}" dt="2024-07-19T20:20:33.567" v="2574" actId="478"/>
          <ac:cxnSpMkLst>
            <pc:docMk/>
            <pc:sldMk cId="6677423" sldId="288"/>
            <ac:cxnSpMk id="116" creationId="{839127AB-E1FB-F202-B9B4-B2C70B33F298}"/>
          </ac:cxnSpMkLst>
        </pc:cxnChg>
        <pc:cxnChg chg="add">
          <ac:chgData name="adilton junio" userId="66b3fade76ecdf97" providerId="LiveId" clId="{A5E50579-1733-4537-B8F2-65A7B3AAE54E}" dt="2024-07-19T20:20:29.521" v="2573" actId="11529"/>
          <ac:cxnSpMkLst>
            <pc:docMk/>
            <pc:sldMk cId="6677423" sldId="288"/>
            <ac:cxnSpMk id="121" creationId="{B0F40FC3-18FB-4474-40EE-ED69E3A7FD2C}"/>
          </ac:cxnSpMkLst>
        </pc:cxnChg>
        <pc:cxnChg chg="add mod">
          <ac:chgData name="adilton junio" userId="66b3fade76ecdf97" providerId="LiveId" clId="{A5E50579-1733-4537-B8F2-65A7B3AAE54E}" dt="2024-07-19T20:25:04.322" v="2599" actId="1076"/>
          <ac:cxnSpMkLst>
            <pc:docMk/>
            <pc:sldMk cId="6677423" sldId="288"/>
            <ac:cxnSpMk id="124" creationId="{9BF6B621-E4C2-E051-62B7-90950D5933DE}"/>
          </ac:cxnSpMkLst>
        </pc:cxnChg>
        <pc:cxnChg chg="add">
          <ac:chgData name="adilton junio" userId="66b3fade76ecdf97" providerId="LiveId" clId="{A5E50579-1733-4537-B8F2-65A7B3AAE54E}" dt="2024-07-19T20:20:54.918" v="2579" actId="11529"/>
          <ac:cxnSpMkLst>
            <pc:docMk/>
            <pc:sldMk cId="6677423" sldId="288"/>
            <ac:cxnSpMk id="126" creationId="{103FC956-3232-A25B-9648-9C11680A3D72}"/>
          </ac:cxnSpMkLst>
        </pc:cxnChg>
        <pc:cxnChg chg="add">
          <ac:chgData name="adilton junio" userId="66b3fade76ecdf97" providerId="LiveId" clId="{A5E50579-1733-4537-B8F2-65A7B3AAE54E}" dt="2024-07-19T20:21:01.487" v="2580" actId="11529"/>
          <ac:cxnSpMkLst>
            <pc:docMk/>
            <pc:sldMk cId="6677423" sldId="288"/>
            <ac:cxnSpMk id="128" creationId="{4685D118-A83E-7946-9632-63BAB5E13D9B}"/>
          </ac:cxnSpMkLst>
        </pc:cxnChg>
      </pc:sldChg>
      <pc:sldChg chg="addSp delSp modSp add mod ord">
        <pc:chgData name="adilton junio" userId="66b3fade76ecdf97" providerId="LiveId" clId="{A5E50579-1733-4537-B8F2-65A7B3AAE54E}" dt="2024-07-19T22:23:44.249" v="4294" actId="404"/>
        <pc:sldMkLst>
          <pc:docMk/>
          <pc:sldMk cId="580419983" sldId="289"/>
        </pc:sldMkLst>
        <pc:spChg chg="mod">
          <ac:chgData name="adilton junio" userId="66b3fade76ecdf97" providerId="LiveId" clId="{A5E50579-1733-4537-B8F2-65A7B3AAE54E}" dt="2024-07-19T20:06:18.558" v="2410" actId="14100"/>
          <ac:spMkLst>
            <pc:docMk/>
            <pc:sldMk cId="580419983" sldId="289"/>
            <ac:spMk id="2" creationId="{210C4684-E1A1-C731-9947-6934CF464A62}"/>
          </ac:spMkLst>
        </pc:spChg>
        <pc:spChg chg="add mod">
          <ac:chgData name="adilton junio" userId="66b3fade76ecdf97" providerId="LiveId" clId="{A5E50579-1733-4537-B8F2-65A7B3AAE54E}" dt="2024-07-19T20:32:03.802" v="2631" actId="164"/>
          <ac:spMkLst>
            <pc:docMk/>
            <pc:sldMk cId="580419983" sldId="289"/>
            <ac:spMk id="3" creationId="{BF016A12-F66E-AEE5-7C8F-007EE90B755E}"/>
          </ac:spMkLst>
        </pc:spChg>
        <pc:spChg chg="add mod">
          <ac:chgData name="adilton junio" userId="66b3fade76ecdf97" providerId="LiveId" clId="{A5E50579-1733-4537-B8F2-65A7B3AAE54E}" dt="2024-07-19T20:32:03.802" v="2631" actId="164"/>
          <ac:spMkLst>
            <pc:docMk/>
            <pc:sldMk cId="580419983" sldId="289"/>
            <ac:spMk id="5" creationId="{E784AAF5-8832-C5D8-60B3-3249C187F9C9}"/>
          </ac:spMkLst>
        </pc:spChg>
        <pc:spChg chg="add mod">
          <ac:chgData name="adilton junio" userId="66b3fade76ecdf97" providerId="LiveId" clId="{A5E50579-1733-4537-B8F2-65A7B3AAE54E}" dt="2024-07-19T20:32:54.054" v="2633" actId="1076"/>
          <ac:spMkLst>
            <pc:docMk/>
            <pc:sldMk cId="580419983" sldId="289"/>
            <ac:spMk id="7" creationId="{A92D6BF7-F173-023F-3B42-5A489AFC3E96}"/>
          </ac:spMkLst>
        </pc:spChg>
        <pc:spChg chg="del">
          <ac:chgData name="adilton junio" userId="66b3fade76ecdf97" providerId="LiveId" clId="{A5E50579-1733-4537-B8F2-65A7B3AAE54E}" dt="2024-07-19T20:06:57.790" v="2442" actId="478"/>
          <ac:spMkLst>
            <pc:docMk/>
            <pc:sldMk cId="580419983" sldId="289"/>
            <ac:spMk id="10" creationId="{A48A82B7-2AE7-1327-4758-03E3006072A0}"/>
          </ac:spMkLst>
        </pc:spChg>
        <pc:spChg chg="del">
          <ac:chgData name="adilton junio" userId="66b3fade76ecdf97" providerId="LiveId" clId="{A5E50579-1733-4537-B8F2-65A7B3AAE54E}" dt="2024-07-19T20:06:55.899" v="2441" actId="478"/>
          <ac:spMkLst>
            <pc:docMk/>
            <pc:sldMk cId="580419983" sldId="289"/>
            <ac:spMk id="11" creationId="{4F7749DF-A98E-05E9-2ED9-4D65FDA731AD}"/>
          </ac:spMkLst>
        </pc:spChg>
        <pc:spChg chg="del">
          <ac:chgData name="adilton junio" userId="66b3fade76ecdf97" providerId="LiveId" clId="{A5E50579-1733-4537-B8F2-65A7B3AAE54E}" dt="2024-07-19T20:06:55.899" v="2441" actId="478"/>
          <ac:spMkLst>
            <pc:docMk/>
            <pc:sldMk cId="580419983" sldId="289"/>
            <ac:spMk id="13" creationId="{68997FA5-A91D-0242-EA20-777EEF54C76F}"/>
          </ac:spMkLst>
        </pc:spChg>
        <pc:spChg chg="add mod">
          <ac:chgData name="adilton junio" userId="66b3fade76ecdf97" providerId="LiveId" clId="{A5E50579-1733-4537-B8F2-65A7B3AAE54E}" dt="2024-07-19T20:42:40.760" v="2914" actId="1036"/>
          <ac:spMkLst>
            <pc:docMk/>
            <pc:sldMk cId="580419983" sldId="289"/>
            <ac:spMk id="14" creationId="{FF78DFCF-F2D8-3173-8647-1D93A8286BAF}"/>
          </ac:spMkLst>
        </pc:spChg>
        <pc:spChg chg="add mod">
          <ac:chgData name="adilton junio" userId="66b3fade76ecdf97" providerId="LiveId" clId="{A5E50579-1733-4537-B8F2-65A7B3AAE54E}" dt="2024-07-19T22:23:38.057" v="4292" actId="1038"/>
          <ac:spMkLst>
            <pc:docMk/>
            <pc:sldMk cId="580419983" sldId="289"/>
            <ac:spMk id="15" creationId="{D049FD0E-961F-E419-22CB-E6A196D0DFE6}"/>
          </ac:spMkLst>
        </pc:spChg>
        <pc:spChg chg="add mod">
          <ac:chgData name="adilton junio" userId="66b3fade76ecdf97" providerId="LiveId" clId="{A5E50579-1733-4537-B8F2-65A7B3AAE54E}" dt="2024-07-19T22:23:41.372" v="4293" actId="1038"/>
          <ac:spMkLst>
            <pc:docMk/>
            <pc:sldMk cId="580419983" sldId="289"/>
            <ac:spMk id="16" creationId="{2E36C808-7139-8359-43C6-D528D3D6FAC7}"/>
          </ac:spMkLst>
        </pc:spChg>
        <pc:spChg chg="add mod">
          <ac:chgData name="adilton junio" userId="66b3fade76ecdf97" providerId="LiveId" clId="{A5E50579-1733-4537-B8F2-65A7B3AAE54E}" dt="2024-07-19T21:15:44.662" v="3172" actId="1076"/>
          <ac:spMkLst>
            <pc:docMk/>
            <pc:sldMk cId="580419983" sldId="289"/>
            <ac:spMk id="17" creationId="{C4CE686B-974E-BB97-5EF9-65EA17FBB029}"/>
          </ac:spMkLst>
        </pc:spChg>
        <pc:spChg chg="add mod">
          <ac:chgData name="adilton junio" userId="66b3fade76ecdf97" providerId="LiveId" clId="{A5E50579-1733-4537-B8F2-65A7B3AAE54E}" dt="2024-07-19T20:45:23.059" v="2984" actId="1035"/>
          <ac:spMkLst>
            <pc:docMk/>
            <pc:sldMk cId="580419983" sldId="289"/>
            <ac:spMk id="18" creationId="{081A7E8F-FBBB-E7B9-1830-A6BF795996E5}"/>
          </ac:spMkLst>
        </pc:spChg>
        <pc:spChg chg="add mod">
          <ac:chgData name="adilton junio" userId="66b3fade76ecdf97" providerId="LiveId" clId="{A5E50579-1733-4537-B8F2-65A7B3AAE54E}" dt="2024-07-19T20:46:19.026" v="2989" actId="6549"/>
          <ac:spMkLst>
            <pc:docMk/>
            <pc:sldMk cId="580419983" sldId="289"/>
            <ac:spMk id="19" creationId="{0DCA8E34-A076-A7E0-381D-F3ACA1AE8222}"/>
          </ac:spMkLst>
        </pc:spChg>
        <pc:spChg chg="add mod">
          <ac:chgData name="adilton junio" userId="66b3fade76ecdf97" providerId="LiveId" clId="{A5E50579-1733-4537-B8F2-65A7B3AAE54E}" dt="2024-07-19T21:40:44.254" v="3614" actId="14100"/>
          <ac:spMkLst>
            <pc:docMk/>
            <pc:sldMk cId="580419983" sldId="289"/>
            <ac:spMk id="20" creationId="{9E37712A-FAE9-A84F-271C-3958B38F5E3A}"/>
          </ac:spMkLst>
        </pc:spChg>
        <pc:spChg chg="add mod">
          <ac:chgData name="adilton junio" userId="66b3fade76ecdf97" providerId="LiveId" clId="{A5E50579-1733-4537-B8F2-65A7B3AAE54E}" dt="2024-07-19T20:47:14.760" v="3000" actId="20577"/>
          <ac:spMkLst>
            <pc:docMk/>
            <pc:sldMk cId="580419983" sldId="289"/>
            <ac:spMk id="21" creationId="{4C942BC6-4908-AF5E-3E5D-339F8C1DCA37}"/>
          </ac:spMkLst>
        </pc:spChg>
        <pc:spChg chg="add mod">
          <ac:chgData name="adilton junio" userId="66b3fade76ecdf97" providerId="LiveId" clId="{A5E50579-1733-4537-B8F2-65A7B3AAE54E}" dt="2024-07-19T21:15:57.785" v="3177" actId="14100"/>
          <ac:spMkLst>
            <pc:docMk/>
            <pc:sldMk cId="580419983" sldId="289"/>
            <ac:spMk id="22" creationId="{BCD9D889-847A-155A-5667-6537BCD0BFAC}"/>
          </ac:spMkLst>
        </pc:spChg>
        <pc:spChg chg="add mod">
          <ac:chgData name="adilton junio" userId="66b3fade76ecdf97" providerId="LiveId" clId="{A5E50579-1733-4537-B8F2-65A7B3AAE54E}" dt="2024-07-19T22:23:38.057" v="4292" actId="1038"/>
          <ac:spMkLst>
            <pc:docMk/>
            <pc:sldMk cId="580419983" sldId="289"/>
            <ac:spMk id="23" creationId="{DFBC1D1E-782B-72BB-D769-6A8ABF7FD979}"/>
          </ac:spMkLst>
        </pc:spChg>
        <pc:spChg chg="add mod">
          <ac:chgData name="adilton junio" userId="66b3fade76ecdf97" providerId="LiveId" clId="{A5E50579-1733-4537-B8F2-65A7B3AAE54E}" dt="2024-07-19T22:14:48.381" v="4208" actId="14100"/>
          <ac:spMkLst>
            <pc:docMk/>
            <pc:sldMk cId="580419983" sldId="289"/>
            <ac:spMk id="24" creationId="{48E64D3E-E220-823B-0B74-E6CCD9241650}"/>
          </ac:spMkLst>
        </pc:spChg>
        <pc:spChg chg="add mod">
          <ac:chgData name="adilton junio" userId="66b3fade76ecdf97" providerId="LiveId" clId="{A5E50579-1733-4537-B8F2-65A7B3AAE54E}" dt="2024-07-19T22:23:44.249" v="4294" actId="404"/>
          <ac:spMkLst>
            <pc:docMk/>
            <pc:sldMk cId="580419983" sldId="289"/>
            <ac:spMk id="25" creationId="{16B37226-E8E1-B2AF-A9A3-BC5B4BDB13B7}"/>
          </ac:spMkLst>
        </pc:spChg>
        <pc:spChg chg="add mod">
          <ac:chgData name="adilton junio" userId="66b3fade76ecdf97" providerId="LiveId" clId="{A5E50579-1733-4537-B8F2-65A7B3AAE54E}" dt="2024-07-19T20:50:56.084" v="3049" actId="1036"/>
          <ac:spMkLst>
            <pc:docMk/>
            <pc:sldMk cId="580419983" sldId="289"/>
            <ac:spMk id="26" creationId="{EF016933-E4EB-4391-1679-52827799F2E8}"/>
          </ac:spMkLst>
        </pc:spChg>
        <pc:spChg chg="add mod">
          <ac:chgData name="adilton junio" userId="66b3fade76ecdf97" providerId="LiveId" clId="{A5E50579-1733-4537-B8F2-65A7B3AAE54E}" dt="2024-07-19T21:15:24.987" v="3166" actId="1076"/>
          <ac:spMkLst>
            <pc:docMk/>
            <pc:sldMk cId="580419983" sldId="289"/>
            <ac:spMk id="27" creationId="{0F845FFC-492B-506D-9B2F-D814E23C230F}"/>
          </ac:spMkLst>
        </pc:spChg>
        <pc:spChg chg="add del mod">
          <ac:chgData name="adilton junio" userId="66b3fade76ecdf97" providerId="LiveId" clId="{A5E50579-1733-4537-B8F2-65A7B3AAE54E}" dt="2024-07-19T21:15:40.417" v="3169" actId="478"/>
          <ac:spMkLst>
            <pc:docMk/>
            <pc:sldMk cId="580419983" sldId="289"/>
            <ac:spMk id="28" creationId="{5EE8AFA7-39F2-D469-2471-C3EB31E76C97}"/>
          </ac:spMkLst>
        </pc:spChg>
        <pc:spChg chg="add mod">
          <ac:chgData name="adilton junio" userId="66b3fade76ecdf97" providerId="LiveId" clId="{A5E50579-1733-4537-B8F2-65A7B3AAE54E}" dt="2024-07-19T21:15:33.304" v="3168"/>
          <ac:spMkLst>
            <pc:docMk/>
            <pc:sldMk cId="580419983" sldId="289"/>
            <ac:spMk id="29" creationId="{DA3BDC1B-1F30-A155-1D4C-AE6277C0C951}"/>
          </ac:spMkLst>
        </pc:spChg>
        <pc:spChg chg="add mod">
          <ac:chgData name="adilton junio" userId="66b3fade76ecdf97" providerId="LiveId" clId="{A5E50579-1733-4537-B8F2-65A7B3AAE54E}" dt="2024-07-19T21:17:40.910" v="3189" actId="20577"/>
          <ac:spMkLst>
            <pc:docMk/>
            <pc:sldMk cId="580419983" sldId="289"/>
            <ac:spMk id="30" creationId="{ED600B99-F270-DBBE-DF7E-50A8A35C2F22}"/>
          </ac:spMkLst>
        </pc:spChg>
        <pc:spChg chg="del">
          <ac:chgData name="adilton junio" userId="66b3fade76ecdf97" providerId="LiveId" clId="{A5E50579-1733-4537-B8F2-65A7B3AAE54E}" dt="2024-07-19T20:06:55.899" v="2441" actId="478"/>
          <ac:spMkLst>
            <pc:docMk/>
            <pc:sldMk cId="580419983" sldId="289"/>
            <ac:spMk id="46" creationId="{6CE3F873-CFD4-78FC-4F2E-CB254F51C454}"/>
          </ac:spMkLst>
        </pc:spChg>
        <pc:spChg chg="mod">
          <ac:chgData name="adilton junio" userId="66b3fade76ecdf97" providerId="LiveId" clId="{A5E50579-1733-4537-B8F2-65A7B3AAE54E}" dt="2024-07-19T21:40:47.545" v="3615" actId="14100"/>
          <ac:spMkLst>
            <pc:docMk/>
            <pc:sldMk cId="580419983" sldId="289"/>
            <ac:spMk id="70" creationId="{78B341C4-2B1A-F076-C254-B6068E0B7310}"/>
          </ac:spMkLst>
        </pc:spChg>
        <pc:spChg chg="mod">
          <ac:chgData name="adilton junio" userId="66b3fade76ecdf97" providerId="LiveId" clId="{A5E50579-1733-4537-B8F2-65A7B3AAE54E}" dt="2024-07-19T20:06:50.066" v="2440" actId="14100"/>
          <ac:spMkLst>
            <pc:docMk/>
            <pc:sldMk cId="580419983" sldId="289"/>
            <ac:spMk id="92" creationId="{389AD4BA-DE4A-1658-2487-F94C2EEF6666}"/>
          </ac:spMkLst>
        </pc:spChg>
        <pc:grpChg chg="add mod">
          <ac:chgData name="adilton junio" userId="66b3fade76ecdf97" providerId="LiveId" clId="{A5E50579-1733-4537-B8F2-65A7B3AAE54E}" dt="2024-07-19T20:39:59.767" v="2721" actId="1035"/>
          <ac:grpSpMkLst>
            <pc:docMk/>
            <pc:sldMk cId="580419983" sldId="289"/>
            <ac:grpSpMk id="12" creationId="{98EC4917-AA68-1205-1760-374B3E26A41E}"/>
          </ac:grpSpMkLst>
        </pc:grpChg>
      </pc:sldChg>
      <pc:sldChg chg="addSp delSp modSp add mod">
        <pc:chgData name="adilton junio" userId="66b3fade76ecdf97" providerId="LiveId" clId="{A5E50579-1733-4537-B8F2-65A7B3AAE54E}" dt="2024-07-19T22:23:24.458" v="4290" actId="1037"/>
        <pc:sldMkLst>
          <pc:docMk/>
          <pc:sldMk cId="1995195482" sldId="290"/>
        </pc:sldMkLst>
        <pc:spChg chg="add mod">
          <ac:chgData name="adilton junio" userId="66b3fade76ecdf97" providerId="LiveId" clId="{A5E50579-1733-4537-B8F2-65A7B3AAE54E}" dt="2024-07-19T22:14:36.192" v="4204" actId="1037"/>
          <ac:spMkLst>
            <pc:docMk/>
            <pc:sldMk cId="1995195482" sldId="290"/>
            <ac:spMk id="10" creationId="{75F1EE07-FF18-5666-6CD3-1C996B921451}"/>
          </ac:spMkLst>
        </pc:spChg>
        <pc:spChg chg="add del mod">
          <ac:chgData name="adilton junio" userId="66b3fade76ecdf97" providerId="LiveId" clId="{A5E50579-1733-4537-B8F2-65A7B3AAE54E}" dt="2024-07-19T21:51:10.923" v="3653" actId="478"/>
          <ac:spMkLst>
            <pc:docMk/>
            <pc:sldMk cId="1995195482" sldId="290"/>
            <ac:spMk id="11" creationId="{96F4F071-F7BA-F817-D815-3DBB2A7FC13F}"/>
          </ac:spMkLst>
        </pc:spChg>
        <pc:spChg chg="add del mod">
          <ac:chgData name="adilton junio" userId="66b3fade76ecdf97" providerId="LiveId" clId="{A5E50579-1733-4537-B8F2-65A7B3AAE54E}" dt="2024-07-19T21:51:10.923" v="3653" actId="478"/>
          <ac:spMkLst>
            <pc:docMk/>
            <pc:sldMk cId="1995195482" sldId="290"/>
            <ac:spMk id="13" creationId="{3CD90516-EDDF-D128-3535-353C70C31494}"/>
          </ac:spMkLst>
        </pc:spChg>
        <pc:spChg chg="del">
          <ac:chgData name="adilton junio" userId="66b3fade76ecdf97" providerId="LiveId" clId="{A5E50579-1733-4537-B8F2-65A7B3AAE54E}" dt="2024-07-19T21:07:12.583" v="3070" actId="478"/>
          <ac:spMkLst>
            <pc:docMk/>
            <pc:sldMk cId="1995195482" sldId="290"/>
            <ac:spMk id="14" creationId="{FF78DFCF-F2D8-3173-8647-1D93A8286BAF}"/>
          </ac:spMkLst>
        </pc:spChg>
        <pc:spChg chg="del">
          <ac:chgData name="adilton junio" userId="66b3fade76ecdf97" providerId="LiveId" clId="{A5E50579-1733-4537-B8F2-65A7B3AAE54E}" dt="2024-07-19T21:07:15.754" v="3072" actId="478"/>
          <ac:spMkLst>
            <pc:docMk/>
            <pc:sldMk cId="1995195482" sldId="290"/>
            <ac:spMk id="15" creationId="{D049FD0E-961F-E419-22CB-E6A196D0DFE6}"/>
          </ac:spMkLst>
        </pc:spChg>
        <pc:spChg chg="del">
          <ac:chgData name="adilton junio" userId="66b3fade76ecdf97" providerId="LiveId" clId="{A5E50579-1733-4537-B8F2-65A7B3AAE54E}" dt="2024-07-19T21:07:12.583" v="3070" actId="478"/>
          <ac:spMkLst>
            <pc:docMk/>
            <pc:sldMk cId="1995195482" sldId="290"/>
            <ac:spMk id="16" creationId="{2E36C808-7139-8359-43C6-D528D3D6FAC7}"/>
          </ac:spMkLst>
        </pc:spChg>
        <pc:spChg chg="del">
          <ac:chgData name="adilton junio" userId="66b3fade76ecdf97" providerId="LiveId" clId="{A5E50579-1733-4537-B8F2-65A7B3AAE54E}" dt="2024-07-19T21:07:12.583" v="3070" actId="478"/>
          <ac:spMkLst>
            <pc:docMk/>
            <pc:sldMk cId="1995195482" sldId="290"/>
            <ac:spMk id="17" creationId="{C4CE686B-974E-BB97-5EF9-65EA17FBB029}"/>
          </ac:spMkLst>
        </pc:spChg>
        <pc:spChg chg="del">
          <ac:chgData name="adilton junio" userId="66b3fade76ecdf97" providerId="LiveId" clId="{A5E50579-1733-4537-B8F2-65A7B3AAE54E}" dt="2024-07-19T21:07:12.583" v="3070" actId="478"/>
          <ac:spMkLst>
            <pc:docMk/>
            <pc:sldMk cId="1995195482" sldId="290"/>
            <ac:spMk id="18" creationId="{081A7E8F-FBBB-E7B9-1830-A6BF795996E5}"/>
          </ac:spMkLst>
        </pc:spChg>
        <pc:spChg chg="del">
          <ac:chgData name="adilton junio" userId="66b3fade76ecdf97" providerId="LiveId" clId="{A5E50579-1733-4537-B8F2-65A7B3AAE54E}" dt="2024-07-19T21:07:12.583" v="3070" actId="478"/>
          <ac:spMkLst>
            <pc:docMk/>
            <pc:sldMk cId="1995195482" sldId="290"/>
            <ac:spMk id="19" creationId="{0DCA8E34-A076-A7E0-381D-F3ACA1AE8222}"/>
          </ac:spMkLst>
        </pc:spChg>
        <pc:spChg chg="del">
          <ac:chgData name="adilton junio" userId="66b3fade76ecdf97" providerId="LiveId" clId="{A5E50579-1733-4537-B8F2-65A7B3AAE54E}" dt="2024-07-19T21:07:12.583" v="3070" actId="478"/>
          <ac:spMkLst>
            <pc:docMk/>
            <pc:sldMk cId="1995195482" sldId="290"/>
            <ac:spMk id="20" creationId="{9E37712A-FAE9-A84F-271C-3958B38F5E3A}"/>
          </ac:spMkLst>
        </pc:spChg>
        <pc:spChg chg="del">
          <ac:chgData name="adilton junio" userId="66b3fade76ecdf97" providerId="LiveId" clId="{A5E50579-1733-4537-B8F2-65A7B3AAE54E}" dt="2024-07-19T21:07:12.583" v="3070" actId="478"/>
          <ac:spMkLst>
            <pc:docMk/>
            <pc:sldMk cId="1995195482" sldId="290"/>
            <ac:spMk id="21" creationId="{4C942BC6-4908-AF5E-3E5D-339F8C1DCA37}"/>
          </ac:spMkLst>
        </pc:spChg>
        <pc:spChg chg="del">
          <ac:chgData name="adilton junio" userId="66b3fade76ecdf97" providerId="LiveId" clId="{A5E50579-1733-4537-B8F2-65A7B3AAE54E}" dt="2024-07-19T21:07:14.283" v="3071" actId="478"/>
          <ac:spMkLst>
            <pc:docMk/>
            <pc:sldMk cId="1995195482" sldId="290"/>
            <ac:spMk id="22" creationId="{BCD9D889-847A-155A-5667-6537BCD0BFAC}"/>
          </ac:spMkLst>
        </pc:spChg>
        <pc:spChg chg="del">
          <ac:chgData name="adilton junio" userId="66b3fade76ecdf97" providerId="LiveId" clId="{A5E50579-1733-4537-B8F2-65A7B3AAE54E}" dt="2024-07-19T21:07:12.583" v="3070" actId="478"/>
          <ac:spMkLst>
            <pc:docMk/>
            <pc:sldMk cId="1995195482" sldId="290"/>
            <ac:spMk id="23" creationId="{DFBC1D1E-782B-72BB-D769-6A8ABF7FD979}"/>
          </ac:spMkLst>
        </pc:spChg>
        <pc:spChg chg="del">
          <ac:chgData name="adilton junio" userId="66b3fade76ecdf97" providerId="LiveId" clId="{A5E50579-1733-4537-B8F2-65A7B3AAE54E}" dt="2024-07-19T21:07:12.583" v="3070" actId="478"/>
          <ac:spMkLst>
            <pc:docMk/>
            <pc:sldMk cId="1995195482" sldId="290"/>
            <ac:spMk id="24" creationId="{48E64D3E-E220-823B-0B74-E6CCD9241650}"/>
          </ac:spMkLst>
        </pc:spChg>
        <pc:spChg chg="del">
          <ac:chgData name="adilton junio" userId="66b3fade76ecdf97" providerId="LiveId" clId="{A5E50579-1733-4537-B8F2-65A7B3AAE54E}" dt="2024-07-19T21:07:12.583" v="3070" actId="478"/>
          <ac:spMkLst>
            <pc:docMk/>
            <pc:sldMk cId="1995195482" sldId="290"/>
            <ac:spMk id="25" creationId="{16B37226-E8E1-B2AF-A9A3-BC5B4BDB13B7}"/>
          </ac:spMkLst>
        </pc:spChg>
        <pc:spChg chg="del">
          <ac:chgData name="adilton junio" userId="66b3fade76ecdf97" providerId="LiveId" clId="{A5E50579-1733-4537-B8F2-65A7B3AAE54E}" dt="2024-07-19T21:07:12.583" v="3070" actId="478"/>
          <ac:spMkLst>
            <pc:docMk/>
            <pc:sldMk cId="1995195482" sldId="290"/>
            <ac:spMk id="26" creationId="{EF016933-E4EB-4391-1679-52827799F2E8}"/>
          </ac:spMkLst>
        </pc:spChg>
        <pc:spChg chg="add del mod">
          <ac:chgData name="adilton junio" userId="66b3fade76ecdf97" providerId="LiveId" clId="{A5E50579-1733-4537-B8F2-65A7B3AAE54E}" dt="2024-07-19T21:51:10.923" v="3653" actId="478"/>
          <ac:spMkLst>
            <pc:docMk/>
            <pc:sldMk cId="1995195482" sldId="290"/>
            <ac:spMk id="27" creationId="{987B891E-5411-A661-E7C3-3495A51E130B}"/>
          </ac:spMkLst>
        </pc:spChg>
        <pc:spChg chg="add del mod">
          <ac:chgData name="adilton junio" userId="66b3fade76ecdf97" providerId="LiveId" clId="{A5E50579-1733-4537-B8F2-65A7B3AAE54E}" dt="2024-07-19T21:51:10.923" v="3653" actId="478"/>
          <ac:spMkLst>
            <pc:docMk/>
            <pc:sldMk cId="1995195482" sldId="290"/>
            <ac:spMk id="28" creationId="{66100F78-C5D7-A403-419C-93047F709B4F}"/>
          </ac:spMkLst>
        </pc:spChg>
        <pc:spChg chg="add del mod">
          <ac:chgData name="adilton junio" userId="66b3fade76ecdf97" providerId="LiveId" clId="{A5E50579-1733-4537-B8F2-65A7B3AAE54E}" dt="2024-07-19T21:51:10.923" v="3653" actId="478"/>
          <ac:spMkLst>
            <pc:docMk/>
            <pc:sldMk cId="1995195482" sldId="290"/>
            <ac:spMk id="29" creationId="{E67362DF-34E7-DAA4-D24F-40FB780979F5}"/>
          </ac:spMkLst>
        </pc:spChg>
        <pc:spChg chg="add del mod">
          <ac:chgData name="adilton junio" userId="66b3fade76ecdf97" providerId="LiveId" clId="{A5E50579-1733-4537-B8F2-65A7B3AAE54E}" dt="2024-07-19T21:51:10.923" v="3653" actId="478"/>
          <ac:spMkLst>
            <pc:docMk/>
            <pc:sldMk cId="1995195482" sldId="290"/>
            <ac:spMk id="30" creationId="{E00E947C-A73E-5306-ED37-459668394D34}"/>
          </ac:spMkLst>
        </pc:spChg>
        <pc:spChg chg="add del mod">
          <ac:chgData name="adilton junio" userId="66b3fade76ecdf97" providerId="LiveId" clId="{A5E50579-1733-4537-B8F2-65A7B3AAE54E}" dt="2024-07-19T21:51:10.923" v="3653" actId="478"/>
          <ac:spMkLst>
            <pc:docMk/>
            <pc:sldMk cId="1995195482" sldId="290"/>
            <ac:spMk id="31" creationId="{C2CE47C6-DEAC-571D-C9FC-94BDEB1C73DE}"/>
          </ac:spMkLst>
        </pc:spChg>
        <pc:spChg chg="add mod">
          <ac:chgData name="adilton junio" userId="66b3fade76ecdf97" providerId="LiveId" clId="{A5E50579-1733-4537-B8F2-65A7B3AAE54E}" dt="2024-07-19T22:14:41.853" v="4206" actId="14100"/>
          <ac:spMkLst>
            <pc:docMk/>
            <pc:sldMk cId="1995195482" sldId="290"/>
            <ac:spMk id="32" creationId="{F36BB651-0A20-F8B0-CBA7-5217A4A18993}"/>
          </ac:spMkLst>
        </pc:spChg>
        <pc:spChg chg="add mod">
          <ac:chgData name="adilton junio" userId="66b3fade76ecdf97" providerId="LiveId" clId="{A5E50579-1733-4537-B8F2-65A7B3AAE54E}" dt="2024-07-19T22:14:36.192" v="4204" actId="1037"/>
          <ac:spMkLst>
            <pc:docMk/>
            <pc:sldMk cId="1995195482" sldId="290"/>
            <ac:spMk id="33" creationId="{4216A76C-0355-3521-1B20-EEC5F6912AA6}"/>
          </ac:spMkLst>
        </pc:spChg>
        <pc:spChg chg="add del mod">
          <ac:chgData name="adilton junio" userId="66b3fade76ecdf97" providerId="LiveId" clId="{A5E50579-1733-4537-B8F2-65A7B3AAE54E}" dt="2024-07-19T21:58:45.722" v="3789" actId="478"/>
          <ac:spMkLst>
            <pc:docMk/>
            <pc:sldMk cId="1995195482" sldId="290"/>
            <ac:spMk id="34" creationId="{A9D36686-E42F-E657-F587-5708CEAB0584}"/>
          </ac:spMkLst>
        </pc:spChg>
        <pc:spChg chg="add mod">
          <ac:chgData name="adilton junio" userId="66b3fade76ecdf97" providerId="LiveId" clId="{A5E50579-1733-4537-B8F2-65A7B3AAE54E}" dt="2024-07-19T22:14:36.192" v="4204" actId="1037"/>
          <ac:spMkLst>
            <pc:docMk/>
            <pc:sldMk cId="1995195482" sldId="290"/>
            <ac:spMk id="35" creationId="{6F301873-6EA2-77F3-3936-1DFB4D028717}"/>
          </ac:spMkLst>
        </pc:spChg>
        <pc:spChg chg="add mod">
          <ac:chgData name="adilton junio" userId="66b3fade76ecdf97" providerId="LiveId" clId="{A5E50579-1733-4537-B8F2-65A7B3AAE54E}" dt="2024-07-19T22:13:34.020" v="4112" actId="1035"/>
          <ac:spMkLst>
            <pc:docMk/>
            <pc:sldMk cId="1995195482" sldId="290"/>
            <ac:spMk id="36" creationId="{21EF64CA-835B-7353-E0E8-898E69F94FD8}"/>
          </ac:spMkLst>
        </pc:spChg>
        <pc:spChg chg="add mod">
          <ac:chgData name="adilton junio" userId="66b3fade76ecdf97" providerId="LiveId" clId="{A5E50579-1733-4537-B8F2-65A7B3AAE54E}" dt="2024-07-19T22:14:36.192" v="4204" actId="1037"/>
          <ac:spMkLst>
            <pc:docMk/>
            <pc:sldMk cId="1995195482" sldId="290"/>
            <ac:spMk id="37" creationId="{AB6629BA-34EF-2168-2A73-2CAF29A3F9CD}"/>
          </ac:spMkLst>
        </pc:spChg>
        <pc:spChg chg="add mod">
          <ac:chgData name="adilton junio" userId="66b3fade76ecdf97" providerId="LiveId" clId="{A5E50579-1733-4537-B8F2-65A7B3AAE54E}" dt="2024-07-19T22:15:02.173" v="4219" actId="14100"/>
          <ac:spMkLst>
            <pc:docMk/>
            <pc:sldMk cId="1995195482" sldId="290"/>
            <ac:spMk id="38" creationId="{249E7232-84ED-41DD-982A-82835E50CF1F}"/>
          </ac:spMkLst>
        </pc:spChg>
        <pc:spChg chg="add mod">
          <ac:chgData name="adilton junio" userId="66b3fade76ecdf97" providerId="LiveId" clId="{A5E50579-1733-4537-B8F2-65A7B3AAE54E}" dt="2024-07-19T22:13:34.020" v="4112" actId="1035"/>
          <ac:spMkLst>
            <pc:docMk/>
            <pc:sldMk cId="1995195482" sldId="290"/>
            <ac:spMk id="39" creationId="{5E0AFD97-52BE-A635-6A10-E10C6C915873}"/>
          </ac:spMkLst>
        </pc:spChg>
        <pc:spChg chg="add mod">
          <ac:chgData name="adilton junio" userId="66b3fade76ecdf97" providerId="LiveId" clId="{A5E50579-1733-4537-B8F2-65A7B3AAE54E}" dt="2024-07-19T22:13:54.790" v="4118" actId="20577"/>
          <ac:spMkLst>
            <pc:docMk/>
            <pc:sldMk cId="1995195482" sldId="290"/>
            <ac:spMk id="40" creationId="{C7CDA22E-5F75-C07B-4026-CF7AF6ED30D4}"/>
          </ac:spMkLst>
        </pc:spChg>
        <pc:spChg chg="add mod">
          <ac:chgData name="adilton junio" userId="66b3fade76ecdf97" providerId="LiveId" clId="{A5E50579-1733-4537-B8F2-65A7B3AAE54E}" dt="2024-07-19T22:14:57.175" v="4217" actId="1038"/>
          <ac:spMkLst>
            <pc:docMk/>
            <pc:sldMk cId="1995195482" sldId="290"/>
            <ac:spMk id="41" creationId="{EEC98B50-5F9B-FE3C-96ED-B158D62DBB3C}"/>
          </ac:spMkLst>
        </pc:spChg>
        <pc:spChg chg="add mod">
          <ac:chgData name="adilton junio" userId="66b3fade76ecdf97" providerId="LiveId" clId="{A5E50579-1733-4537-B8F2-65A7B3AAE54E}" dt="2024-07-19T22:23:15.984" v="4286" actId="404"/>
          <ac:spMkLst>
            <pc:docMk/>
            <pc:sldMk cId="1995195482" sldId="290"/>
            <ac:spMk id="42" creationId="{C0C4A6AE-F4BF-14BA-0896-3CFA47335EEC}"/>
          </ac:spMkLst>
        </pc:spChg>
        <pc:spChg chg="add mod">
          <ac:chgData name="adilton junio" userId="66b3fade76ecdf97" providerId="LiveId" clId="{A5E50579-1733-4537-B8F2-65A7B3AAE54E}" dt="2024-07-19T22:23:22.723" v="4289" actId="1037"/>
          <ac:spMkLst>
            <pc:docMk/>
            <pc:sldMk cId="1995195482" sldId="290"/>
            <ac:spMk id="43" creationId="{69389CBF-9B95-B48C-48B1-CD6A27A34D2A}"/>
          </ac:spMkLst>
        </pc:spChg>
        <pc:spChg chg="add mod">
          <ac:chgData name="adilton junio" userId="66b3fade76ecdf97" providerId="LiveId" clId="{A5E50579-1733-4537-B8F2-65A7B3AAE54E}" dt="2024-07-19T22:23:24.458" v="4290" actId="1037"/>
          <ac:spMkLst>
            <pc:docMk/>
            <pc:sldMk cId="1995195482" sldId="290"/>
            <ac:spMk id="44" creationId="{0044D90A-A02D-A1F8-91F5-CCE89695DB5E}"/>
          </ac:spMkLst>
        </pc:spChg>
        <pc:spChg chg="add mod">
          <ac:chgData name="adilton junio" userId="66b3fade76ecdf97" providerId="LiveId" clId="{A5E50579-1733-4537-B8F2-65A7B3AAE54E}" dt="2024-07-19T22:13:34.020" v="4112" actId="1035"/>
          <ac:spMkLst>
            <pc:docMk/>
            <pc:sldMk cId="1995195482" sldId="290"/>
            <ac:spMk id="45" creationId="{8161928A-540D-B66D-6403-D84E56C57AA9}"/>
          </ac:spMkLst>
        </pc:spChg>
        <pc:spChg chg="add mod">
          <ac:chgData name="adilton junio" userId="66b3fade76ecdf97" providerId="LiveId" clId="{A5E50579-1733-4537-B8F2-65A7B3AAE54E}" dt="2024-07-19T22:23:15.984" v="4286" actId="404"/>
          <ac:spMkLst>
            <pc:docMk/>
            <pc:sldMk cId="1995195482" sldId="290"/>
            <ac:spMk id="46" creationId="{06ABEA69-54A2-08D5-3E67-341F8D7017BF}"/>
          </ac:spMkLst>
        </pc:spChg>
        <pc:spChg chg="add mod">
          <ac:chgData name="adilton junio" userId="66b3fade76ecdf97" providerId="LiveId" clId="{A5E50579-1733-4537-B8F2-65A7B3AAE54E}" dt="2024-07-19T22:13:47.965" v="4117" actId="1036"/>
          <ac:spMkLst>
            <pc:docMk/>
            <pc:sldMk cId="1995195482" sldId="290"/>
            <ac:spMk id="47" creationId="{4EBC944D-0E05-7253-41E1-B990233A5F50}"/>
          </ac:spMkLst>
        </pc:spChg>
        <pc:spChg chg="del mod">
          <ac:chgData name="adilton junio" userId="66b3fade76ecdf97" providerId="LiveId" clId="{A5E50579-1733-4537-B8F2-65A7B3AAE54E}" dt="2024-07-19T22:06:42.390" v="3925" actId="478"/>
          <ac:spMkLst>
            <pc:docMk/>
            <pc:sldMk cId="1995195482" sldId="290"/>
            <ac:spMk id="70" creationId="{78B341C4-2B1A-F076-C254-B6068E0B7310}"/>
          </ac:spMkLst>
        </pc:spChg>
        <pc:spChg chg="mod">
          <ac:chgData name="adilton junio" userId="66b3fade76ecdf97" providerId="LiveId" clId="{A5E50579-1733-4537-B8F2-65A7B3AAE54E}" dt="2024-07-19T21:06:23.713" v="3057" actId="20577"/>
          <ac:spMkLst>
            <pc:docMk/>
            <pc:sldMk cId="1995195482" sldId="290"/>
            <ac:spMk id="92" creationId="{389AD4BA-DE4A-1658-2487-F94C2EEF6666}"/>
          </ac:spMkLst>
        </pc:spChg>
        <pc:grpChg chg="del">
          <ac:chgData name="adilton junio" userId="66b3fade76ecdf97" providerId="LiveId" clId="{A5E50579-1733-4537-B8F2-65A7B3AAE54E}" dt="2024-07-19T21:07:12.583" v="3070" actId="478"/>
          <ac:grpSpMkLst>
            <pc:docMk/>
            <pc:sldMk cId="1995195482" sldId="290"/>
            <ac:grpSpMk id="12" creationId="{98EC4917-AA68-1205-1760-374B3E26A41E}"/>
          </ac:grpSpMkLst>
        </pc:grpChg>
      </pc:sldChg>
      <pc:sldChg chg="addSp delSp modSp add del mod">
        <pc:chgData name="adilton junio" userId="66b3fade76ecdf97" providerId="LiveId" clId="{A5E50579-1733-4537-B8F2-65A7B3AAE54E}" dt="2024-07-19T22:15:34.832" v="4220" actId="47"/>
        <pc:sldMkLst>
          <pc:docMk/>
          <pc:sldMk cId="3233668455" sldId="291"/>
        </pc:sldMkLst>
        <pc:spChg chg="add del mod">
          <ac:chgData name="adilton junio" userId="66b3fade76ecdf97" providerId="LiveId" clId="{A5E50579-1733-4537-B8F2-65A7B3AAE54E}" dt="2024-07-19T22:14:17.886" v="4119" actId="478"/>
          <ac:spMkLst>
            <pc:docMk/>
            <pc:sldMk cId="3233668455" sldId="291"/>
            <ac:spMk id="3" creationId="{6F90025A-1F90-3006-EE52-E0B60CCD309C}"/>
          </ac:spMkLst>
        </pc:spChg>
        <pc:spChg chg="add del mod">
          <ac:chgData name="adilton junio" userId="66b3fade76ecdf97" providerId="LiveId" clId="{A5E50579-1733-4537-B8F2-65A7B3AAE54E}" dt="2024-07-19T22:14:17.886" v="4119" actId="478"/>
          <ac:spMkLst>
            <pc:docMk/>
            <pc:sldMk cId="3233668455" sldId="291"/>
            <ac:spMk id="5" creationId="{D6F635AA-E238-8C9A-E1CF-1A17D957BD45}"/>
          </ac:spMkLst>
        </pc:spChg>
        <pc:spChg chg="add del mod">
          <ac:chgData name="adilton junio" userId="66b3fade76ecdf97" providerId="LiveId" clId="{A5E50579-1733-4537-B8F2-65A7B3AAE54E}" dt="2024-07-19T22:14:17.886" v="4119" actId="478"/>
          <ac:spMkLst>
            <pc:docMk/>
            <pc:sldMk cId="3233668455" sldId="291"/>
            <ac:spMk id="7" creationId="{91C6A20F-863E-6A7F-F885-AAA2C67FC808}"/>
          </ac:spMkLst>
        </pc:spChg>
        <pc:spChg chg="mod">
          <ac:chgData name="adilton junio" userId="66b3fade76ecdf97" providerId="LiveId" clId="{A5E50579-1733-4537-B8F2-65A7B3AAE54E}" dt="2024-07-19T22:14:28.256" v="4200" actId="1076"/>
          <ac:spMkLst>
            <pc:docMk/>
            <pc:sldMk cId="3233668455" sldId="291"/>
            <ac:spMk id="10" creationId="{75F1EE07-FF18-5666-6CD3-1C996B921451}"/>
          </ac:spMkLst>
        </pc:spChg>
        <pc:spChg chg="mod">
          <ac:chgData name="adilton junio" userId="66b3fade76ecdf97" providerId="LiveId" clId="{A5E50579-1733-4537-B8F2-65A7B3AAE54E}" dt="2024-07-19T22:14:28.256" v="4200" actId="1076"/>
          <ac:spMkLst>
            <pc:docMk/>
            <pc:sldMk cId="3233668455" sldId="291"/>
            <ac:spMk id="11" creationId="{96F4F071-F7BA-F817-D815-3DBB2A7FC13F}"/>
          </ac:spMkLst>
        </pc:spChg>
        <pc:spChg chg="add del mod">
          <ac:chgData name="adilton junio" userId="66b3fade76ecdf97" providerId="LiveId" clId="{A5E50579-1733-4537-B8F2-65A7B3AAE54E}" dt="2024-07-19T21:59:38.726" v="3807" actId="478"/>
          <ac:spMkLst>
            <pc:docMk/>
            <pc:sldMk cId="3233668455" sldId="291"/>
            <ac:spMk id="12" creationId="{9A342273-97B3-0C73-8333-774883EE586E}"/>
          </ac:spMkLst>
        </pc:spChg>
        <pc:spChg chg="mod">
          <ac:chgData name="adilton junio" userId="66b3fade76ecdf97" providerId="LiveId" clId="{A5E50579-1733-4537-B8F2-65A7B3AAE54E}" dt="2024-07-19T22:14:28.256" v="4200" actId="1076"/>
          <ac:spMkLst>
            <pc:docMk/>
            <pc:sldMk cId="3233668455" sldId="291"/>
            <ac:spMk id="13" creationId="{3CD90516-EDDF-D128-3535-353C70C31494}"/>
          </ac:spMkLst>
        </pc:spChg>
        <pc:spChg chg="add del mod">
          <ac:chgData name="adilton junio" userId="66b3fade76ecdf97" providerId="LiveId" clId="{A5E50579-1733-4537-B8F2-65A7B3AAE54E}" dt="2024-07-19T22:14:17.886" v="4119" actId="478"/>
          <ac:spMkLst>
            <pc:docMk/>
            <pc:sldMk cId="3233668455" sldId="291"/>
            <ac:spMk id="14" creationId="{77B44B9C-AAF1-6B15-6DC9-7639DD05A8E7}"/>
          </ac:spMkLst>
        </pc:spChg>
        <pc:spChg chg="add del mod">
          <ac:chgData name="adilton junio" userId="66b3fade76ecdf97" providerId="LiveId" clId="{A5E50579-1733-4537-B8F2-65A7B3AAE54E}" dt="2024-07-19T22:14:17.886" v="4119" actId="478"/>
          <ac:spMkLst>
            <pc:docMk/>
            <pc:sldMk cId="3233668455" sldId="291"/>
            <ac:spMk id="15" creationId="{593C8CBC-B8F1-67EC-F6DD-268E8F0DBAA7}"/>
          </ac:spMkLst>
        </pc:spChg>
        <pc:spChg chg="mod">
          <ac:chgData name="adilton junio" userId="66b3fade76ecdf97" providerId="LiveId" clId="{A5E50579-1733-4537-B8F2-65A7B3AAE54E}" dt="2024-07-19T22:14:28.256" v="4200" actId="1076"/>
          <ac:spMkLst>
            <pc:docMk/>
            <pc:sldMk cId="3233668455" sldId="291"/>
            <ac:spMk id="27" creationId="{987B891E-5411-A661-E7C3-3495A51E130B}"/>
          </ac:spMkLst>
        </pc:spChg>
        <pc:spChg chg="mod">
          <ac:chgData name="adilton junio" userId="66b3fade76ecdf97" providerId="LiveId" clId="{A5E50579-1733-4537-B8F2-65A7B3AAE54E}" dt="2024-07-19T22:14:28.256" v="4200" actId="1076"/>
          <ac:spMkLst>
            <pc:docMk/>
            <pc:sldMk cId="3233668455" sldId="291"/>
            <ac:spMk id="28" creationId="{66100F78-C5D7-A403-419C-93047F709B4F}"/>
          </ac:spMkLst>
        </pc:spChg>
        <pc:spChg chg="mod">
          <ac:chgData name="adilton junio" userId="66b3fade76ecdf97" providerId="LiveId" clId="{A5E50579-1733-4537-B8F2-65A7B3AAE54E}" dt="2024-07-19T22:14:28.256" v="4200" actId="1076"/>
          <ac:spMkLst>
            <pc:docMk/>
            <pc:sldMk cId="3233668455" sldId="291"/>
            <ac:spMk id="29" creationId="{E67362DF-34E7-DAA4-D24F-40FB780979F5}"/>
          </ac:spMkLst>
        </pc:spChg>
        <pc:spChg chg="mod">
          <ac:chgData name="adilton junio" userId="66b3fade76ecdf97" providerId="LiveId" clId="{A5E50579-1733-4537-B8F2-65A7B3AAE54E}" dt="2024-07-19T22:14:28.256" v="4200" actId="1076"/>
          <ac:spMkLst>
            <pc:docMk/>
            <pc:sldMk cId="3233668455" sldId="291"/>
            <ac:spMk id="30" creationId="{E00E947C-A73E-5306-ED37-459668394D34}"/>
          </ac:spMkLst>
        </pc:spChg>
        <pc:spChg chg="mod">
          <ac:chgData name="adilton junio" userId="66b3fade76ecdf97" providerId="LiveId" clId="{A5E50579-1733-4537-B8F2-65A7B3AAE54E}" dt="2024-07-19T22:14:28.256" v="4200" actId="1076"/>
          <ac:spMkLst>
            <pc:docMk/>
            <pc:sldMk cId="3233668455" sldId="291"/>
            <ac:spMk id="31" creationId="{C2CE47C6-DEAC-571D-C9FC-94BDEB1C73DE}"/>
          </ac:spMkLst>
        </pc:spChg>
        <pc:spChg chg="add del mod">
          <ac:chgData name="adilton junio" userId="66b3fade76ecdf97" providerId="LiveId" clId="{A5E50579-1733-4537-B8F2-65A7B3AAE54E}" dt="2024-07-19T22:14:17.886" v="4119" actId="478"/>
          <ac:spMkLst>
            <pc:docMk/>
            <pc:sldMk cId="3233668455" sldId="291"/>
            <ac:spMk id="70" creationId="{78B341C4-2B1A-F076-C254-B6068E0B7310}"/>
          </ac:spMkLst>
        </pc:spChg>
      </pc:sldChg>
      <pc:sldChg chg="delSp add del mod">
        <pc:chgData name="adilton junio" userId="66b3fade76ecdf97" providerId="LiveId" clId="{A5E50579-1733-4537-B8F2-65A7B3AAE54E}" dt="2024-07-19T22:06:26.293" v="3921" actId="47"/>
        <pc:sldMkLst>
          <pc:docMk/>
          <pc:sldMk cId="1961761973" sldId="292"/>
        </pc:sldMkLst>
        <pc:spChg chg="del">
          <ac:chgData name="adilton junio" userId="66b3fade76ecdf97" providerId="LiveId" clId="{A5E50579-1733-4537-B8F2-65A7B3AAE54E}" dt="2024-07-19T22:06:20.412" v="3919" actId="478"/>
          <ac:spMkLst>
            <pc:docMk/>
            <pc:sldMk cId="1961761973" sldId="292"/>
            <ac:spMk id="70" creationId="{78B341C4-2B1A-F076-C254-B6068E0B7310}"/>
          </ac:spMkLst>
        </pc:spChg>
      </pc:sldChg>
      <pc:sldChg chg="addSp delSp modSp add del mod">
        <pc:chgData name="adilton junio" userId="66b3fade76ecdf97" providerId="LiveId" clId="{A5E50579-1733-4537-B8F2-65A7B3AAE54E}" dt="2024-07-19T22:24:46.379" v="4309" actId="47"/>
        <pc:sldMkLst>
          <pc:docMk/>
          <pc:sldMk cId="776929890" sldId="293"/>
        </pc:sldMkLst>
        <pc:spChg chg="del">
          <ac:chgData name="adilton junio" userId="66b3fade76ecdf97" providerId="LiveId" clId="{A5E50579-1733-4537-B8F2-65A7B3AAE54E}" dt="2024-07-19T22:06:34.113" v="3922" actId="478"/>
          <ac:spMkLst>
            <pc:docMk/>
            <pc:sldMk cId="776929890" sldId="293"/>
            <ac:spMk id="3" creationId="{6F90025A-1F90-3006-EE52-E0B60CCD309C}"/>
          </ac:spMkLst>
        </pc:spChg>
        <pc:spChg chg="del">
          <ac:chgData name="adilton junio" userId="66b3fade76ecdf97" providerId="LiveId" clId="{A5E50579-1733-4537-B8F2-65A7B3AAE54E}" dt="2024-07-19T22:06:34.113" v="3922" actId="478"/>
          <ac:spMkLst>
            <pc:docMk/>
            <pc:sldMk cId="776929890" sldId="293"/>
            <ac:spMk id="5" creationId="{D6F635AA-E238-8C9A-E1CF-1A17D957BD45}"/>
          </ac:spMkLst>
        </pc:spChg>
        <pc:spChg chg="del">
          <ac:chgData name="adilton junio" userId="66b3fade76ecdf97" providerId="LiveId" clId="{A5E50579-1733-4537-B8F2-65A7B3AAE54E}" dt="2024-07-19T22:06:34.113" v="3922" actId="478"/>
          <ac:spMkLst>
            <pc:docMk/>
            <pc:sldMk cId="776929890" sldId="293"/>
            <ac:spMk id="7" creationId="{91C6A20F-863E-6A7F-F885-AAA2C67FC808}"/>
          </ac:spMkLst>
        </pc:spChg>
        <pc:spChg chg="mod">
          <ac:chgData name="adilton junio" userId="66b3fade76ecdf97" providerId="LiveId" clId="{A5E50579-1733-4537-B8F2-65A7B3AAE54E}" dt="2024-07-19T22:20:18.194" v="4268" actId="207"/>
          <ac:spMkLst>
            <pc:docMk/>
            <pc:sldMk cId="776929890" sldId="293"/>
            <ac:spMk id="10" creationId="{75F1EE07-FF18-5666-6CD3-1C996B921451}"/>
          </ac:spMkLst>
        </pc:spChg>
        <pc:spChg chg="mod">
          <ac:chgData name="adilton junio" userId="66b3fade76ecdf97" providerId="LiveId" clId="{A5E50579-1733-4537-B8F2-65A7B3AAE54E}" dt="2024-07-19T22:19:09.055" v="4243"/>
          <ac:spMkLst>
            <pc:docMk/>
            <pc:sldMk cId="776929890" sldId="293"/>
            <ac:spMk id="11" creationId="{96F4F071-F7BA-F817-D815-3DBB2A7FC13F}"/>
          </ac:spMkLst>
        </pc:spChg>
        <pc:spChg chg="add mod">
          <ac:chgData name="adilton junio" userId="66b3fade76ecdf97" providerId="LiveId" clId="{A5E50579-1733-4537-B8F2-65A7B3AAE54E}" dt="2024-07-19T22:15:56.174" v="4221" actId="6549"/>
          <ac:spMkLst>
            <pc:docMk/>
            <pc:sldMk cId="776929890" sldId="293"/>
            <ac:spMk id="12" creationId="{EB3CCF7E-DD5B-74CD-F977-70679BB003E4}"/>
          </ac:spMkLst>
        </pc:spChg>
        <pc:spChg chg="mod">
          <ac:chgData name="adilton junio" userId="66b3fade76ecdf97" providerId="LiveId" clId="{A5E50579-1733-4537-B8F2-65A7B3AAE54E}" dt="2024-07-19T22:19:22.711" v="4255" actId="6549"/>
          <ac:spMkLst>
            <pc:docMk/>
            <pc:sldMk cId="776929890" sldId="293"/>
            <ac:spMk id="13" creationId="{3CD90516-EDDF-D128-3535-353C70C31494}"/>
          </ac:spMkLst>
        </pc:spChg>
        <pc:spChg chg="del">
          <ac:chgData name="adilton junio" userId="66b3fade76ecdf97" providerId="LiveId" clId="{A5E50579-1733-4537-B8F2-65A7B3AAE54E}" dt="2024-07-19T22:06:34.113" v="3922" actId="478"/>
          <ac:spMkLst>
            <pc:docMk/>
            <pc:sldMk cId="776929890" sldId="293"/>
            <ac:spMk id="14" creationId="{77B44B9C-AAF1-6B15-6DC9-7639DD05A8E7}"/>
          </ac:spMkLst>
        </pc:spChg>
        <pc:spChg chg="del">
          <ac:chgData name="adilton junio" userId="66b3fade76ecdf97" providerId="LiveId" clId="{A5E50579-1733-4537-B8F2-65A7B3AAE54E}" dt="2024-07-19T22:06:34.113" v="3922" actId="478"/>
          <ac:spMkLst>
            <pc:docMk/>
            <pc:sldMk cId="776929890" sldId="293"/>
            <ac:spMk id="15" creationId="{593C8CBC-B8F1-67EC-F6DD-268E8F0DBAA7}"/>
          </ac:spMkLst>
        </pc:spChg>
        <pc:spChg chg="mod">
          <ac:chgData name="adilton junio" userId="66b3fade76ecdf97" providerId="LiveId" clId="{A5E50579-1733-4537-B8F2-65A7B3AAE54E}" dt="2024-07-19T22:20:48.581" v="4269" actId="20577"/>
          <ac:spMkLst>
            <pc:docMk/>
            <pc:sldMk cId="776929890" sldId="293"/>
            <ac:spMk id="27" creationId="{987B891E-5411-A661-E7C3-3495A51E130B}"/>
          </ac:spMkLst>
        </pc:spChg>
        <pc:spChg chg="mod">
          <ac:chgData name="adilton junio" userId="66b3fade76ecdf97" providerId="LiveId" clId="{A5E50579-1733-4537-B8F2-65A7B3AAE54E}" dt="2024-07-19T22:21:08.364" v="4272" actId="20577"/>
          <ac:spMkLst>
            <pc:docMk/>
            <pc:sldMk cId="776929890" sldId="293"/>
            <ac:spMk id="28" creationId="{66100F78-C5D7-A403-419C-93047F709B4F}"/>
          </ac:spMkLst>
        </pc:spChg>
        <pc:spChg chg="mod">
          <ac:chgData name="adilton junio" userId="66b3fade76ecdf97" providerId="LiveId" clId="{A5E50579-1733-4537-B8F2-65A7B3AAE54E}" dt="2024-07-19T22:21:13.122" v="4273" actId="20577"/>
          <ac:spMkLst>
            <pc:docMk/>
            <pc:sldMk cId="776929890" sldId="293"/>
            <ac:spMk id="29" creationId="{E67362DF-34E7-DAA4-D24F-40FB780979F5}"/>
          </ac:spMkLst>
        </pc:spChg>
        <pc:spChg chg="mod">
          <ac:chgData name="adilton junio" userId="66b3fade76ecdf97" providerId="LiveId" clId="{A5E50579-1733-4537-B8F2-65A7B3AAE54E}" dt="2024-07-19T22:19:29.394" v="4261" actId="1036"/>
          <ac:spMkLst>
            <pc:docMk/>
            <pc:sldMk cId="776929890" sldId="293"/>
            <ac:spMk id="30" creationId="{E00E947C-A73E-5306-ED37-459668394D34}"/>
          </ac:spMkLst>
        </pc:spChg>
        <pc:spChg chg="mod">
          <ac:chgData name="adilton junio" userId="66b3fade76ecdf97" providerId="LiveId" clId="{A5E50579-1733-4537-B8F2-65A7B3AAE54E}" dt="2024-07-19T22:19:29.394" v="4261" actId="1036"/>
          <ac:spMkLst>
            <pc:docMk/>
            <pc:sldMk cId="776929890" sldId="293"/>
            <ac:spMk id="31" creationId="{C2CE47C6-DEAC-571D-C9FC-94BDEB1C73DE}"/>
          </ac:spMkLst>
        </pc:spChg>
        <pc:spChg chg="del">
          <ac:chgData name="adilton junio" userId="66b3fade76ecdf97" providerId="LiveId" clId="{A5E50579-1733-4537-B8F2-65A7B3AAE54E}" dt="2024-07-19T22:06:34.113" v="3922" actId="478"/>
          <ac:spMkLst>
            <pc:docMk/>
            <pc:sldMk cId="776929890" sldId="293"/>
            <ac:spMk id="70" creationId="{78B341C4-2B1A-F076-C254-B6068E0B7310}"/>
          </ac:spMkLst>
        </pc:spChg>
      </pc:sldChg>
      <pc:sldChg chg="modSp add mod ord">
        <pc:chgData name="adilton junio" userId="66b3fade76ecdf97" providerId="LiveId" clId="{A5E50579-1733-4537-B8F2-65A7B3AAE54E}" dt="2024-07-19T22:30:27.596" v="4381" actId="404"/>
        <pc:sldMkLst>
          <pc:docMk/>
          <pc:sldMk cId="609989728" sldId="294"/>
        </pc:sldMkLst>
        <pc:spChg chg="mod">
          <ac:chgData name="adilton junio" userId="66b3fade76ecdf97" providerId="LiveId" clId="{A5E50579-1733-4537-B8F2-65A7B3AAE54E}" dt="2024-07-19T22:22:35.688" v="4277" actId="14100"/>
          <ac:spMkLst>
            <pc:docMk/>
            <pc:sldMk cId="609989728" sldId="294"/>
            <ac:spMk id="11" creationId="{96F4F071-F7BA-F817-D815-3DBB2A7FC13F}"/>
          </ac:spMkLst>
        </pc:spChg>
        <pc:spChg chg="mod">
          <ac:chgData name="adilton junio" userId="66b3fade76ecdf97" providerId="LiveId" clId="{A5E50579-1733-4537-B8F2-65A7B3AAE54E}" dt="2024-07-19T22:22:31.773" v="4276" actId="14100"/>
          <ac:spMkLst>
            <pc:docMk/>
            <pc:sldMk cId="609989728" sldId="294"/>
            <ac:spMk id="13" creationId="{3CD90516-EDDF-D128-3535-353C70C31494}"/>
          </ac:spMkLst>
        </pc:spChg>
        <pc:spChg chg="mod">
          <ac:chgData name="adilton junio" userId="66b3fade76ecdf97" providerId="LiveId" clId="{A5E50579-1733-4537-B8F2-65A7B3AAE54E}" dt="2024-07-19T22:22:26.326" v="4275" actId="14100"/>
          <ac:spMkLst>
            <pc:docMk/>
            <pc:sldMk cId="609989728" sldId="294"/>
            <ac:spMk id="27" creationId="{987B891E-5411-A661-E7C3-3495A51E130B}"/>
          </ac:spMkLst>
        </pc:spChg>
        <pc:spChg chg="mod">
          <ac:chgData name="adilton junio" userId="66b3fade76ecdf97" providerId="LiveId" clId="{A5E50579-1733-4537-B8F2-65A7B3AAE54E}" dt="2024-07-19T22:22:49.029" v="4279" actId="14100"/>
          <ac:spMkLst>
            <pc:docMk/>
            <pc:sldMk cId="609989728" sldId="294"/>
            <ac:spMk id="28" creationId="{66100F78-C5D7-A403-419C-93047F709B4F}"/>
          </ac:spMkLst>
        </pc:spChg>
        <pc:spChg chg="mod">
          <ac:chgData name="adilton junio" userId="66b3fade76ecdf97" providerId="LiveId" clId="{A5E50579-1733-4537-B8F2-65A7B3AAE54E}" dt="2024-07-19T22:22:53.473" v="4281" actId="14100"/>
          <ac:spMkLst>
            <pc:docMk/>
            <pc:sldMk cId="609989728" sldId="294"/>
            <ac:spMk id="29" creationId="{E67362DF-34E7-DAA4-D24F-40FB780979F5}"/>
          </ac:spMkLst>
        </pc:spChg>
        <pc:spChg chg="mod">
          <ac:chgData name="adilton junio" userId="66b3fade76ecdf97" providerId="LiveId" clId="{A5E50579-1733-4537-B8F2-65A7B3AAE54E}" dt="2024-07-19T22:30:27.596" v="4381" actId="404"/>
          <ac:spMkLst>
            <pc:docMk/>
            <pc:sldMk cId="609989728" sldId="294"/>
            <ac:spMk id="31" creationId="{C2CE47C6-DEAC-571D-C9FC-94BDEB1C73DE}"/>
          </ac:spMkLst>
        </pc:spChg>
      </pc:sldChg>
      <pc:sldChg chg="addSp delSp modSp add mod">
        <pc:chgData name="adilton junio" userId="66b3fade76ecdf97" providerId="LiveId" clId="{A5E50579-1733-4537-B8F2-65A7B3AAE54E}" dt="2024-07-19T22:33:44.266" v="4424" actId="20577"/>
        <pc:sldMkLst>
          <pc:docMk/>
          <pc:sldMk cId="3309868588" sldId="295"/>
        </pc:sldMkLst>
        <pc:spChg chg="add mod">
          <ac:chgData name="adilton junio" userId="66b3fade76ecdf97" providerId="LiveId" clId="{A5E50579-1733-4537-B8F2-65A7B3AAE54E}" dt="2024-07-19T22:33:44.266" v="4424" actId="20577"/>
          <ac:spMkLst>
            <pc:docMk/>
            <pc:sldMk cId="3309868588" sldId="295"/>
            <ac:spMk id="3" creationId="{72809E10-80A8-13F9-1702-A91766264365}"/>
          </ac:spMkLst>
        </pc:spChg>
        <pc:spChg chg="add mod">
          <ac:chgData name="adilton junio" userId="66b3fade76ecdf97" providerId="LiveId" clId="{A5E50579-1733-4537-B8F2-65A7B3AAE54E}" dt="2024-07-19T22:33:37.534" v="4423" actId="20577"/>
          <ac:spMkLst>
            <pc:docMk/>
            <pc:sldMk cId="3309868588" sldId="295"/>
            <ac:spMk id="5" creationId="{9EF378B8-E408-D35D-3908-9C32E9D35CFF}"/>
          </ac:spMkLst>
        </pc:spChg>
        <pc:spChg chg="del">
          <ac:chgData name="adilton junio" userId="66b3fade76ecdf97" providerId="LiveId" clId="{A5E50579-1733-4537-B8F2-65A7B3AAE54E}" dt="2024-07-19T22:27:49.865" v="4354" actId="478"/>
          <ac:spMkLst>
            <pc:docMk/>
            <pc:sldMk cId="3309868588" sldId="295"/>
            <ac:spMk id="10" creationId="{75F1EE07-FF18-5666-6CD3-1C996B921451}"/>
          </ac:spMkLst>
        </pc:spChg>
        <pc:spChg chg="del">
          <ac:chgData name="adilton junio" userId="66b3fade76ecdf97" providerId="LiveId" clId="{A5E50579-1733-4537-B8F2-65A7B3AAE54E}" dt="2024-07-19T22:27:49.865" v="4354" actId="478"/>
          <ac:spMkLst>
            <pc:docMk/>
            <pc:sldMk cId="3309868588" sldId="295"/>
            <ac:spMk id="11" creationId="{96F4F071-F7BA-F817-D815-3DBB2A7FC13F}"/>
          </ac:spMkLst>
        </pc:spChg>
        <pc:spChg chg="mod">
          <ac:chgData name="adilton junio" userId="66b3fade76ecdf97" providerId="LiveId" clId="{A5E50579-1733-4537-B8F2-65A7B3AAE54E}" dt="2024-07-19T22:28:17.039" v="4365" actId="14100"/>
          <ac:spMkLst>
            <pc:docMk/>
            <pc:sldMk cId="3309868588" sldId="295"/>
            <ac:spMk id="12" creationId="{EB3CCF7E-DD5B-74CD-F977-70679BB003E4}"/>
          </ac:spMkLst>
        </pc:spChg>
        <pc:spChg chg="del">
          <ac:chgData name="adilton junio" userId="66b3fade76ecdf97" providerId="LiveId" clId="{A5E50579-1733-4537-B8F2-65A7B3AAE54E}" dt="2024-07-19T22:27:49.865" v="4354" actId="478"/>
          <ac:spMkLst>
            <pc:docMk/>
            <pc:sldMk cId="3309868588" sldId="295"/>
            <ac:spMk id="13" creationId="{3CD90516-EDDF-D128-3535-353C70C31494}"/>
          </ac:spMkLst>
        </pc:spChg>
        <pc:spChg chg="del">
          <ac:chgData name="adilton junio" userId="66b3fade76ecdf97" providerId="LiveId" clId="{A5E50579-1733-4537-B8F2-65A7B3AAE54E}" dt="2024-07-19T22:27:49.865" v="4354" actId="478"/>
          <ac:spMkLst>
            <pc:docMk/>
            <pc:sldMk cId="3309868588" sldId="295"/>
            <ac:spMk id="27" creationId="{987B891E-5411-A661-E7C3-3495A51E130B}"/>
          </ac:spMkLst>
        </pc:spChg>
        <pc:spChg chg="del">
          <ac:chgData name="adilton junio" userId="66b3fade76ecdf97" providerId="LiveId" clId="{A5E50579-1733-4537-B8F2-65A7B3AAE54E}" dt="2024-07-19T22:27:49.865" v="4354" actId="478"/>
          <ac:spMkLst>
            <pc:docMk/>
            <pc:sldMk cId="3309868588" sldId="295"/>
            <ac:spMk id="28" creationId="{66100F78-C5D7-A403-419C-93047F709B4F}"/>
          </ac:spMkLst>
        </pc:spChg>
        <pc:spChg chg="del">
          <ac:chgData name="adilton junio" userId="66b3fade76ecdf97" providerId="LiveId" clId="{A5E50579-1733-4537-B8F2-65A7B3AAE54E}" dt="2024-07-19T22:27:51.298" v="4355" actId="478"/>
          <ac:spMkLst>
            <pc:docMk/>
            <pc:sldMk cId="3309868588" sldId="295"/>
            <ac:spMk id="29" creationId="{E67362DF-34E7-DAA4-D24F-40FB780979F5}"/>
          </ac:spMkLst>
        </pc:spChg>
        <pc:spChg chg="del">
          <ac:chgData name="adilton junio" userId="66b3fade76ecdf97" providerId="LiveId" clId="{A5E50579-1733-4537-B8F2-65A7B3AAE54E}" dt="2024-07-19T22:27:51.298" v="4355" actId="478"/>
          <ac:spMkLst>
            <pc:docMk/>
            <pc:sldMk cId="3309868588" sldId="295"/>
            <ac:spMk id="30" creationId="{E00E947C-A73E-5306-ED37-459668394D34}"/>
          </ac:spMkLst>
        </pc:spChg>
        <pc:spChg chg="del">
          <ac:chgData name="adilton junio" userId="66b3fade76ecdf97" providerId="LiveId" clId="{A5E50579-1733-4537-B8F2-65A7B3AAE54E}" dt="2024-07-19T22:27:49.865" v="4354" actId="478"/>
          <ac:spMkLst>
            <pc:docMk/>
            <pc:sldMk cId="3309868588" sldId="295"/>
            <ac:spMk id="31" creationId="{C2CE47C6-DEAC-571D-C9FC-94BDEB1C73DE}"/>
          </ac:spMkLst>
        </pc:spChg>
      </pc:sldChg>
      <pc:sldChg chg="addSp delSp modSp mod">
        <pc:chgData name="adilton junio" userId="66b3fade76ecdf97" providerId="LiveId" clId="{A5E50579-1733-4537-B8F2-65A7B3AAE54E}" dt="2024-07-22T12:57:46.351" v="4573" actId="1038"/>
        <pc:sldMkLst>
          <pc:docMk/>
          <pc:sldMk cId="2771550805" sldId="297"/>
        </pc:sldMkLst>
        <pc:spChg chg="mod">
          <ac:chgData name="adilton junio" userId="66b3fade76ecdf97" providerId="LiveId" clId="{A5E50579-1733-4537-B8F2-65A7B3AAE54E}" dt="2024-07-22T12:57:46.351" v="4573" actId="1038"/>
          <ac:spMkLst>
            <pc:docMk/>
            <pc:sldMk cId="2771550805" sldId="297"/>
            <ac:spMk id="3" creationId="{B40F7ACA-6FC0-F7F9-73A3-908D823ED7D3}"/>
          </ac:spMkLst>
        </pc:spChg>
        <pc:spChg chg="mod">
          <ac:chgData name="adilton junio" userId="66b3fade76ecdf97" providerId="LiveId" clId="{A5E50579-1733-4537-B8F2-65A7B3AAE54E}" dt="2024-07-22T12:57:39.414" v="4568" actId="14100"/>
          <ac:spMkLst>
            <pc:docMk/>
            <pc:sldMk cId="2771550805" sldId="297"/>
            <ac:spMk id="5" creationId="{78E868B1-D7F2-0274-FD4D-C4416085B4E9}"/>
          </ac:spMkLst>
        </pc:spChg>
        <pc:spChg chg="add del">
          <ac:chgData name="adilton junio" userId="66b3fade76ecdf97" providerId="LiveId" clId="{A5E50579-1733-4537-B8F2-65A7B3AAE54E}" dt="2024-07-22T12:57:05.039" v="4552" actId="22"/>
          <ac:spMkLst>
            <pc:docMk/>
            <pc:sldMk cId="2771550805" sldId="297"/>
            <ac:spMk id="14" creationId="{FE7E9329-DBED-CAB5-9494-634BA3DF6B9C}"/>
          </ac:spMkLst>
        </pc:spChg>
        <pc:spChg chg="add del">
          <ac:chgData name="adilton junio" userId="66b3fade76ecdf97" providerId="LiveId" clId="{A5E50579-1733-4537-B8F2-65A7B3AAE54E}" dt="2024-07-22T12:57:10.145" v="4554" actId="22"/>
          <ac:spMkLst>
            <pc:docMk/>
            <pc:sldMk cId="2771550805" sldId="297"/>
            <ac:spMk id="30" creationId="{7A58B8BB-9A3C-CEA7-78A7-640189AA2C0A}"/>
          </ac:spMkLst>
        </pc:spChg>
        <pc:spChg chg="add mod">
          <ac:chgData name="adilton junio" userId="66b3fade76ecdf97" providerId="LiveId" clId="{A5E50579-1733-4537-B8F2-65A7B3AAE54E}" dt="2024-07-22T12:57:21.132" v="4556" actId="164"/>
          <ac:spMkLst>
            <pc:docMk/>
            <pc:sldMk cId="2771550805" sldId="297"/>
            <ac:spMk id="35" creationId="{521DDD0D-51C3-EEB4-0CD8-F69650CAFD8A}"/>
          </ac:spMkLst>
        </pc:spChg>
        <pc:spChg chg="mod">
          <ac:chgData name="adilton junio" userId="66b3fade76ecdf97" providerId="LiveId" clId="{A5E50579-1733-4537-B8F2-65A7B3AAE54E}" dt="2024-07-22T12:17:19.269" v="4475" actId="1076"/>
          <ac:spMkLst>
            <pc:docMk/>
            <pc:sldMk cId="2771550805" sldId="297"/>
            <ac:spMk id="72" creationId="{9D3C9934-751B-7E33-684D-BBDD4A3B5B1B}"/>
          </ac:spMkLst>
        </pc:spChg>
        <pc:grpChg chg="mod">
          <ac:chgData name="adilton junio" userId="66b3fade76ecdf97" providerId="LiveId" clId="{A5E50579-1733-4537-B8F2-65A7B3AAE54E}" dt="2024-07-22T12:57:32.340" v="4565" actId="1038"/>
          <ac:grpSpMkLst>
            <pc:docMk/>
            <pc:sldMk cId="2771550805" sldId="297"/>
            <ac:grpSpMk id="7" creationId="{13B2D9B9-E0CB-8F71-A186-E0181FF06A11}"/>
          </ac:grpSpMkLst>
        </pc:grpChg>
        <pc:grpChg chg="mod">
          <ac:chgData name="adilton junio" userId="66b3fade76ecdf97" providerId="LiveId" clId="{A5E50579-1733-4537-B8F2-65A7B3AAE54E}" dt="2024-07-22T12:56:52.612" v="4550" actId="1036"/>
          <ac:grpSpMkLst>
            <pc:docMk/>
            <pc:sldMk cId="2771550805" sldId="297"/>
            <ac:grpSpMk id="10" creationId="{3A290E40-F056-0C55-ED18-A8AD31B33071}"/>
          </ac:grpSpMkLst>
        </pc:grpChg>
        <pc:grpChg chg="add mod ord">
          <ac:chgData name="adilton junio" userId="66b3fade76ecdf97" providerId="LiveId" clId="{A5E50579-1733-4537-B8F2-65A7B3AAE54E}" dt="2024-07-22T12:57:25.334" v="4557" actId="167"/>
          <ac:grpSpMkLst>
            <pc:docMk/>
            <pc:sldMk cId="2771550805" sldId="297"/>
            <ac:grpSpMk id="37" creationId="{DC6DB741-547A-8C6B-0E4E-DC93E3754B78}"/>
          </ac:grpSpMkLst>
        </pc:grpChg>
        <pc:grpChg chg="mod">
          <ac:chgData name="adilton junio" userId="66b3fade76ecdf97" providerId="LiveId" clId="{A5E50579-1733-4537-B8F2-65A7B3AAE54E}" dt="2024-07-22T12:57:21.132" v="4556" actId="164"/>
          <ac:grpSpMkLst>
            <pc:docMk/>
            <pc:sldMk cId="2771550805" sldId="297"/>
            <ac:grpSpMk id="73" creationId="{6259D298-4372-8E4E-54B5-F43FCFCFE086}"/>
          </ac:grpSpMkLst>
        </pc:grpChg>
        <pc:picChg chg="mod modCrop">
          <ac:chgData name="adilton junio" userId="66b3fade76ecdf97" providerId="LiveId" clId="{A5E50579-1733-4537-B8F2-65A7B3AAE54E}" dt="2024-07-22T12:56:48.116" v="4538" actId="1038"/>
          <ac:picMkLst>
            <pc:docMk/>
            <pc:sldMk cId="2771550805" sldId="297"/>
            <ac:picMk id="69" creationId="{BE928D1C-AC8B-F923-80C1-C79847D0BD95}"/>
          </ac:picMkLst>
        </pc:picChg>
      </pc:sldChg>
      <pc:sldChg chg="addSp modSp mod">
        <pc:chgData name="adilton junio" userId="66b3fade76ecdf97" providerId="LiveId" clId="{A5E50579-1733-4537-B8F2-65A7B3AAE54E}" dt="2024-07-22T13:00:17.264" v="4635" actId="1037"/>
        <pc:sldMkLst>
          <pc:docMk/>
          <pc:sldMk cId="2205380317" sldId="298"/>
        </pc:sldMkLst>
        <pc:spChg chg="mod">
          <ac:chgData name="adilton junio" userId="66b3fade76ecdf97" providerId="LiveId" clId="{A5E50579-1733-4537-B8F2-65A7B3AAE54E}" dt="2024-07-22T13:00:17.264" v="4635" actId="1037"/>
          <ac:spMkLst>
            <pc:docMk/>
            <pc:sldMk cId="2205380317" sldId="298"/>
            <ac:spMk id="3" creationId="{B40F7ACA-6FC0-F7F9-73A3-908D823ED7D3}"/>
          </ac:spMkLst>
        </pc:spChg>
        <pc:spChg chg="mod">
          <ac:chgData name="adilton junio" userId="66b3fade76ecdf97" providerId="LiveId" clId="{A5E50579-1733-4537-B8F2-65A7B3AAE54E}" dt="2024-07-22T13:00:05.007" v="4629" actId="1035"/>
          <ac:spMkLst>
            <pc:docMk/>
            <pc:sldMk cId="2205380317" sldId="298"/>
            <ac:spMk id="5" creationId="{78E868B1-D7F2-0274-FD4D-C4416085B4E9}"/>
          </ac:spMkLst>
        </pc:spChg>
        <pc:spChg chg="add mod">
          <ac:chgData name="adilton junio" userId="66b3fade76ecdf97" providerId="LiveId" clId="{A5E50579-1733-4537-B8F2-65A7B3AAE54E}" dt="2024-07-22T12:17:11.044" v="4474" actId="164"/>
          <ac:spMkLst>
            <pc:docMk/>
            <pc:sldMk cId="2205380317" sldId="298"/>
            <ac:spMk id="14" creationId="{1C1ADEC8-69EC-7EB6-4237-F1D3592D8DBA}"/>
          </ac:spMkLst>
        </pc:spChg>
        <pc:spChg chg="mod">
          <ac:chgData name="adilton junio" userId="66b3fade76ecdf97" providerId="LiveId" clId="{A5E50579-1733-4537-B8F2-65A7B3AAE54E}" dt="2024-07-22T12:59:37.733" v="4611" actId="1037"/>
          <ac:spMkLst>
            <pc:docMk/>
            <pc:sldMk cId="2205380317" sldId="298"/>
            <ac:spMk id="19" creationId="{4F50683D-56A8-1BEB-33FF-1DA2865995DF}"/>
          </ac:spMkLst>
        </pc:spChg>
        <pc:spChg chg="mod">
          <ac:chgData name="adilton junio" userId="66b3fade76ecdf97" providerId="LiveId" clId="{A5E50579-1733-4537-B8F2-65A7B3AAE54E}" dt="2024-07-22T12:59:40.769" v="4612" actId="1076"/>
          <ac:spMkLst>
            <pc:docMk/>
            <pc:sldMk cId="2205380317" sldId="298"/>
            <ac:spMk id="20" creationId="{4C33C151-AFDE-0EF7-7928-BEEC639D923D}"/>
          </ac:spMkLst>
        </pc:spChg>
        <pc:grpChg chg="mod">
          <ac:chgData name="adilton junio" userId="66b3fade76ecdf97" providerId="LiveId" clId="{A5E50579-1733-4537-B8F2-65A7B3AAE54E}" dt="2024-07-22T12:59:57.309" v="4620" actId="1036"/>
          <ac:grpSpMkLst>
            <pc:docMk/>
            <pc:sldMk cId="2205380317" sldId="298"/>
            <ac:grpSpMk id="7" creationId="{13B2D9B9-E0CB-8F71-A186-E0181FF06A11}"/>
          </ac:grpSpMkLst>
        </pc:grpChg>
        <pc:grpChg chg="add mod">
          <ac:chgData name="adilton junio" userId="66b3fade76ecdf97" providerId="LiveId" clId="{A5E50579-1733-4537-B8F2-65A7B3AAE54E}" dt="2024-07-22T12:56:40.832" v="4529" actId="1038"/>
          <ac:grpSpMkLst>
            <pc:docMk/>
            <pc:sldMk cId="2205380317" sldId="298"/>
            <ac:grpSpMk id="16" creationId="{D5A97C9B-8DC0-ECD8-457E-F4DF08EBAA69}"/>
          </ac:grpSpMkLst>
        </pc:grpChg>
        <pc:grpChg chg="add mod">
          <ac:chgData name="adilton junio" userId="66b3fade76ecdf97" providerId="LiveId" clId="{A5E50579-1733-4537-B8F2-65A7B3AAE54E}" dt="2024-07-22T12:59:31.381" v="4609" actId="1037"/>
          <ac:grpSpMkLst>
            <pc:docMk/>
            <pc:sldMk cId="2205380317" sldId="298"/>
            <ac:grpSpMk id="18" creationId="{7DABA30D-1951-0BB6-8E69-A878D06FC9B6}"/>
          </ac:grpSpMkLst>
        </pc:grpChg>
        <pc:picChg chg="mod">
          <ac:chgData name="adilton junio" userId="66b3fade76ecdf97" providerId="LiveId" clId="{A5E50579-1733-4537-B8F2-65A7B3AAE54E}" dt="2024-07-22T12:17:11.044" v="4474" actId="164"/>
          <ac:picMkLst>
            <pc:docMk/>
            <pc:sldMk cId="2205380317" sldId="298"/>
            <ac:picMk id="69" creationId="{BE928D1C-AC8B-F923-80C1-C79847D0BD95}"/>
          </ac:picMkLst>
        </pc:picChg>
        <pc:picChg chg="mod">
          <ac:chgData name="adilton junio" userId="66b3fade76ecdf97" providerId="LiveId" clId="{A5E50579-1733-4537-B8F2-65A7B3AAE54E}" dt="2024-07-22T12:56:18.208" v="4515" actId="1038"/>
          <ac:picMkLst>
            <pc:docMk/>
            <pc:sldMk cId="2205380317" sldId="298"/>
            <ac:picMk id="71" creationId="{98548C5C-FF4C-6630-93C6-B16368D95A53}"/>
          </ac:picMkLst>
        </pc:picChg>
      </pc:sldChg>
      <pc:sldChg chg="addSp modSp mod">
        <pc:chgData name="adilton junio" userId="66b3fade76ecdf97" providerId="LiveId" clId="{A5E50579-1733-4537-B8F2-65A7B3AAE54E}" dt="2024-07-22T12:56:38.109" v="4524" actId="1037"/>
        <pc:sldMkLst>
          <pc:docMk/>
          <pc:sldMk cId="3748239064" sldId="299"/>
        </pc:sldMkLst>
        <pc:spChg chg="mod">
          <ac:chgData name="adilton junio" userId="66b3fade76ecdf97" providerId="LiveId" clId="{A5E50579-1733-4537-B8F2-65A7B3AAE54E}" dt="2024-07-22T12:15:39.019" v="4460" actId="1076"/>
          <ac:spMkLst>
            <pc:docMk/>
            <pc:sldMk cId="3748239064" sldId="299"/>
            <ac:spMk id="12" creationId="{287D84C5-5879-069D-57FC-520832C9CCAA}"/>
          </ac:spMkLst>
        </pc:spChg>
        <pc:spChg chg="mod">
          <ac:chgData name="adilton junio" userId="66b3fade76ecdf97" providerId="LiveId" clId="{A5E50579-1733-4537-B8F2-65A7B3AAE54E}" dt="2024-07-22T12:15:33.965" v="4458" actId="1076"/>
          <ac:spMkLst>
            <pc:docMk/>
            <pc:sldMk cId="3748239064" sldId="299"/>
            <ac:spMk id="13" creationId="{78731000-D5CB-97D7-7E26-11F1BDCC9E21}"/>
          </ac:spMkLst>
        </pc:spChg>
        <pc:spChg chg="mod">
          <ac:chgData name="adilton junio" userId="66b3fade76ecdf97" providerId="LiveId" clId="{A5E50579-1733-4537-B8F2-65A7B3AAE54E}" dt="2024-07-22T12:15:52.103" v="4463" actId="1076"/>
          <ac:spMkLst>
            <pc:docMk/>
            <pc:sldMk cId="3748239064" sldId="299"/>
            <ac:spMk id="15" creationId="{8BE3BE45-59DB-A66A-3C3F-ADB5EA637F12}"/>
          </ac:spMkLst>
        </pc:spChg>
        <pc:spChg chg="mod">
          <ac:chgData name="adilton junio" userId="66b3fade76ecdf97" providerId="LiveId" clId="{A5E50579-1733-4537-B8F2-65A7B3AAE54E}" dt="2024-07-22T12:15:55.961" v="4464" actId="1076"/>
          <ac:spMkLst>
            <pc:docMk/>
            <pc:sldMk cId="3748239064" sldId="299"/>
            <ac:spMk id="17" creationId="{615EA317-4332-0BA6-4BDF-491340EB3596}"/>
          </ac:spMkLst>
        </pc:spChg>
        <pc:grpChg chg="add mod">
          <ac:chgData name="adilton junio" userId="66b3fade76ecdf97" providerId="LiveId" clId="{A5E50579-1733-4537-B8F2-65A7B3AAE54E}" dt="2024-07-22T12:16:05.175" v="4466" actId="164"/>
          <ac:grpSpMkLst>
            <pc:docMk/>
            <pc:sldMk cId="3748239064" sldId="299"/>
            <ac:grpSpMk id="11" creationId="{0B515AC4-EFEE-D7FD-B417-46DEDBE04D97}"/>
          </ac:grpSpMkLst>
        </pc:grpChg>
        <pc:grpChg chg="add mod">
          <ac:chgData name="adilton junio" userId="66b3fade76ecdf97" providerId="LiveId" clId="{A5E50579-1733-4537-B8F2-65A7B3AAE54E}" dt="2024-07-22T12:16:01.399" v="4465" actId="164"/>
          <ac:grpSpMkLst>
            <pc:docMk/>
            <pc:sldMk cId="3748239064" sldId="299"/>
            <ac:grpSpMk id="14" creationId="{314F1706-418C-E68F-0711-3528257EB36E}"/>
          </ac:grpSpMkLst>
        </pc:grpChg>
        <pc:grpChg chg="add mod">
          <ac:chgData name="adilton junio" userId="66b3fade76ecdf97" providerId="LiveId" clId="{A5E50579-1733-4537-B8F2-65A7B3AAE54E}" dt="2024-07-22T12:56:38.109" v="4524" actId="1037"/>
          <ac:grpSpMkLst>
            <pc:docMk/>
            <pc:sldMk cId="3748239064" sldId="299"/>
            <ac:grpSpMk id="19" creationId="{7DD4F8AD-585A-ED2A-7ECD-BB7039ED8DDB}"/>
          </ac:grpSpMkLst>
        </pc:grpChg>
        <pc:grpChg chg="add mod">
          <ac:chgData name="adilton junio" userId="66b3fade76ecdf97" providerId="LiveId" clId="{A5E50579-1733-4537-B8F2-65A7B3AAE54E}" dt="2024-07-22T12:56:19.865" v="4516" actId="1038"/>
          <ac:grpSpMkLst>
            <pc:docMk/>
            <pc:sldMk cId="3748239064" sldId="299"/>
            <ac:grpSpMk id="20" creationId="{F4DBCE44-B638-7A50-884C-64214FB07DD1}"/>
          </ac:grpSpMkLst>
        </pc:grpChg>
        <pc:picChg chg="add mod modCrop">
          <ac:chgData name="adilton junio" userId="66b3fade76ecdf97" providerId="LiveId" clId="{A5E50579-1733-4537-B8F2-65A7B3AAE54E}" dt="2024-07-22T12:16:05.175" v="4466" actId="164"/>
          <ac:picMkLst>
            <pc:docMk/>
            <pc:sldMk cId="3748239064" sldId="299"/>
            <ac:picMk id="5" creationId="{66D0A45A-2DC4-7785-FB88-9836E6006683}"/>
          </ac:picMkLst>
        </pc:picChg>
        <pc:picChg chg="add mod modCrop">
          <ac:chgData name="adilton junio" userId="66b3fade76ecdf97" providerId="LiveId" clId="{A5E50579-1733-4537-B8F2-65A7B3AAE54E}" dt="2024-07-22T12:16:01.399" v="4465" actId="164"/>
          <ac:picMkLst>
            <pc:docMk/>
            <pc:sldMk cId="3748239064" sldId="299"/>
            <ac:picMk id="10" creationId="{C3E0CC7F-28BD-5EDF-0553-C35B79D74B8B}"/>
          </ac:picMkLst>
        </pc:picChg>
      </pc:sldChg>
      <pc:sldChg chg="addSp delSp modSp add mod">
        <pc:chgData name="adilton junio" userId="66b3fade76ecdf97" providerId="LiveId" clId="{A5E50579-1733-4537-B8F2-65A7B3AAE54E}" dt="2024-07-22T12:56:24.995" v="4521" actId="1038"/>
        <pc:sldMkLst>
          <pc:docMk/>
          <pc:sldMk cId="3506965981" sldId="300"/>
        </pc:sldMkLst>
        <pc:spChg chg="mod">
          <ac:chgData name="adilton junio" userId="66b3fade76ecdf97" providerId="LiveId" clId="{A5E50579-1733-4537-B8F2-65A7B3AAE54E}" dt="2024-07-22T12:54:01.515" v="4486" actId="1076"/>
          <ac:spMkLst>
            <pc:docMk/>
            <pc:sldMk cId="3506965981" sldId="300"/>
            <ac:spMk id="2" creationId="{210C4684-E1A1-C731-9947-6934CF464A62}"/>
          </ac:spMkLst>
        </pc:spChg>
        <pc:spChg chg="mod">
          <ac:chgData name="adilton junio" userId="66b3fade76ecdf97" providerId="LiveId" clId="{A5E50579-1733-4537-B8F2-65A7B3AAE54E}" dt="2024-07-22T12:54:01.515" v="4486" actId="1076"/>
          <ac:spMkLst>
            <pc:docMk/>
            <pc:sldMk cId="3506965981" sldId="300"/>
            <ac:spMk id="4" creationId="{310BE2A7-F3D2-24C6-A415-EA4964A8FD02}"/>
          </ac:spMkLst>
        </pc:spChg>
        <pc:spChg chg="add del">
          <ac:chgData name="adilton junio" userId="66b3fade76ecdf97" providerId="LiveId" clId="{A5E50579-1733-4537-B8F2-65A7B3AAE54E}" dt="2024-07-22T12:54:31.911" v="4490" actId="22"/>
          <ac:spMkLst>
            <pc:docMk/>
            <pc:sldMk cId="3506965981" sldId="300"/>
            <ac:spMk id="7" creationId="{3C8A11B6-5393-4761-1C09-A6EE055ECB79}"/>
          </ac:spMkLst>
        </pc:spChg>
        <pc:spChg chg="mod">
          <ac:chgData name="adilton junio" userId="66b3fade76ecdf97" providerId="LiveId" clId="{A5E50579-1733-4537-B8F2-65A7B3AAE54E}" dt="2024-07-22T12:54:01.515" v="4486" actId="1076"/>
          <ac:spMkLst>
            <pc:docMk/>
            <pc:sldMk cId="3506965981" sldId="300"/>
            <ac:spMk id="8" creationId="{9BEF1642-B655-7CAD-CD9D-3570B3E8A5FE}"/>
          </ac:spMkLst>
        </pc:spChg>
        <pc:spChg chg="mod">
          <ac:chgData name="adilton junio" userId="66b3fade76ecdf97" providerId="LiveId" clId="{A5E50579-1733-4537-B8F2-65A7B3AAE54E}" dt="2024-07-22T12:54:01.515" v="4486" actId="1076"/>
          <ac:spMkLst>
            <pc:docMk/>
            <pc:sldMk cId="3506965981" sldId="300"/>
            <ac:spMk id="9" creationId="{6712AAAE-5D61-5AD9-F1A7-A27ACC47ED61}"/>
          </ac:spMkLst>
        </pc:spChg>
        <pc:spChg chg="del mod topLvl">
          <ac:chgData name="adilton junio" userId="66b3fade76ecdf97" providerId="LiveId" clId="{A5E50579-1733-4537-B8F2-65A7B3AAE54E}" dt="2024-07-22T12:54:53.231" v="4495" actId="478"/>
          <ac:spMkLst>
            <pc:docMk/>
            <pc:sldMk cId="3506965981" sldId="300"/>
            <ac:spMk id="12" creationId="{287D84C5-5879-069D-57FC-520832C9CCAA}"/>
          </ac:spMkLst>
        </pc:spChg>
        <pc:spChg chg="del mod">
          <ac:chgData name="adilton junio" userId="66b3fade76ecdf97" providerId="LiveId" clId="{A5E50579-1733-4537-B8F2-65A7B3AAE54E}" dt="2024-07-22T12:53:53.112" v="4484" actId="478"/>
          <ac:spMkLst>
            <pc:docMk/>
            <pc:sldMk cId="3506965981" sldId="300"/>
            <ac:spMk id="13" creationId="{78731000-D5CB-97D7-7E26-11F1BDCC9E21}"/>
          </ac:spMkLst>
        </pc:spChg>
        <pc:spChg chg="del mod topLvl">
          <ac:chgData name="adilton junio" userId="66b3fade76ecdf97" providerId="LiveId" clId="{A5E50579-1733-4537-B8F2-65A7B3AAE54E}" dt="2024-07-22T12:55:00.975" v="4497" actId="478"/>
          <ac:spMkLst>
            <pc:docMk/>
            <pc:sldMk cId="3506965981" sldId="300"/>
            <ac:spMk id="15" creationId="{8BE3BE45-59DB-A66A-3C3F-ADB5EA637F12}"/>
          </ac:spMkLst>
        </pc:spChg>
        <pc:spChg chg="del mod">
          <ac:chgData name="adilton junio" userId="66b3fade76ecdf97" providerId="LiveId" clId="{A5E50579-1733-4537-B8F2-65A7B3AAE54E}" dt="2024-07-22T12:54:07.308" v="4487" actId="478"/>
          <ac:spMkLst>
            <pc:docMk/>
            <pc:sldMk cId="3506965981" sldId="300"/>
            <ac:spMk id="17" creationId="{615EA317-4332-0BA6-4BDF-491340EB3596}"/>
          </ac:spMkLst>
        </pc:spChg>
        <pc:spChg chg="mod">
          <ac:chgData name="adilton junio" userId="66b3fade76ecdf97" providerId="LiveId" clId="{A5E50579-1733-4537-B8F2-65A7B3AAE54E}" dt="2024-07-22T12:54:01.515" v="4486" actId="1076"/>
          <ac:spMkLst>
            <pc:docMk/>
            <pc:sldMk cId="3506965981" sldId="300"/>
            <ac:spMk id="18" creationId="{C13F6F8D-4732-6D80-7B49-D18C67208F3A}"/>
          </ac:spMkLst>
        </pc:spChg>
        <pc:spChg chg="add mod">
          <ac:chgData name="adilton junio" userId="66b3fade76ecdf97" providerId="LiveId" clId="{A5E50579-1733-4537-B8F2-65A7B3AAE54E}" dt="2024-07-22T12:55:53.198" v="4506" actId="164"/>
          <ac:spMkLst>
            <pc:docMk/>
            <pc:sldMk cId="3506965981" sldId="300"/>
            <ac:spMk id="21" creationId="{7C14DDAD-ED0D-D604-4F18-7770604737ED}"/>
          </ac:spMkLst>
        </pc:spChg>
        <pc:spChg chg="mod">
          <ac:chgData name="adilton junio" userId="66b3fade76ecdf97" providerId="LiveId" clId="{A5E50579-1733-4537-B8F2-65A7B3AAE54E}" dt="2024-07-22T12:54:01.515" v="4486" actId="1076"/>
          <ac:spMkLst>
            <pc:docMk/>
            <pc:sldMk cId="3506965981" sldId="300"/>
            <ac:spMk id="29" creationId="{DF81BCFE-8F8F-2FB0-53A9-0B17667DEA43}"/>
          </ac:spMkLst>
        </pc:spChg>
        <pc:spChg chg="mod">
          <ac:chgData name="adilton junio" userId="66b3fade76ecdf97" providerId="LiveId" clId="{A5E50579-1733-4537-B8F2-65A7B3AAE54E}" dt="2024-07-22T12:54:01.515" v="4486" actId="1076"/>
          <ac:spMkLst>
            <pc:docMk/>
            <pc:sldMk cId="3506965981" sldId="300"/>
            <ac:spMk id="36" creationId="{70CB4C46-1593-AEEC-5513-7023DE6F7777}"/>
          </ac:spMkLst>
        </pc:spChg>
        <pc:spChg chg="mod">
          <ac:chgData name="adilton junio" userId="66b3fade76ecdf97" providerId="LiveId" clId="{A5E50579-1733-4537-B8F2-65A7B3AAE54E}" dt="2024-07-22T12:54:01.515" v="4486" actId="1076"/>
          <ac:spMkLst>
            <pc:docMk/>
            <pc:sldMk cId="3506965981" sldId="300"/>
            <ac:spMk id="43" creationId="{B8132112-7B8D-8055-D5E6-8D63CA226AD3}"/>
          </ac:spMkLst>
        </pc:spChg>
        <pc:spChg chg="mod">
          <ac:chgData name="adilton junio" userId="66b3fade76ecdf97" providerId="LiveId" clId="{A5E50579-1733-4537-B8F2-65A7B3AAE54E}" dt="2024-07-22T12:54:01.515" v="4486" actId="1076"/>
          <ac:spMkLst>
            <pc:docMk/>
            <pc:sldMk cId="3506965981" sldId="300"/>
            <ac:spMk id="45" creationId="{F0AF4F56-E22C-A6A0-666F-527D78EB8C70}"/>
          </ac:spMkLst>
        </pc:spChg>
        <pc:spChg chg="mod">
          <ac:chgData name="adilton junio" userId="66b3fade76ecdf97" providerId="LiveId" clId="{A5E50579-1733-4537-B8F2-65A7B3AAE54E}" dt="2024-07-22T12:54:01.515" v="4486" actId="1076"/>
          <ac:spMkLst>
            <pc:docMk/>
            <pc:sldMk cId="3506965981" sldId="300"/>
            <ac:spMk id="63" creationId="{0D3FA61D-BBAE-66C8-03C9-673E425B53E2}"/>
          </ac:spMkLst>
        </pc:spChg>
        <pc:spChg chg="mod">
          <ac:chgData name="adilton junio" userId="66b3fade76ecdf97" providerId="LiveId" clId="{A5E50579-1733-4537-B8F2-65A7B3AAE54E}" dt="2024-07-22T12:54:01.515" v="4486" actId="1076"/>
          <ac:spMkLst>
            <pc:docMk/>
            <pc:sldMk cId="3506965981" sldId="300"/>
            <ac:spMk id="64" creationId="{76363AD0-F7A9-36D6-CA69-29C1DE4253C0}"/>
          </ac:spMkLst>
        </pc:spChg>
        <pc:spChg chg="mod">
          <ac:chgData name="adilton junio" userId="66b3fade76ecdf97" providerId="LiveId" clId="{A5E50579-1733-4537-B8F2-65A7B3AAE54E}" dt="2024-07-22T12:54:01.515" v="4486" actId="1076"/>
          <ac:spMkLst>
            <pc:docMk/>
            <pc:sldMk cId="3506965981" sldId="300"/>
            <ac:spMk id="92" creationId="{389AD4BA-DE4A-1658-2487-F94C2EEF6666}"/>
          </ac:spMkLst>
        </pc:spChg>
        <pc:grpChg chg="del mod">
          <ac:chgData name="adilton junio" userId="66b3fade76ecdf97" providerId="LiveId" clId="{A5E50579-1733-4537-B8F2-65A7B3AAE54E}" dt="2024-07-22T12:53:53.112" v="4484" actId="478"/>
          <ac:grpSpMkLst>
            <pc:docMk/>
            <pc:sldMk cId="3506965981" sldId="300"/>
            <ac:grpSpMk id="11" creationId="{0B515AC4-EFEE-D7FD-B417-46DEDBE04D97}"/>
          </ac:grpSpMkLst>
        </pc:grpChg>
        <pc:grpChg chg="del mod">
          <ac:chgData name="adilton junio" userId="66b3fade76ecdf97" providerId="LiveId" clId="{A5E50579-1733-4537-B8F2-65A7B3AAE54E}" dt="2024-07-22T12:54:07.308" v="4487" actId="478"/>
          <ac:grpSpMkLst>
            <pc:docMk/>
            <pc:sldMk cId="3506965981" sldId="300"/>
            <ac:grpSpMk id="14" creationId="{314F1706-418C-E68F-0711-3528257EB36E}"/>
          </ac:grpSpMkLst>
        </pc:grpChg>
        <pc:grpChg chg="mod">
          <ac:chgData name="adilton junio" userId="66b3fade76ecdf97" providerId="LiveId" clId="{A5E50579-1733-4537-B8F2-65A7B3AAE54E}" dt="2024-07-22T12:54:01.515" v="4486" actId="1076"/>
          <ac:grpSpMkLst>
            <pc:docMk/>
            <pc:sldMk cId="3506965981" sldId="300"/>
            <ac:grpSpMk id="16" creationId="{ED5A5953-B802-1AA9-02FF-60EB1C8B5BF2}"/>
          </ac:grpSpMkLst>
        </pc:grpChg>
        <pc:grpChg chg="del mod">
          <ac:chgData name="adilton junio" userId="66b3fade76ecdf97" providerId="LiveId" clId="{A5E50579-1733-4537-B8F2-65A7B3AAE54E}" dt="2024-07-22T12:54:57.187" v="4496" actId="165"/>
          <ac:grpSpMkLst>
            <pc:docMk/>
            <pc:sldMk cId="3506965981" sldId="300"/>
            <ac:grpSpMk id="19" creationId="{7DD4F8AD-585A-ED2A-7ECD-BB7039ED8DDB}"/>
          </ac:grpSpMkLst>
        </pc:grpChg>
        <pc:grpChg chg="del mod">
          <ac:chgData name="adilton junio" userId="66b3fade76ecdf97" providerId="LiveId" clId="{A5E50579-1733-4537-B8F2-65A7B3AAE54E}" dt="2024-07-22T12:54:49.680" v="4494" actId="165"/>
          <ac:grpSpMkLst>
            <pc:docMk/>
            <pc:sldMk cId="3506965981" sldId="300"/>
            <ac:grpSpMk id="20" creationId="{F4DBCE44-B638-7A50-884C-64214FB07DD1}"/>
          </ac:grpSpMkLst>
        </pc:grpChg>
        <pc:grpChg chg="add mod">
          <ac:chgData name="adilton junio" userId="66b3fade76ecdf97" providerId="LiveId" clId="{A5E50579-1733-4537-B8F2-65A7B3AAE54E}" dt="2024-07-22T12:56:24.995" v="4521" actId="1038"/>
          <ac:grpSpMkLst>
            <pc:docMk/>
            <pc:sldMk cId="3506965981" sldId="300"/>
            <ac:grpSpMk id="22" creationId="{897C7B08-F291-EF75-032C-1034C6C5928B}"/>
          </ac:grpSpMkLst>
        </pc:grpChg>
        <pc:picChg chg="mod topLvl modCrop">
          <ac:chgData name="adilton junio" userId="66b3fade76ecdf97" providerId="LiveId" clId="{A5E50579-1733-4537-B8F2-65A7B3AAE54E}" dt="2024-07-22T12:55:53.198" v="4506" actId="164"/>
          <ac:picMkLst>
            <pc:docMk/>
            <pc:sldMk cId="3506965981" sldId="300"/>
            <ac:picMk id="5" creationId="{66D0A45A-2DC4-7785-FB88-9836E6006683}"/>
          </ac:picMkLst>
        </pc:picChg>
        <pc:picChg chg="mod">
          <ac:chgData name="adilton junio" userId="66b3fade76ecdf97" providerId="LiveId" clId="{A5E50579-1733-4537-B8F2-65A7B3AAE54E}" dt="2024-07-22T12:54:01.515" v="4486" actId="1076"/>
          <ac:picMkLst>
            <pc:docMk/>
            <pc:sldMk cId="3506965981" sldId="300"/>
            <ac:picMk id="6" creationId="{9DA9C8AB-72FF-D7D8-7E4D-1C5ECDBF0C8D}"/>
          </ac:picMkLst>
        </pc:picChg>
        <pc:picChg chg="mod topLvl modCrop">
          <ac:chgData name="adilton junio" userId="66b3fade76ecdf97" providerId="LiveId" clId="{A5E50579-1733-4537-B8F2-65A7B3AAE54E}" dt="2024-07-22T12:55:59.010" v="4512" actId="1037"/>
          <ac:picMkLst>
            <pc:docMk/>
            <pc:sldMk cId="3506965981" sldId="300"/>
            <ac:picMk id="10" creationId="{C3E0CC7F-28BD-5EDF-0553-C35B79D74B8B}"/>
          </ac:picMkLst>
        </pc:picChg>
        <pc:cxnChg chg="mod">
          <ac:chgData name="adilton junio" userId="66b3fade76ecdf97" providerId="LiveId" clId="{A5E50579-1733-4537-B8F2-65A7B3AAE54E}" dt="2024-07-22T12:54:01.515" v="4486" actId="1076"/>
          <ac:cxnSpMkLst>
            <pc:docMk/>
            <pc:sldMk cId="3506965981" sldId="300"/>
            <ac:cxnSpMk id="28" creationId="{A1B08812-DDEB-94E7-A3DA-BFA6C834C60D}"/>
          </ac:cxnSpMkLst>
        </pc:cxnChg>
        <pc:cxnChg chg="mod">
          <ac:chgData name="adilton junio" userId="66b3fade76ecdf97" providerId="LiveId" clId="{A5E50579-1733-4537-B8F2-65A7B3AAE54E}" dt="2024-07-22T12:54:01.515" v="4486" actId="1076"/>
          <ac:cxnSpMkLst>
            <pc:docMk/>
            <pc:sldMk cId="3506965981" sldId="300"/>
            <ac:cxnSpMk id="31" creationId="{B9D8060F-FF25-82BA-813F-6B1980F32044}"/>
          </ac:cxnSpMkLst>
        </pc:cxnChg>
        <pc:cxnChg chg="mod">
          <ac:chgData name="adilton junio" userId="66b3fade76ecdf97" providerId="LiveId" clId="{A5E50579-1733-4537-B8F2-65A7B3AAE54E}" dt="2024-07-22T12:54:01.515" v="4486" actId="1076"/>
          <ac:cxnSpMkLst>
            <pc:docMk/>
            <pc:sldMk cId="3506965981" sldId="300"/>
            <ac:cxnSpMk id="37" creationId="{D8631C18-D8AB-9195-C234-9CB102B5683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E4A63D-641C-DE73-7C3A-1207C9018D2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FE832FC-D4DC-5BD0-8D33-09082E252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F67DBD9-1E4E-31FA-562B-388CA634743B}"/>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5" name="Espaço Reservado para Rodapé 4">
            <a:extLst>
              <a:ext uri="{FF2B5EF4-FFF2-40B4-BE49-F238E27FC236}">
                <a16:creationId xmlns:a16="http://schemas.microsoft.com/office/drawing/2014/main" id="{84EE6CC2-AC7B-781C-9713-3BCCD66CAB6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80E3791-BB45-0167-9AEE-181117432C0A}"/>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169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5085BE-55AF-88BE-27A7-BF89D813C84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5C50C24-978D-3C85-68E2-57C3725DA87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21290FE-E5BC-45E4-6279-07ECBADBCF86}"/>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5" name="Espaço Reservado para Rodapé 4">
            <a:extLst>
              <a:ext uri="{FF2B5EF4-FFF2-40B4-BE49-F238E27FC236}">
                <a16:creationId xmlns:a16="http://schemas.microsoft.com/office/drawing/2014/main" id="{FBEAC7AB-9977-3D85-0D4C-89B931C40D5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8AC40E6-5F84-328D-DA7D-2DFB1EB59E8F}"/>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126742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56E4A8-272C-10ED-C2CB-1F5B25672341}"/>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D71BDC6-5834-5978-EB63-8CEAC09818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9EC5BC3-8AD4-A1E3-68E2-75259F20A7D6}"/>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5" name="Espaço Reservado para Rodapé 4">
            <a:extLst>
              <a:ext uri="{FF2B5EF4-FFF2-40B4-BE49-F238E27FC236}">
                <a16:creationId xmlns:a16="http://schemas.microsoft.com/office/drawing/2014/main" id="{BC4F2B7F-7731-FC52-7423-1AD13ED9725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527B2C8-0013-81B3-690E-31A517AE1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4035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831582-9063-951D-667C-D122374F6A7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C67DBE6-234B-236C-EB69-FB97BA73EC4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D3F6A77-39D9-D434-29C8-C3D986DD1566}"/>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AC7B818-9AA4-D0F9-0B65-F52EFD5C4975}"/>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6" name="Espaço Reservado para Rodapé 5">
            <a:extLst>
              <a:ext uri="{FF2B5EF4-FFF2-40B4-BE49-F238E27FC236}">
                <a16:creationId xmlns:a16="http://schemas.microsoft.com/office/drawing/2014/main" id="{B64572E7-5D15-7D42-EF38-9EA36C40126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758E0F8-6AAE-9D27-6E06-019F6AE6ECD3}"/>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3205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3CDBA-056C-82E7-A806-499BE959C1C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B1C47778-7B78-F910-2851-1E61CF4196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0D6C57F0-512A-F129-F5C9-C11C1F943C94}"/>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1BF276BF-4F56-1C86-9E7D-2BEA92AB5D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9A243FD-9B9D-602A-B587-AFCC330A67D6}"/>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7CFAF44-BCF6-F613-F03E-685BFDBBBAEE}"/>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8" name="Espaço Reservado para Rodapé 7">
            <a:extLst>
              <a:ext uri="{FF2B5EF4-FFF2-40B4-BE49-F238E27FC236}">
                <a16:creationId xmlns:a16="http://schemas.microsoft.com/office/drawing/2014/main" id="{E74EA42B-CE6F-D44F-7C0E-8E45CF108CA3}"/>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C109F83-0AC1-ADD6-79C1-6915D8A62168}"/>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4152656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D7EADE-69DC-A4BE-8ABC-B8F0ABDAEFC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E0EB75F6-7ECB-9B73-7A14-9E842103A0AD}"/>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4" name="Espaço Reservado para Rodapé 3">
            <a:extLst>
              <a:ext uri="{FF2B5EF4-FFF2-40B4-BE49-F238E27FC236}">
                <a16:creationId xmlns:a16="http://schemas.microsoft.com/office/drawing/2014/main" id="{0159C93C-9BE1-CA16-4006-68F427EB840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BAA8D8C6-361D-DF25-5EA1-151D9354BC49}"/>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97319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8AB69FC-7E0B-24CE-A50C-B3EBEA6D7469}"/>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3" name="Espaço Reservado para Rodapé 2">
            <a:extLst>
              <a:ext uri="{FF2B5EF4-FFF2-40B4-BE49-F238E27FC236}">
                <a16:creationId xmlns:a16="http://schemas.microsoft.com/office/drawing/2014/main" id="{9A4C1C2B-09C7-8CD9-09D7-66DED186C47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BD539CC-8ED1-8F81-AE47-47C47AF71841}"/>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1060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D521C0-2A7E-29F7-00B6-01CEAECD84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7A2563E-26D4-8C8D-2DF0-6BDA2DAF7B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B41A9A51-D4FF-E276-4879-8BD27D157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899D222-D077-A484-543F-099DB23429E2}"/>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6" name="Espaço Reservado para Rodapé 5">
            <a:extLst>
              <a:ext uri="{FF2B5EF4-FFF2-40B4-BE49-F238E27FC236}">
                <a16:creationId xmlns:a16="http://schemas.microsoft.com/office/drawing/2014/main" id="{E545DF1F-8FCF-5983-3F83-13592A4305C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0565C37-878D-8EF7-8E42-23F01D3D40C0}"/>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859715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1A938-755A-838B-BED7-03E1F722411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7490C92-11E5-2F87-9334-4C8AC205C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738B3B2-20CE-03F7-B5D1-C8F6B0E18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26896E2-7A05-6E82-02F7-1F6CDB1DEBF9}"/>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6" name="Espaço Reservado para Rodapé 5">
            <a:extLst>
              <a:ext uri="{FF2B5EF4-FFF2-40B4-BE49-F238E27FC236}">
                <a16:creationId xmlns:a16="http://schemas.microsoft.com/office/drawing/2014/main" id="{90562F6F-1A2C-51A4-BA05-2CC025CAC6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4B6572A-FA8F-ED58-8E82-8F975E28FD1E}"/>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31489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3FC8F-7924-0160-FAD7-A85324B72A5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6B613E6-30C6-2173-C1C9-BB5B5BA9BED4}"/>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3C70993-D9BB-A83F-33BA-C81C88217113}"/>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5" name="Espaço Reservado para Rodapé 4">
            <a:extLst>
              <a:ext uri="{FF2B5EF4-FFF2-40B4-BE49-F238E27FC236}">
                <a16:creationId xmlns:a16="http://schemas.microsoft.com/office/drawing/2014/main" id="{2297F249-1F3F-7BF9-68AC-7015E122760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207F9B-5D70-9448-E2B3-419F9487E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984051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C424580-4294-A97B-6B88-9FDC50061C6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5260C74-8C3C-C6E8-91BB-638339E7ECA9}"/>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08035C9-2AE5-0569-30A5-49D153535C9F}"/>
              </a:ext>
            </a:extLst>
          </p:cNvPr>
          <p:cNvSpPr>
            <a:spLocks noGrp="1"/>
          </p:cNvSpPr>
          <p:nvPr>
            <p:ph type="dt" sz="half" idx="10"/>
          </p:nvPr>
        </p:nvSpPr>
        <p:spPr/>
        <p:txBody>
          <a:bodyPr/>
          <a:lstStyle/>
          <a:p>
            <a:fld id="{890BF836-F845-4043-9535-B2C99B84784A}" type="datetimeFigureOut">
              <a:rPr lang="pt-BR" smtClean="0"/>
              <a:t>22/07/2024</a:t>
            </a:fld>
            <a:endParaRPr lang="pt-BR"/>
          </a:p>
        </p:txBody>
      </p:sp>
      <p:sp>
        <p:nvSpPr>
          <p:cNvPr id="5" name="Espaço Reservado para Rodapé 4">
            <a:extLst>
              <a:ext uri="{FF2B5EF4-FFF2-40B4-BE49-F238E27FC236}">
                <a16:creationId xmlns:a16="http://schemas.microsoft.com/office/drawing/2014/main" id="{1C0C641B-B199-23BA-6588-127065C7561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54DF61E-C021-6B7E-F566-E02ED3B3EFEB}"/>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85156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DF8A63F-1A6A-DD6F-7A1B-D1C99182AE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C1B5F54F-E10C-7F3D-F522-1AD25E1C47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212D7E8-1F4E-21B5-90E3-9A50BFE53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0BF836-F845-4043-9535-B2C99B84784A}" type="datetimeFigureOut">
              <a:rPr lang="pt-BR" smtClean="0"/>
              <a:t>22/07/2024</a:t>
            </a:fld>
            <a:endParaRPr lang="pt-BR"/>
          </a:p>
        </p:txBody>
      </p:sp>
      <p:sp>
        <p:nvSpPr>
          <p:cNvPr id="5" name="Espaço Reservado para Rodapé 4">
            <a:extLst>
              <a:ext uri="{FF2B5EF4-FFF2-40B4-BE49-F238E27FC236}">
                <a16:creationId xmlns:a16="http://schemas.microsoft.com/office/drawing/2014/main" id="{4E03E8D0-5ECF-5A08-E68C-4DCDD9822E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97160F5-A781-FEF6-48E3-5D74A863A4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DEA0E-85EA-456D-AFA7-CB3476B579EB}" type="slidenum">
              <a:rPr lang="pt-BR" smtClean="0"/>
              <a:t>‹nº›</a:t>
            </a:fld>
            <a:endParaRPr lang="pt-BR"/>
          </a:p>
        </p:txBody>
      </p:sp>
    </p:spTree>
    <p:extLst>
      <p:ext uri="{BB962C8B-B14F-4D97-AF65-F5344CB8AC3E}">
        <p14:creationId xmlns:p14="http://schemas.microsoft.com/office/powerpoint/2010/main" val="3589314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dt@ufmg.br"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1.png"/><Relationship Id="rId3" Type="http://schemas.openxmlformats.org/officeDocument/2006/relationships/image" Target="../media/image3.svg"/><Relationship Id="rId7" Type="http://schemas.openxmlformats.org/officeDocument/2006/relationships/image" Target="../media/image8.png"/><Relationship Id="rId12" Type="http://schemas.openxmlformats.org/officeDocument/2006/relationships/image" Target="../media/image9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86.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610.png"/></Relationships>
</file>

<file path=ppt/slides/_rels/slide5.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3.svg"/><Relationship Id="rId7" Type="http://schemas.openxmlformats.org/officeDocument/2006/relationships/image" Target="../media/image15.png"/><Relationship Id="rId12"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21.png"/><Relationship Id="rId18" Type="http://schemas.openxmlformats.org/officeDocument/2006/relationships/image" Target="../media/image27.png"/><Relationship Id="rId3" Type="http://schemas.openxmlformats.org/officeDocument/2006/relationships/image" Target="../media/image3.svg"/><Relationship Id="rId7" Type="http://schemas.openxmlformats.org/officeDocument/2006/relationships/image" Target="../media/image114.png"/><Relationship Id="rId12" Type="http://schemas.openxmlformats.org/officeDocument/2006/relationships/image" Target="../media/image11.png"/><Relationship Id="rId17" Type="http://schemas.openxmlformats.org/officeDocument/2006/relationships/image" Target="../media/image26.png"/><Relationship Id="rId2" Type="http://schemas.openxmlformats.org/officeDocument/2006/relationships/image" Target="../media/image2.png"/><Relationship Id="rId16" Type="http://schemas.openxmlformats.org/officeDocument/2006/relationships/image" Target="../media/image25.png"/><Relationship Id="rId1" Type="http://schemas.openxmlformats.org/officeDocument/2006/relationships/slideLayout" Target="../slideLayouts/slideLayout2.xml"/><Relationship Id="rId11" Type="http://schemas.openxmlformats.org/officeDocument/2006/relationships/image" Target="../media/image24.png"/><Relationship Id="rId6" Type="http://schemas.openxmlformats.org/officeDocument/2006/relationships/image" Target="../media/image101.png"/><Relationship Id="rId5" Type="http://schemas.openxmlformats.org/officeDocument/2006/relationships/image" Target="../media/image20.png"/><Relationship Id="rId15"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182.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3.sv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3.svg"/><Relationship Id="rId7" Type="http://schemas.openxmlformats.org/officeDocument/2006/relationships/image" Target="../media/image32.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2.png"/><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40.png"/><Relationship Id="rId15" Type="http://schemas.openxmlformats.org/officeDocument/2006/relationships/image" Target="../media/image49.png"/><Relationship Id="rId10" Type="http://schemas.openxmlformats.org/officeDocument/2006/relationships/image" Target="../media/image44.png"/><Relationship Id="rId19" Type="http://schemas.openxmlformats.org/officeDocument/2006/relationships/image" Target="../media/image53.png"/><Relationship Id="rId4" Type="http://schemas.openxmlformats.org/officeDocument/2006/relationships/image" Target="../media/image392.png"/><Relationship Id="rId9" Type="http://schemas.openxmlformats.org/officeDocument/2006/relationships/image" Target="../media/image43.png"/><Relationship Id="rId14" Type="http://schemas.openxmlformats.org/officeDocument/2006/relationships/image" Target="../media/image48.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7.png"/><Relationship Id="rId3" Type="http://schemas.openxmlformats.org/officeDocument/2006/relationships/image" Target="../media/image3.svg"/><Relationship Id="rId21" Type="http://schemas.openxmlformats.org/officeDocument/2006/relationships/image" Target="../media/image60.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56.png"/><Relationship Id="rId2" Type="http://schemas.openxmlformats.org/officeDocument/2006/relationships/image" Target="../media/image2.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4.png"/><Relationship Id="rId10" Type="http://schemas.openxmlformats.org/officeDocument/2006/relationships/image" Target="../media/image45.png"/><Relationship Id="rId19" Type="http://schemas.openxmlformats.org/officeDocument/2006/relationships/image" Target="../media/image58.png"/><Relationship Id="rId4" Type="http://schemas.openxmlformats.org/officeDocument/2006/relationships/image" Target="../media/image392.png"/><Relationship Id="rId9" Type="http://schemas.openxmlformats.org/officeDocument/2006/relationships/image" Target="../media/image44.png"/><Relationship Id="rId14" Type="http://schemas.openxmlformats.org/officeDocument/2006/relationships/image" Target="../media/image531.png"/><Relationship Id="rId22" Type="http://schemas.openxmlformats.org/officeDocument/2006/relationships/image" Target="../media/image61.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65.png"/><Relationship Id="rId3" Type="http://schemas.openxmlformats.org/officeDocument/2006/relationships/image" Target="../media/image3.sv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4.png"/><Relationship Id="rId2" Type="http://schemas.openxmlformats.org/officeDocument/2006/relationships/image" Target="../media/image2.png"/><Relationship Id="rId16"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62.png"/><Relationship Id="rId10" Type="http://schemas.openxmlformats.org/officeDocument/2006/relationships/image" Target="../media/image45.png"/><Relationship Id="rId4" Type="http://schemas.openxmlformats.org/officeDocument/2006/relationships/image" Target="../media/image392.png"/><Relationship Id="rId9" Type="http://schemas.openxmlformats.org/officeDocument/2006/relationships/image" Target="../media/image44.png"/><Relationship Id="rId14" Type="http://schemas.openxmlformats.org/officeDocument/2006/relationships/image" Target="../media/image612.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69.png"/><Relationship Id="rId3" Type="http://schemas.openxmlformats.org/officeDocument/2006/relationships/image" Target="../media/image3.svg"/><Relationship Id="rId21" Type="http://schemas.openxmlformats.org/officeDocument/2006/relationships/image" Target="../media/image72.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8.png"/><Relationship Id="rId2" Type="http://schemas.openxmlformats.org/officeDocument/2006/relationships/image" Target="../media/image2.png"/><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24" Type="http://schemas.openxmlformats.org/officeDocument/2006/relationships/image" Target="../media/image75.png"/><Relationship Id="rId5" Type="http://schemas.openxmlformats.org/officeDocument/2006/relationships/image" Target="../media/image40.png"/><Relationship Id="rId15" Type="http://schemas.openxmlformats.org/officeDocument/2006/relationships/image" Target="../media/image66.png"/><Relationship Id="rId23" Type="http://schemas.openxmlformats.org/officeDocument/2006/relationships/image" Target="../media/image74.png"/><Relationship Id="rId10" Type="http://schemas.openxmlformats.org/officeDocument/2006/relationships/image" Target="../media/image45.png"/><Relationship Id="rId19" Type="http://schemas.openxmlformats.org/officeDocument/2006/relationships/image" Target="../media/image70.svg"/><Relationship Id="rId4" Type="http://schemas.openxmlformats.org/officeDocument/2006/relationships/image" Target="../media/image392.png"/><Relationship Id="rId9" Type="http://schemas.openxmlformats.org/officeDocument/2006/relationships/image" Target="../media/image44.png"/><Relationship Id="rId14" Type="http://schemas.openxmlformats.org/officeDocument/2006/relationships/image" Target="../media/image650.png"/><Relationship Id="rId22" Type="http://schemas.openxmlformats.org/officeDocument/2006/relationships/image" Target="../media/image73.png"/></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3.sv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0.png"/><Relationship Id="rId9" Type="http://schemas.openxmlformats.org/officeDocument/2006/relationships/image" Target="../media/image80.png"/><Relationship Id="rId14" Type="http://schemas.openxmlformats.org/officeDocument/2006/relationships/image" Target="../media/image85.png"/></Relationships>
</file>

<file path=ppt/slides/_rels/slide13.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18" Type="http://schemas.openxmlformats.org/officeDocument/2006/relationships/image" Target="../media/image103.png"/><Relationship Id="rId3" Type="http://schemas.openxmlformats.org/officeDocument/2006/relationships/image" Target="../media/image3.svg"/><Relationship Id="rId7" Type="http://schemas.openxmlformats.org/officeDocument/2006/relationships/image" Target="../media/image90.png"/><Relationship Id="rId12" Type="http://schemas.openxmlformats.org/officeDocument/2006/relationships/image" Target="../media/image96.png"/><Relationship Id="rId17" Type="http://schemas.openxmlformats.org/officeDocument/2006/relationships/image" Target="../media/image102.png"/><Relationship Id="rId2" Type="http://schemas.openxmlformats.org/officeDocument/2006/relationships/image" Target="../media/image2.png"/><Relationship Id="rId16"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89.png"/><Relationship Id="rId11" Type="http://schemas.openxmlformats.org/officeDocument/2006/relationships/image" Target="../media/image95.png"/><Relationship Id="rId5" Type="http://schemas.openxmlformats.org/officeDocument/2006/relationships/image" Target="../media/image88.png"/><Relationship Id="rId15" Type="http://schemas.openxmlformats.org/officeDocument/2006/relationships/image" Target="../media/image99.png"/><Relationship Id="rId10" Type="http://schemas.openxmlformats.org/officeDocument/2006/relationships/image" Target="../media/image94.png"/><Relationship Id="rId4" Type="http://schemas.openxmlformats.org/officeDocument/2006/relationships/image" Target="../media/image87.png"/><Relationship Id="rId9" Type="http://schemas.openxmlformats.org/officeDocument/2006/relationships/image" Target="../media/image93.png"/><Relationship Id="rId14" Type="http://schemas.openxmlformats.org/officeDocument/2006/relationships/image" Target="../media/image98.png"/></Relationships>
</file>

<file path=ppt/slides/_rels/slide14.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18" Type="http://schemas.openxmlformats.org/officeDocument/2006/relationships/image" Target="../media/image119.png"/><Relationship Id="rId3" Type="http://schemas.openxmlformats.org/officeDocument/2006/relationships/image" Target="../media/image3.svg"/><Relationship Id="rId21" Type="http://schemas.openxmlformats.org/officeDocument/2006/relationships/image" Target="../media/image123.png"/><Relationship Id="rId7" Type="http://schemas.openxmlformats.org/officeDocument/2006/relationships/image" Target="../media/image107.png"/><Relationship Id="rId12" Type="http://schemas.openxmlformats.org/officeDocument/2006/relationships/image" Target="../media/image112.png"/><Relationship Id="rId17" Type="http://schemas.openxmlformats.org/officeDocument/2006/relationships/image" Target="../media/image118.png"/><Relationship Id="rId2" Type="http://schemas.openxmlformats.org/officeDocument/2006/relationships/image" Target="../media/image2.png"/><Relationship Id="rId16" Type="http://schemas.openxmlformats.org/officeDocument/2006/relationships/image" Target="../media/image117.png"/><Relationship Id="rId20"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116.png"/><Relationship Id="rId10" Type="http://schemas.openxmlformats.org/officeDocument/2006/relationships/image" Target="../media/image110.png"/><Relationship Id="rId19" Type="http://schemas.openxmlformats.org/officeDocument/2006/relationships/image" Target="../media/image12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5.png"/></Relationships>
</file>

<file path=ppt/slides/_rels/slide15.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1.png"/><Relationship Id="rId3" Type="http://schemas.openxmlformats.org/officeDocument/2006/relationships/image" Target="../media/image3.svg"/><Relationship Id="rId7" Type="http://schemas.openxmlformats.org/officeDocument/2006/relationships/image" Target="../media/image126.png"/><Relationship Id="rId12" Type="http://schemas.openxmlformats.org/officeDocument/2006/relationships/image" Target="../media/image130.png"/><Relationship Id="rId2" Type="http://schemas.openxmlformats.org/officeDocument/2006/relationships/image" Target="../media/image2.png"/><Relationship Id="rId16"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29.png"/><Relationship Id="rId5" Type="http://schemas.openxmlformats.org/officeDocument/2006/relationships/image" Target="../media/image124.png"/><Relationship Id="rId15" Type="http://schemas.openxmlformats.org/officeDocument/2006/relationships/image" Target="../media/image132.png"/><Relationship Id="rId10" Type="http://schemas.openxmlformats.org/officeDocument/2006/relationships/image" Target="../media/image89.png"/><Relationship Id="rId4" Type="http://schemas.openxmlformats.org/officeDocument/2006/relationships/image" Target="../media/image1230.png"/><Relationship Id="rId9" Type="http://schemas.openxmlformats.org/officeDocument/2006/relationships/image" Target="../media/image128.png"/><Relationship Id="rId14" Type="http://schemas.openxmlformats.org/officeDocument/2006/relationships/image" Target="../media/image97.png"/></Relationships>
</file>

<file path=ppt/slides/_rels/slide16.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3.svg"/><Relationship Id="rId7" Type="http://schemas.openxmlformats.org/officeDocument/2006/relationships/image" Target="../media/image13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1330.png"/><Relationship Id="rId9" Type="http://schemas.openxmlformats.org/officeDocument/2006/relationships/image" Target="../media/image138.png"/></Relationships>
</file>

<file path=ppt/slides/_rels/slide17.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3.svg"/><Relationship Id="rId7" Type="http://schemas.openxmlformats.org/officeDocument/2006/relationships/image" Target="../media/image14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1.png"/></Relationships>
</file>

<file path=ppt/slides/_rels/slide18.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3.svg"/><Relationship Id="rId7" Type="http://schemas.openxmlformats.org/officeDocument/2006/relationships/image" Target="../media/image14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 Id="rId9" Type="http://schemas.openxmlformats.org/officeDocument/2006/relationships/image" Target="../media/image150.png"/></Relationships>
</file>

<file path=ppt/slides/_rels/slide19.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3" Type="http://schemas.openxmlformats.org/officeDocument/2006/relationships/image" Target="../media/image3.svg"/><Relationship Id="rId7" Type="http://schemas.openxmlformats.org/officeDocument/2006/relationships/image" Target="../media/image155.png"/><Relationship Id="rId12" Type="http://schemas.openxmlformats.org/officeDocument/2006/relationships/image" Target="../media/image16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png"/></Relationships>
</file>

<file path=ppt/slides/_rels/slide20.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image" Target="../media/image3.sv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s>
</file>

<file path=ppt/slides/_rels/slide21.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3.svg"/><Relationship Id="rId7" Type="http://schemas.openxmlformats.org/officeDocument/2006/relationships/image" Target="../media/image17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 Id="rId9" Type="http://schemas.openxmlformats.org/officeDocument/2006/relationships/image" Target="../media/image177.png"/></Relationships>
</file>

<file path=ppt/slides/_rels/slide22.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3.png"/><Relationship Id="rId3" Type="http://schemas.openxmlformats.org/officeDocument/2006/relationships/image" Target="../media/image3.svg"/><Relationship Id="rId7" Type="http://schemas.openxmlformats.org/officeDocument/2006/relationships/image" Target="../media/image181.png"/><Relationship Id="rId12" Type="http://schemas.openxmlformats.org/officeDocument/2006/relationships/image" Target="../media/image187.png"/><Relationship Id="rId17" Type="http://schemas.openxmlformats.org/officeDocument/2006/relationships/image" Target="../media/image192.png"/><Relationship Id="rId2" Type="http://schemas.openxmlformats.org/officeDocument/2006/relationships/image" Target="../media/image2.png"/><Relationship Id="rId16"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80.png"/><Relationship Id="rId11" Type="http://schemas.openxmlformats.org/officeDocument/2006/relationships/image" Target="../media/image186.png"/><Relationship Id="rId5" Type="http://schemas.openxmlformats.org/officeDocument/2006/relationships/image" Target="../media/image179.png"/><Relationship Id="rId15" Type="http://schemas.openxmlformats.org/officeDocument/2006/relationships/image" Target="../media/image190.png"/><Relationship Id="rId10" Type="http://schemas.openxmlformats.org/officeDocument/2006/relationships/image" Target="../media/image185.png"/><Relationship Id="rId4" Type="http://schemas.openxmlformats.org/officeDocument/2006/relationships/image" Target="../media/image178.png"/><Relationship Id="rId9" Type="http://schemas.openxmlformats.org/officeDocument/2006/relationships/image" Target="../media/image184.png"/><Relationship Id="rId14" Type="http://schemas.openxmlformats.org/officeDocument/2006/relationships/image" Target="../media/image189.png"/></Relationships>
</file>

<file path=ppt/slides/_rels/slide23.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3.png"/><Relationship Id="rId3" Type="http://schemas.openxmlformats.org/officeDocument/2006/relationships/image" Target="../media/image3.svg"/><Relationship Id="rId7" Type="http://schemas.openxmlformats.org/officeDocument/2006/relationships/image" Target="../media/image197.png"/><Relationship Id="rId12" Type="http://schemas.openxmlformats.org/officeDocument/2006/relationships/image" Target="../media/image202.png"/><Relationship Id="rId2" Type="http://schemas.openxmlformats.org/officeDocument/2006/relationships/image" Target="../media/image2.png"/><Relationship Id="rId16" Type="http://schemas.openxmlformats.org/officeDocument/2006/relationships/image" Target="../media/image206.png"/><Relationship Id="rId1" Type="http://schemas.openxmlformats.org/officeDocument/2006/relationships/slideLayout" Target="../slideLayouts/slideLayout2.xml"/><Relationship Id="rId6" Type="http://schemas.openxmlformats.org/officeDocument/2006/relationships/image" Target="../media/image196.png"/><Relationship Id="rId11" Type="http://schemas.openxmlformats.org/officeDocument/2006/relationships/image" Target="../media/image201.png"/><Relationship Id="rId5" Type="http://schemas.openxmlformats.org/officeDocument/2006/relationships/image" Target="../media/image195.png"/><Relationship Id="rId15" Type="http://schemas.openxmlformats.org/officeDocument/2006/relationships/image" Target="../media/image205.png"/><Relationship Id="rId10" Type="http://schemas.openxmlformats.org/officeDocument/2006/relationships/image" Target="../media/image200.png"/><Relationship Id="rId4" Type="http://schemas.openxmlformats.org/officeDocument/2006/relationships/image" Target="../media/image194.png"/><Relationship Id="rId9" Type="http://schemas.openxmlformats.org/officeDocument/2006/relationships/image" Target="../media/image199.png"/><Relationship Id="rId14" Type="http://schemas.openxmlformats.org/officeDocument/2006/relationships/image" Target="../media/image204.png"/></Relationships>
</file>

<file path=ppt/slides/_rels/slide24.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3.svg"/><Relationship Id="rId7" Type="http://schemas.openxmlformats.org/officeDocument/2006/relationships/image" Target="../media/image21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9.png"/><Relationship Id="rId5" Type="http://schemas.openxmlformats.org/officeDocument/2006/relationships/image" Target="../media/image208.png"/><Relationship Id="rId10" Type="http://schemas.openxmlformats.org/officeDocument/2006/relationships/image" Target="../media/image213.png"/><Relationship Id="rId4" Type="http://schemas.openxmlformats.org/officeDocument/2006/relationships/image" Target="../media/image207.png"/><Relationship Id="rId9" Type="http://schemas.openxmlformats.org/officeDocument/2006/relationships/image" Target="../media/image212.png"/></Relationships>
</file>

<file path=ppt/slides/_rels/slide25.xml.rels><?xml version="1.0" encoding="UTF-8" standalone="yes"?>
<Relationships xmlns="http://schemas.openxmlformats.org/package/2006/relationships"><Relationship Id="rId8" Type="http://schemas.openxmlformats.org/officeDocument/2006/relationships/image" Target="../media/image218.png"/><Relationship Id="rId13" Type="http://schemas.openxmlformats.org/officeDocument/2006/relationships/image" Target="../media/image223.png"/><Relationship Id="rId3" Type="http://schemas.openxmlformats.org/officeDocument/2006/relationships/image" Target="../media/image3.svg"/><Relationship Id="rId7" Type="http://schemas.openxmlformats.org/officeDocument/2006/relationships/image" Target="../media/image217.png"/><Relationship Id="rId12" Type="http://schemas.openxmlformats.org/officeDocument/2006/relationships/image" Target="../media/image22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16.png"/><Relationship Id="rId11" Type="http://schemas.openxmlformats.org/officeDocument/2006/relationships/image" Target="../media/image221.png"/><Relationship Id="rId5" Type="http://schemas.openxmlformats.org/officeDocument/2006/relationships/image" Target="../media/image215.png"/><Relationship Id="rId15" Type="http://schemas.openxmlformats.org/officeDocument/2006/relationships/image" Target="../media/image225.png"/><Relationship Id="rId10" Type="http://schemas.openxmlformats.org/officeDocument/2006/relationships/image" Target="../media/image220.png"/><Relationship Id="rId4" Type="http://schemas.openxmlformats.org/officeDocument/2006/relationships/image" Target="../media/image214.png"/><Relationship Id="rId9" Type="http://schemas.openxmlformats.org/officeDocument/2006/relationships/image" Target="../media/image219.png"/><Relationship Id="rId14" Type="http://schemas.openxmlformats.org/officeDocument/2006/relationships/image" Target="../media/image224.png"/></Relationships>
</file>

<file path=ppt/slides/_rels/slide26.xml.rels><?xml version="1.0" encoding="UTF-8" standalone="yes"?>
<Relationships xmlns="http://schemas.openxmlformats.org/package/2006/relationships"><Relationship Id="rId8" Type="http://schemas.openxmlformats.org/officeDocument/2006/relationships/image" Target="../media/image230.png"/><Relationship Id="rId13" Type="http://schemas.openxmlformats.org/officeDocument/2006/relationships/image" Target="../media/image235.png"/><Relationship Id="rId3" Type="http://schemas.openxmlformats.org/officeDocument/2006/relationships/image" Target="../media/image227.svg"/><Relationship Id="rId7" Type="http://schemas.openxmlformats.org/officeDocument/2006/relationships/image" Target="../media/image3.svg"/><Relationship Id="rId12" Type="http://schemas.openxmlformats.org/officeDocument/2006/relationships/image" Target="../media/image234.png"/><Relationship Id="rId2" Type="http://schemas.openxmlformats.org/officeDocument/2006/relationships/image" Target="../media/image226.png"/><Relationship Id="rId16" Type="http://schemas.openxmlformats.org/officeDocument/2006/relationships/image" Target="../media/image238.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233.png"/><Relationship Id="rId5" Type="http://schemas.openxmlformats.org/officeDocument/2006/relationships/image" Target="../media/image229.svg"/><Relationship Id="rId15" Type="http://schemas.openxmlformats.org/officeDocument/2006/relationships/image" Target="../media/image237.png"/><Relationship Id="rId10" Type="http://schemas.openxmlformats.org/officeDocument/2006/relationships/image" Target="../media/image232.png"/><Relationship Id="rId4" Type="http://schemas.openxmlformats.org/officeDocument/2006/relationships/image" Target="../media/image228.png"/><Relationship Id="rId9" Type="http://schemas.openxmlformats.org/officeDocument/2006/relationships/image" Target="../media/image231.png"/><Relationship Id="rId14" Type="http://schemas.openxmlformats.org/officeDocument/2006/relationships/image" Target="../media/image236.png"/></Relationships>
</file>

<file path=ppt/slides/_rels/slide27.xml.rels><?xml version="1.0" encoding="UTF-8" standalone="yes"?>
<Relationships xmlns="http://schemas.openxmlformats.org/package/2006/relationships"><Relationship Id="rId8" Type="http://schemas.openxmlformats.org/officeDocument/2006/relationships/image" Target="../media/image243.png"/><Relationship Id="rId13" Type="http://schemas.openxmlformats.org/officeDocument/2006/relationships/image" Target="../media/image248.png"/><Relationship Id="rId18" Type="http://schemas.openxmlformats.org/officeDocument/2006/relationships/image" Target="../media/image250.svg"/><Relationship Id="rId3" Type="http://schemas.openxmlformats.org/officeDocument/2006/relationships/image" Target="../media/image3.svg"/><Relationship Id="rId7" Type="http://schemas.openxmlformats.org/officeDocument/2006/relationships/image" Target="../media/image242.png"/><Relationship Id="rId12" Type="http://schemas.openxmlformats.org/officeDocument/2006/relationships/image" Target="../media/image247.svg"/><Relationship Id="rId17" Type="http://schemas.openxmlformats.org/officeDocument/2006/relationships/image" Target="../media/image249.png"/><Relationship Id="rId2" Type="http://schemas.openxmlformats.org/officeDocument/2006/relationships/image" Target="../media/image2.png"/><Relationship Id="rId16"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241.png"/><Relationship Id="rId11" Type="http://schemas.openxmlformats.org/officeDocument/2006/relationships/image" Target="../media/image246.png"/><Relationship Id="rId5" Type="http://schemas.openxmlformats.org/officeDocument/2006/relationships/image" Target="../media/image240.png"/><Relationship Id="rId10" Type="http://schemas.openxmlformats.org/officeDocument/2006/relationships/image" Target="../media/image245.png"/><Relationship Id="rId19" Type="http://schemas.openxmlformats.org/officeDocument/2006/relationships/image" Target="../media/image252.png"/><Relationship Id="rId4" Type="http://schemas.openxmlformats.org/officeDocument/2006/relationships/image" Target="../media/image239.png"/><Relationship Id="rId9" Type="http://schemas.openxmlformats.org/officeDocument/2006/relationships/image" Target="../media/image244.png"/></Relationships>
</file>

<file path=ppt/slides/_rels/slide28.xml.rels><?xml version="1.0" encoding="UTF-8" standalone="yes"?>
<Relationships xmlns="http://schemas.openxmlformats.org/package/2006/relationships"><Relationship Id="rId13" Type="http://schemas.openxmlformats.org/officeDocument/2006/relationships/image" Target="../media/image255.png"/><Relationship Id="rId18" Type="http://schemas.openxmlformats.org/officeDocument/2006/relationships/image" Target="../media/image260.png"/><Relationship Id="rId3" Type="http://schemas.openxmlformats.org/officeDocument/2006/relationships/image" Target="../media/image3.svg"/><Relationship Id="rId21" Type="http://schemas.openxmlformats.org/officeDocument/2006/relationships/image" Target="../media/image263.png"/><Relationship Id="rId12" Type="http://schemas.openxmlformats.org/officeDocument/2006/relationships/image" Target="../media/image254.png"/><Relationship Id="rId17" Type="http://schemas.openxmlformats.org/officeDocument/2006/relationships/image" Target="../media/image259.svg"/><Relationship Id="rId2" Type="http://schemas.openxmlformats.org/officeDocument/2006/relationships/image" Target="../media/image2.png"/><Relationship Id="rId16" Type="http://schemas.openxmlformats.org/officeDocument/2006/relationships/image" Target="../media/image258.png"/><Relationship Id="rId20" Type="http://schemas.openxmlformats.org/officeDocument/2006/relationships/image" Target="../media/image262.svg"/><Relationship Id="rId1" Type="http://schemas.openxmlformats.org/officeDocument/2006/relationships/slideLayout" Target="../slideLayouts/slideLayout2.xml"/><Relationship Id="rId5" Type="http://schemas.openxmlformats.org/officeDocument/2006/relationships/image" Target="../media/image253.png"/><Relationship Id="rId15" Type="http://schemas.openxmlformats.org/officeDocument/2006/relationships/image" Target="../media/image257.png"/><Relationship Id="rId19" Type="http://schemas.openxmlformats.org/officeDocument/2006/relationships/image" Target="../media/image261.png"/><Relationship Id="rId4" Type="http://schemas.openxmlformats.org/officeDocument/2006/relationships/image" Target="../media/image2520.png"/><Relationship Id="rId14" Type="http://schemas.openxmlformats.org/officeDocument/2006/relationships/image" Target="../media/image256.png"/></Relationships>
</file>

<file path=ppt/slides/_rels/slide29.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73.svg"/><Relationship Id="rId3" Type="http://schemas.openxmlformats.org/officeDocument/2006/relationships/image" Target="../media/image3.svg"/><Relationship Id="rId7" Type="http://schemas.openxmlformats.org/officeDocument/2006/relationships/image" Target="../media/image267.png"/><Relationship Id="rId12" Type="http://schemas.openxmlformats.org/officeDocument/2006/relationships/image" Target="../media/image27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66.png"/><Relationship Id="rId11" Type="http://schemas.openxmlformats.org/officeDocument/2006/relationships/image" Target="../media/image271.svg"/><Relationship Id="rId5" Type="http://schemas.openxmlformats.org/officeDocument/2006/relationships/image" Target="../media/image265.png"/><Relationship Id="rId10" Type="http://schemas.openxmlformats.org/officeDocument/2006/relationships/image" Target="../media/image270.png"/><Relationship Id="rId4" Type="http://schemas.openxmlformats.org/officeDocument/2006/relationships/image" Target="../media/image264.png"/><Relationship Id="rId9" Type="http://schemas.openxmlformats.org/officeDocument/2006/relationships/image" Target="../media/image269.png"/></Relationships>
</file>

<file path=ppt/slides/_rels/slide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10.png"/><Relationship Id="rId2" Type="http://schemas.openxmlformats.org/officeDocument/2006/relationships/image" Target="../media/image1130.png"/><Relationship Id="rId1" Type="http://schemas.openxmlformats.org/officeDocument/2006/relationships/slideLayout" Target="../slideLayouts/slideLayout2.xml"/><Relationship Id="rId6" Type="http://schemas.openxmlformats.org/officeDocument/2006/relationships/image" Target="../media/image511.png"/><Relationship Id="rId5" Type="http://schemas.openxmlformats.org/officeDocument/2006/relationships/image" Target="../media/image411.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1200.png"/><Relationship Id="rId18" Type="http://schemas.openxmlformats.org/officeDocument/2006/relationships/image" Target="../media/image1700.png"/><Relationship Id="rId3" Type="http://schemas.openxmlformats.org/officeDocument/2006/relationships/image" Target="../media/image2100.png"/><Relationship Id="rId21" Type="http://schemas.openxmlformats.org/officeDocument/2006/relationships/image" Target="../media/image1900.png"/><Relationship Id="rId7" Type="http://schemas.openxmlformats.org/officeDocument/2006/relationships/image" Target="../media/image640.png"/><Relationship Id="rId12" Type="http://schemas.openxmlformats.org/officeDocument/2006/relationships/image" Target="../media/image1120.png"/><Relationship Id="rId17" Type="http://schemas.openxmlformats.org/officeDocument/2006/relationships/image" Target="../media/image1600.png"/><Relationship Id="rId2" Type="http://schemas.openxmlformats.org/officeDocument/2006/relationships/image" Target="../media/image1110.png"/><Relationship Id="rId16" Type="http://schemas.openxmlformats.org/officeDocument/2006/relationships/image" Target="../media/image1500.png"/><Relationship Id="rId20" Type="http://schemas.openxmlformats.org/officeDocument/2006/relationships/image" Target="../media/image1800.png"/><Relationship Id="rId1" Type="http://schemas.openxmlformats.org/officeDocument/2006/relationships/slideLayout" Target="../slideLayouts/slideLayout2.xml"/><Relationship Id="rId6" Type="http://schemas.openxmlformats.org/officeDocument/2006/relationships/image" Target="../media/image510.png"/><Relationship Id="rId11" Type="http://schemas.openxmlformats.org/officeDocument/2006/relationships/image" Target="../media/image1000.png"/><Relationship Id="rId5" Type="http://schemas.openxmlformats.org/officeDocument/2006/relationships/image" Target="../media/image410.png"/><Relationship Id="rId15" Type="http://schemas.openxmlformats.org/officeDocument/2006/relationships/image" Target="../media/image1400.png"/><Relationship Id="rId10" Type="http://schemas.openxmlformats.org/officeDocument/2006/relationships/image" Target="../media/image900.png"/><Relationship Id="rId19" Type="http://schemas.openxmlformats.org/officeDocument/2006/relationships/image" Target="../media/image1810.png"/><Relationship Id="rId4" Type="http://schemas.openxmlformats.org/officeDocument/2006/relationships/image" Target="../media/image310.png"/><Relationship Id="rId9" Type="http://schemas.openxmlformats.org/officeDocument/2006/relationships/image" Target="../media/image800.png"/><Relationship Id="rId14" Type="http://schemas.openxmlformats.org/officeDocument/2006/relationships/image" Target="../media/image1300.png"/><Relationship Id="rId22" Type="http://schemas.openxmlformats.org/officeDocument/2006/relationships/image" Target="../media/image2000.png"/></Relationships>
</file>

<file path=ppt/slides/_rels/slide33.xml.rels><?xml version="1.0" encoding="UTF-8" standalone="yes"?>
<Relationships xmlns="http://schemas.openxmlformats.org/package/2006/relationships"><Relationship Id="rId8" Type="http://schemas.openxmlformats.org/officeDocument/2006/relationships/image" Target="../media/image2500.png"/><Relationship Id="rId13" Type="http://schemas.openxmlformats.org/officeDocument/2006/relationships/image" Target="../media/image290.png"/><Relationship Id="rId18" Type="http://schemas.openxmlformats.org/officeDocument/2006/relationships/image" Target="../media/image2000.png"/><Relationship Id="rId26" Type="http://schemas.openxmlformats.org/officeDocument/2006/relationships/image" Target="../media/image391.png"/><Relationship Id="rId3" Type="http://schemas.openxmlformats.org/officeDocument/2006/relationships/image" Target="../media/image900.png"/><Relationship Id="rId21" Type="http://schemas.openxmlformats.org/officeDocument/2006/relationships/image" Target="../media/image341.png"/><Relationship Id="rId7" Type="http://schemas.openxmlformats.org/officeDocument/2006/relationships/image" Target="../media/image2400.png"/><Relationship Id="rId12" Type="http://schemas.openxmlformats.org/officeDocument/2006/relationships/image" Target="../media/image281.png"/><Relationship Id="rId17" Type="http://schemas.openxmlformats.org/officeDocument/2006/relationships/image" Target="../media/image280.png"/><Relationship Id="rId25" Type="http://schemas.openxmlformats.org/officeDocument/2006/relationships/image" Target="../media/image381.png"/><Relationship Id="rId2" Type="http://schemas.openxmlformats.org/officeDocument/2006/relationships/image" Target="../media/image2120.png"/><Relationship Id="rId16" Type="http://schemas.openxmlformats.org/officeDocument/2006/relationships/image" Target="../media/image320.png"/><Relationship Id="rId20" Type="http://schemas.openxmlformats.org/officeDocument/2006/relationships/image" Target="../media/image331.png"/><Relationship Id="rId1" Type="http://schemas.openxmlformats.org/officeDocument/2006/relationships/slideLayout" Target="../slideLayouts/slideLayout2.xml"/><Relationship Id="rId6" Type="http://schemas.openxmlformats.org/officeDocument/2006/relationships/image" Target="../media/image2300.png"/><Relationship Id="rId11" Type="http://schemas.openxmlformats.org/officeDocument/2006/relationships/image" Target="../media/image2700.png"/><Relationship Id="rId24" Type="http://schemas.openxmlformats.org/officeDocument/2006/relationships/image" Target="../media/image371.png"/><Relationship Id="rId5" Type="http://schemas.openxmlformats.org/officeDocument/2006/relationships/image" Target="../media/image2200.png"/><Relationship Id="rId15" Type="http://schemas.openxmlformats.org/officeDocument/2006/relationships/image" Target="../media/image311.png"/><Relationship Id="rId23" Type="http://schemas.openxmlformats.org/officeDocument/2006/relationships/image" Target="../media/image361.png"/><Relationship Id="rId10" Type="http://schemas.openxmlformats.org/officeDocument/2006/relationships/image" Target="../media/image271.png"/><Relationship Id="rId19" Type="http://schemas.openxmlformats.org/officeDocument/2006/relationships/image" Target="../media/image332.png"/><Relationship Id="rId9" Type="http://schemas.openxmlformats.org/officeDocument/2006/relationships/image" Target="../media/image2600.png"/><Relationship Id="rId14" Type="http://schemas.openxmlformats.org/officeDocument/2006/relationships/image" Target="../media/image300.png"/><Relationship Id="rId22" Type="http://schemas.openxmlformats.org/officeDocument/2006/relationships/image" Target="../media/image351.png"/><Relationship Id="rId27" Type="http://schemas.openxmlformats.org/officeDocument/2006/relationships/image" Target="../media/image401.png"/></Relationships>
</file>

<file path=ppt/slides/_rels/slide34.xml.rels><?xml version="1.0" encoding="UTF-8" standalone="yes"?>
<Relationships xmlns="http://schemas.openxmlformats.org/package/2006/relationships"><Relationship Id="rId8" Type="http://schemas.openxmlformats.org/officeDocument/2006/relationships/image" Target="../media/image390.png"/><Relationship Id="rId13" Type="http://schemas.openxmlformats.org/officeDocument/2006/relationships/image" Target="../media/image440.png"/><Relationship Id="rId3" Type="http://schemas.openxmlformats.org/officeDocument/2006/relationships/image" Target="../media/image340.png"/><Relationship Id="rId7" Type="http://schemas.openxmlformats.org/officeDocument/2006/relationships/image" Target="../media/image380.png"/><Relationship Id="rId12" Type="http://schemas.openxmlformats.org/officeDocument/2006/relationships/image" Target="../media/image43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20.png"/><Relationship Id="rId5" Type="http://schemas.openxmlformats.org/officeDocument/2006/relationships/image" Target="../media/image360.png"/><Relationship Id="rId10" Type="http://schemas.openxmlformats.org/officeDocument/2006/relationships/image" Target="../media/image412.png"/><Relationship Id="rId4" Type="http://schemas.openxmlformats.org/officeDocument/2006/relationships/image" Target="../media/image350.png"/><Relationship Id="rId9" Type="http://schemas.openxmlformats.org/officeDocument/2006/relationships/image" Target="../media/image400.png"/></Relationships>
</file>

<file path=ppt/slides/_rels/slide35.xml.rels><?xml version="1.0" encoding="UTF-8" standalone="yes"?>
<Relationships xmlns="http://schemas.openxmlformats.org/package/2006/relationships"><Relationship Id="rId8" Type="http://schemas.openxmlformats.org/officeDocument/2006/relationships/image" Target="../media/image512.png"/><Relationship Id="rId13" Type="http://schemas.openxmlformats.org/officeDocument/2006/relationships/image" Target="../media/image560.png"/><Relationship Id="rId3" Type="http://schemas.openxmlformats.org/officeDocument/2006/relationships/image" Target="../media/image460.png"/><Relationship Id="rId7" Type="http://schemas.openxmlformats.org/officeDocument/2006/relationships/image" Target="../media/image500.png"/><Relationship Id="rId12" Type="http://schemas.openxmlformats.org/officeDocument/2006/relationships/image" Target="../media/image550.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490.png"/><Relationship Id="rId11" Type="http://schemas.openxmlformats.org/officeDocument/2006/relationships/image" Target="../media/image540.png"/><Relationship Id="rId5" Type="http://schemas.openxmlformats.org/officeDocument/2006/relationships/image" Target="../media/image480.png"/><Relationship Id="rId15" Type="http://schemas.openxmlformats.org/officeDocument/2006/relationships/image" Target="../media/image570.png"/><Relationship Id="rId10" Type="http://schemas.openxmlformats.org/officeDocument/2006/relationships/image" Target="../media/image530.png"/><Relationship Id="rId9" Type="http://schemas.openxmlformats.org/officeDocument/2006/relationships/image" Target="../media/image520.png"/><Relationship Id="rId14" Type="http://schemas.openxmlformats.org/officeDocument/2006/relationships/image" Target="../media/image470.png"/></Relationships>
</file>

<file path=ppt/slides/_rels/slide36.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1740.png"/><Relationship Id="rId2" Type="http://schemas.openxmlformats.org/officeDocument/2006/relationships/image" Target="../media/image580.png"/><Relationship Id="rId1" Type="http://schemas.openxmlformats.org/officeDocument/2006/relationships/slideLayout" Target="../slideLayouts/slideLayout2.xml"/><Relationship Id="rId6" Type="http://schemas.openxmlformats.org/officeDocument/2006/relationships/image" Target="../media/image1730.png"/><Relationship Id="rId11" Type="http://schemas.openxmlformats.org/officeDocument/2006/relationships/image" Target="../media/image620.png"/><Relationship Id="rId5" Type="http://schemas.openxmlformats.org/officeDocument/2006/relationships/image" Target="../media/image1720.png"/><Relationship Id="rId10" Type="http://schemas.openxmlformats.org/officeDocument/2006/relationships/image" Target="../media/image611.png"/><Relationship Id="rId4" Type="http://schemas.openxmlformats.org/officeDocument/2006/relationships/image" Target="../media/image1710.png"/><Relationship Id="rId9" Type="http://schemas.openxmlformats.org/officeDocument/2006/relationships/image" Target="../media/image6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Forma, Círculo&#10;&#10;Descrição gerada automaticamente">
            <a:extLst>
              <a:ext uri="{FF2B5EF4-FFF2-40B4-BE49-F238E27FC236}">
                <a16:creationId xmlns:a16="http://schemas.microsoft.com/office/drawing/2014/main" id="{0BE23913-79BD-9474-5788-E7ED9ADC86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aixaDeTexto 6">
            <a:extLst>
              <a:ext uri="{FF2B5EF4-FFF2-40B4-BE49-F238E27FC236}">
                <a16:creationId xmlns:a16="http://schemas.microsoft.com/office/drawing/2014/main" id="{31D06EC5-8553-0F5A-D878-AF0600CAF2F8}"/>
              </a:ext>
            </a:extLst>
          </p:cNvPr>
          <p:cNvSpPr txBox="1"/>
          <p:nvPr/>
        </p:nvSpPr>
        <p:spPr>
          <a:xfrm>
            <a:off x="731404" y="2060848"/>
            <a:ext cx="7741468" cy="4124206"/>
          </a:xfrm>
          <a:prstGeom prst="rect">
            <a:avLst/>
          </a:prstGeom>
          <a:noFill/>
        </p:spPr>
        <p:txBody>
          <a:bodyPr wrap="square">
            <a:spAutoFit/>
          </a:bodyPr>
          <a:lstStyle/>
          <a:p>
            <a:r>
              <a:rPr lang="pt-BR">
                <a:solidFill>
                  <a:schemeClr val="accent1">
                    <a:lumMod val="60000"/>
                    <a:lumOff val="40000"/>
                  </a:schemeClr>
                </a:solidFill>
                <a:latin typeface="Arial Black" panose="020B0A04020102020204" pitchFamily="34" charset="0"/>
              </a:rPr>
              <a:t>Method of Moments based on a surface admittance operator (MoM-SO):</a:t>
            </a:r>
          </a:p>
          <a:p>
            <a:r>
              <a:rPr lang="pt-BR" sz="1600">
                <a:solidFill>
                  <a:schemeClr val="accent1">
                    <a:lumMod val="40000"/>
                    <a:lumOff val="60000"/>
                  </a:schemeClr>
                </a:solidFill>
                <a:latin typeface="Arial Black" panose="020B0A04020102020204" pitchFamily="34" charset="0"/>
              </a:rPr>
              <a:t>An Introduction</a:t>
            </a:r>
          </a:p>
          <a:p>
            <a:endParaRPr lang="pt-BR" sz="1600">
              <a:solidFill>
                <a:schemeClr val="accent1">
                  <a:lumMod val="40000"/>
                  <a:lumOff val="60000"/>
                </a:schemeClr>
              </a:solidFill>
              <a:latin typeface="Arial Black" panose="020B0A04020102020204" pitchFamily="34" charset="0"/>
            </a:endParaRPr>
          </a:p>
          <a:p>
            <a:endParaRPr lang="pt-BR" sz="1600">
              <a:solidFill>
                <a:schemeClr val="accent1">
                  <a:lumMod val="40000"/>
                  <a:lumOff val="60000"/>
                </a:schemeClr>
              </a:solidFill>
              <a:latin typeface="Arial Black" panose="020B0A04020102020204" pitchFamily="34" charset="0"/>
            </a:endParaRPr>
          </a:p>
          <a:p>
            <a:endParaRPr lang="pt-BR"/>
          </a:p>
          <a:p>
            <a:r>
              <a:rPr lang="pt-BR"/>
              <a:t>Adilton Junio Ladeira Pereira</a:t>
            </a:r>
          </a:p>
          <a:p>
            <a:r>
              <a:rPr lang="pt-BR" sz="1600">
                <a:hlinkClick r:id="rId3"/>
              </a:rPr>
              <a:t>adt@ufmg.br</a:t>
            </a:r>
            <a:r>
              <a:rPr lang="pt-BR"/>
              <a:t> </a:t>
            </a:r>
          </a:p>
          <a:p>
            <a:r>
              <a:rPr lang="pt-BR" sz="1600"/>
              <a:t>Programa de Pós-Graduação em Engenharia Elétrica (PPGEE-UFMG)</a:t>
            </a:r>
          </a:p>
          <a:p>
            <a:endParaRPr lang="pt-BR"/>
          </a:p>
          <a:p>
            <a:endParaRPr lang="pt-BR"/>
          </a:p>
          <a:p>
            <a:endParaRPr lang="pt-BR"/>
          </a:p>
          <a:p>
            <a:endParaRPr lang="pt-BR"/>
          </a:p>
          <a:p>
            <a:endParaRPr lang="pt-BR"/>
          </a:p>
          <a:p>
            <a:r>
              <a:rPr lang="pt-BR"/>
              <a:t>Belo Horizonte, julho de 2024</a:t>
            </a:r>
          </a:p>
        </p:txBody>
      </p:sp>
    </p:spTree>
    <p:extLst>
      <p:ext uri="{BB962C8B-B14F-4D97-AF65-F5344CB8AC3E}">
        <p14:creationId xmlns:p14="http://schemas.microsoft.com/office/powerpoint/2010/main" val="2638793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Agenda</a:t>
            </a: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7565" y="1043970"/>
            <a:ext cx="9758895" cy="5409366"/>
          </a:xfrm>
          <a:prstGeom prst="rect">
            <a:avLst/>
          </a:prstGeom>
          <a:noFill/>
        </p:spPr>
        <p:txBody>
          <a:bodyPr wrap="square">
            <a:spAutoFit/>
          </a:bodyPr>
          <a:lstStyle/>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Introduction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Motivation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Differential Surface Admittance Concept</a:t>
            </a:r>
          </a:p>
          <a:p>
            <a:pPr indent="-285750">
              <a:lnSpc>
                <a:spcPct val="150000"/>
              </a:lnSpc>
              <a:buFont typeface="Arial" panose="020B0604020202020204" pitchFamily="34" charset="0"/>
              <a:buChar char="•"/>
            </a:pPr>
            <a:r>
              <a:rPr lang="en-US">
                <a:solidFill>
                  <a:srgbClr val="0070C0"/>
                </a:solidFill>
                <a:latin typeface="Arial Black" panose="020B0A04020102020204" pitchFamily="34" charset="0"/>
              </a:rPr>
              <a:t>Circular Conductors Surrounded by a Homogeneous Lossless Medium</a:t>
            </a:r>
            <a:endParaRPr lang="pt-BR">
              <a:solidFill>
                <a:srgbClr val="0070C0"/>
              </a:solidFill>
              <a:latin typeface="Arial Black" panose="020B0A04020102020204" pitchFamily="34" charset="0"/>
            </a:endParaRP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Problem Statement</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Surface Admittance Operator</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Electric Field Integral Equation (EFIE)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Discrete Green’s Function</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Partial 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Total p.u.l. Impedance</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Examples</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Bifilar Line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Coaxial (single core) Cable</a:t>
            </a:r>
          </a:p>
        </p:txBody>
      </p:sp>
    </p:spTree>
    <p:extLst>
      <p:ext uri="{BB962C8B-B14F-4D97-AF65-F5344CB8AC3E}">
        <p14:creationId xmlns:p14="http://schemas.microsoft.com/office/powerpoint/2010/main" val="2475942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3</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479424" y="1582341"/>
                <a:ext cx="10837863" cy="2862322"/>
              </a:xfrm>
              <a:prstGeom prst="rect">
                <a:avLst/>
              </a:prstGeom>
              <a:noFill/>
            </p:spPr>
            <p:txBody>
              <a:bodyPr wrap="square">
                <a:spAutoFit/>
              </a:bodyPr>
              <a:lstStyle>
                <a:defPPr>
                  <a:defRPr lang="pt-BR"/>
                </a:defPPr>
                <a:lvl1pPr>
                  <a:defRPr sz="1600"/>
                </a:lvl1pPr>
              </a:lstStyle>
              <a:p>
                <a:r>
                  <a:rPr lang="pt-BR" sz="1800"/>
                  <a:t>MoM-SO is a numerical technique for calculating the series impedance matrix, </a:t>
                </a:r>
                <a14:m>
                  <m:oMath xmlns:m="http://schemas.openxmlformats.org/officeDocument/2006/math">
                    <m:r>
                      <a:rPr lang="pt-BR" sz="1800">
                        <a:latin typeface="Cambria Math" panose="02040503050406030204" pitchFamily="18" charset="0"/>
                      </a:rPr>
                      <m:t>𝒁</m:t>
                    </m:r>
                  </m:oMath>
                </a14:m>
                <a:r>
                  <a:rPr lang="pt-BR" sz="1800"/>
                  <a:t>, of systems with round conductors (wires and cables) which takes into account both skin and proximity effects. </a:t>
                </a:r>
              </a:p>
              <a:p>
                <a:endParaRPr lang="pt-BR" sz="1800"/>
              </a:p>
              <a:p>
                <a:r>
                  <a:rPr lang="pt-BR" sz="1800"/>
                  <a:t>Analytical formulation accounts only for the skin effect, assuming a symmetrical distribution of current in all conductors. However, the proximity effect can significantly affect transient voltages and should therefore be considered [1].</a:t>
                </a:r>
              </a:p>
              <a:p>
                <a:endParaRPr lang="pt-BR" sz="1800"/>
              </a:p>
              <a:p>
                <a:r>
                  <a:rPr lang="pt-BR" sz="1800"/>
                  <a:t>The surface-based approach operator (SO) requires only the discretization of the surface of the conductors, in contrast with volume-based approaches that mesh the entire cable cross-section, such as finite elements and conductor partitioning [2].</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479424" y="1582341"/>
                <a:ext cx="10837863" cy="2862322"/>
              </a:xfrm>
              <a:prstGeom prst="rect">
                <a:avLst/>
              </a:prstGeom>
              <a:blipFill>
                <a:blip r:embed="rId4"/>
                <a:stretch>
                  <a:fillRect l="-506" t="-1066" r="-394" b="-2772"/>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Motivation</a:t>
            </a:r>
          </a:p>
        </p:txBody>
      </p:sp>
      <p:sp>
        <p:nvSpPr>
          <p:cNvPr id="3" name="CaixaDeTexto 2">
            <a:extLst>
              <a:ext uri="{FF2B5EF4-FFF2-40B4-BE49-F238E27FC236}">
                <a16:creationId xmlns:a16="http://schemas.microsoft.com/office/drawing/2014/main" id="{95FB76DA-5C4C-83C3-D3CB-D54A13B9EBB3}"/>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617235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4</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584775"/>
              </a:xfrm>
              <a:prstGeom prst="rect">
                <a:avLst/>
              </a:prstGeom>
              <a:noFill/>
            </p:spPr>
            <p:txBody>
              <a:bodyPr wrap="square">
                <a:spAutoFit/>
              </a:bodyPr>
              <a:lstStyle>
                <a:defPPr>
                  <a:defRPr lang="pt-BR"/>
                </a:defPPr>
                <a:lvl1pPr>
                  <a:defRPr sz="1600"/>
                </a:lvl1pPr>
              </a:lstStyle>
              <a:p>
                <a:r>
                  <a:rPr lang="pt-BR"/>
                  <a:t>On the boundary </a:t>
                </a:r>
                <a14:m>
                  <m:oMath xmlns:m="http://schemas.openxmlformats.org/officeDocument/2006/math">
                    <m:r>
                      <a:rPr lang="pt-BR">
                        <a:latin typeface="Cambria Math" panose="02040503050406030204" pitchFamily="18" charset="0"/>
                      </a:rPr>
                      <m:t>𝑐</m:t>
                    </m:r>
                  </m:oMath>
                </a14:m>
                <a:r>
                  <a:rPr lang="pt-BR"/>
                  <a:t>, consider the tangencial component of the magnetic field,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𝐻</m:t>
                        </m:r>
                      </m:e>
                      <m:sub>
                        <m:r>
                          <a:rPr lang="pt-BR">
                            <a:latin typeface="Cambria Math" panose="02040503050406030204" pitchFamily="18" charset="0"/>
                          </a:rPr>
                          <m:t>𝑡</m:t>
                        </m:r>
                      </m:sub>
                    </m:sSub>
                  </m:oMath>
                </a14:m>
                <a:r>
                  <a:rPr lang="pt-BR"/>
                  <a:t> [3]</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5999" y="1582341"/>
                <a:ext cx="5221289" cy="584775"/>
              </a:xfrm>
              <a:prstGeom prst="rect">
                <a:avLst/>
              </a:prstGeom>
              <a:blipFill>
                <a:blip r:embed="rId4"/>
                <a:stretch>
                  <a:fillRect l="-583" t="-3158" r="-1167" b="-1368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5678170-CA2D-8AB7-0A6B-835769EDCC0C}"/>
                  </a:ext>
                </a:extLst>
              </p:cNvPr>
              <p:cNvSpPr txBox="1"/>
              <p:nvPr/>
            </p:nvSpPr>
            <p:spPr>
              <a:xfrm>
                <a:off x="6096309" y="2371685"/>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17" name="CaixaDeTexto 16">
                <a:extLst>
                  <a:ext uri="{FF2B5EF4-FFF2-40B4-BE49-F238E27FC236}">
                    <a16:creationId xmlns:a16="http://schemas.microsoft.com/office/drawing/2014/main" id="{C5678170-CA2D-8AB7-0A6B-835769EDCC0C}"/>
                  </a:ext>
                </a:extLst>
              </p:cNvPr>
              <p:cNvSpPr txBox="1">
                <a:spLocks noRot="1" noChangeAspect="1" noMove="1" noResize="1" noEditPoints="1" noAdjustHandles="1" noChangeArrowheads="1" noChangeShapeType="1" noTextEdit="1"/>
              </p:cNvSpPr>
              <p:nvPr/>
            </p:nvSpPr>
            <p:spPr>
              <a:xfrm>
                <a:off x="6096309" y="2371685"/>
                <a:ext cx="5148263" cy="5981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55254BAB-9DE3-54E5-C42C-F5DBAE4432FF}"/>
                  </a:ext>
                </a:extLst>
              </p:cNvPr>
              <p:cNvSpPr txBox="1"/>
              <p:nvPr/>
            </p:nvSpPr>
            <p:spPr>
              <a:xfrm>
                <a:off x="6089539" y="3307092"/>
                <a:ext cx="5227749" cy="584775"/>
              </a:xfrm>
              <a:prstGeom prst="rect">
                <a:avLst/>
              </a:prstGeom>
              <a:noFill/>
            </p:spPr>
            <p:txBody>
              <a:bodyPr wrap="square">
                <a:spAutoFit/>
              </a:bodyPr>
              <a:lstStyle>
                <a:defPPr>
                  <a:defRPr lang="pt-BR"/>
                </a:defPPr>
                <a:lvl1pPr>
                  <a:defRPr sz="1600"/>
                </a:lvl1pPr>
              </a:lstStyle>
              <a:p>
                <a:r>
                  <a:rPr lang="pt-BR"/>
                  <a:t>Inside </a:t>
                </a:r>
                <a14:m>
                  <m:oMath xmlns:m="http://schemas.openxmlformats.org/officeDocument/2006/math">
                    <m:r>
                      <a:rPr lang="pt-BR">
                        <a:latin typeface="Cambria Math" panose="02040503050406030204" pitchFamily="18" charset="0"/>
                      </a:rPr>
                      <m:t>𝑆</m:t>
                    </m:r>
                  </m:oMath>
                </a14:m>
                <a:r>
                  <a:rPr lang="pt-BR"/>
                  <a:t>, the longitudinal componente of the electric field satisfies the </a:t>
                </a:r>
                <a:r>
                  <a:rPr lang="pt-BR" i="1"/>
                  <a:t>Helmholtz</a:t>
                </a:r>
                <a:r>
                  <a:rPr lang="pt-BR"/>
                  <a:t> equation:</a:t>
                </a:r>
              </a:p>
            </p:txBody>
          </p:sp>
        </mc:Choice>
        <mc:Fallback xmlns="">
          <p:sp>
            <p:nvSpPr>
              <p:cNvPr id="18" name="CaixaDeTexto 17">
                <a:extLst>
                  <a:ext uri="{FF2B5EF4-FFF2-40B4-BE49-F238E27FC236}">
                    <a16:creationId xmlns:a16="http://schemas.microsoft.com/office/drawing/2014/main" id="{55254BAB-9DE3-54E5-C42C-F5DBAE4432FF}"/>
                  </a:ext>
                </a:extLst>
              </p:cNvPr>
              <p:cNvSpPr txBox="1">
                <a:spLocks noRot="1" noChangeAspect="1" noMove="1" noResize="1" noEditPoints="1" noAdjustHandles="1" noChangeArrowheads="1" noChangeShapeType="1" noTextEdit="1"/>
              </p:cNvSpPr>
              <p:nvPr/>
            </p:nvSpPr>
            <p:spPr>
              <a:xfrm>
                <a:off x="6089539" y="3307092"/>
                <a:ext cx="5227749" cy="584775"/>
              </a:xfrm>
              <a:prstGeom prst="rect">
                <a:avLst/>
              </a:prstGeom>
              <a:blipFill>
                <a:blip r:embed="rId6"/>
                <a:stretch>
                  <a:fillRect l="-699" t="-3158" r="-117"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839CBF87-0713-E3FD-6F4E-E3F16CE31027}"/>
                  </a:ext>
                </a:extLst>
              </p:cNvPr>
              <p:cNvSpPr txBox="1"/>
              <p:nvPr/>
            </p:nvSpPr>
            <p:spPr>
              <a:xfrm>
                <a:off x="6096000" y="4195693"/>
                <a:ext cx="514180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0" i="1" smtClean="0">
                              <a:latin typeface="Cambria Math" panose="02040503050406030204" pitchFamily="18" charset="0"/>
                              <a:cs typeface="Arial" panose="020B0604020202020204" pitchFamily="34" charset="0"/>
                            </a:rPr>
                            <m:t>𝑘</m:t>
                          </m:r>
                        </m:e>
                        <m:sup>
                          <m:r>
                            <a:rPr lang="pt-BR" sz="1600" b="0" i="1" smtClean="0">
                              <a:latin typeface="Cambria Math" panose="02040503050406030204" pitchFamily="18" charset="0"/>
                              <a:cs typeface="Arial" panose="020B0604020202020204" pitchFamily="34" charset="0"/>
                            </a:rPr>
                            <m:t>2</m:t>
                          </m:r>
                        </m:sup>
                      </m:s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xmlns="">
          <p:sp>
            <p:nvSpPr>
              <p:cNvPr id="19" name="CaixaDeTexto 18">
                <a:extLst>
                  <a:ext uri="{FF2B5EF4-FFF2-40B4-BE49-F238E27FC236}">
                    <a16:creationId xmlns:a16="http://schemas.microsoft.com/office/drawing/2014/main" id="{839CBF87-0713-E3FD-6F4E-E3F16CE31027}"/>
                  </a:ext>
                </a:extLst>
              </p:cNvPr>
              <p:cNvSpPr txBox="1">
                <a:spLocks noRot="1" noChangeAspect="1" noMove="1" noResize="1" noEditPoints="1" noAdjustHandles="1" noChangeArrowheads="1" noChangeShapeType="1" noTextEdit="1"/>
              </p:cNvSpPr>
              <p:nvPr/>
            </p:nvSpPr>
            <p:spPr>
              <a:xfrm>
                <a:off x="6096000" y="4195693"/>
                <a:ext cx="5141802" cy="338554"/>
              </a:xfrm>
              <a:prstGeom prst="rect">
                <a:avLst/>
              </a:prstGeom>
              <a:blipFill>
                <a:blip r:embed="rId7"/>
                <a:stretch>
                  <a:fillRect/>
                </a:stretch>
              </a:blipFill>
            </p:spPr>
            <p:txBody>
              <a:bodyPr/>
              <a:lstStyle/>
              <a:p>
                <a:r>
                  <a:rPr lang="pt-BR">
                    <a:noFill/>
                  </a:rPr>
                  <a:t> </a:t>
                </a:r>
              </a:p>
            </p:txBody>
          </p:sp>
        </mc:Fallback>
      </mc:AlternateContent>
      <p:sp>
        <p:nvSpPr>
          <p:cNvPr id="20" name="CaixaDeTexto 19">
            <a:extLst>
              <a:ext uri="{FF2B5EF4-FFF2-40B4-BE49-F238E27FC236}">
                <a16:creationId xmlns:a16="http://schemas.microsoft.com/office/drawing/2014/main" id="{5FE0C7CC-AE87-FA0E-B84D-749F9AD42BB8}"/>
              </a:ext>
            </a:extLst>
          </p:cNvPr>
          <p:cNvSpPr txBox="1"/>
          <p:nvPr/>
        </p:nvSpPr>
        <p:spPr>
          <a:xfrm>
            <a:off x="6089539" y="4839161"/>
            <a:ext cx="514180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92A8F3F1-BF54-4A8F-5B07-7B0AB07EE379}"/>
                  </a:ext>
                </a:extLst>
              </p:cNvPr>
              <p:cNvSpPr txBox="1"/>
              <p:nvPr/>
            </p:nvSpPr>
            <p:spPr>
              <a:xfrm>
                <a:off x="6089539" y="5229200"/>
                <a:ext cx="514180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cs typeface="Arial" panose="020B0604020202020204" pitchFamily="34" charset="0"/>
                        </a:rPr>
                        <m:t>𝑘</m:t>
                      </m:r>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 </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𝜔𝜀</m:t>
                          </m:r>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𝜎</m:t>
                          </m:r>
                          <m:r>
                            <a:rPr lang="pt-BR" sz="1600" b="0" i="1" smtClean="0">
                              <a:latin typeface="Cambria Math" panose="02040503050406030204" pitchFamily="18" charset="0"/>
                              <a:cs typeface="Arial" panose="020B0604020202020204" pitchFamily="34" charset="0"/>
                            </a:rPr>
                            <m:t>)</m:t>
                          </m:r>
                        </m:e>
                      </m:rad>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89539" y="5229200"/>
                <a:ext cx="5141803" cy="390492"/>
              </a:xfrm>
              <a:prstGeom prst="rect">
                <a:avLst/>
              </a:prstGeom>
              <a:blipFill>
                <a:blip r:embed="rId8"/>
                <a:stretch>
                  <a:fillRect b="-6250"/>
                </a:stretch>
              </a:blipFill>
            </p:spPr>
            <p:txBody>
              <a:bodyPr/>
              <a:lstStyle/>
              <a:p>
                <a:r>
                  <a:rPr lang="pt-BR">
                    <a:noFill/>
                  </a:rPr>
                  <a:t> </a:t>
                </a:r>
              </a:p>
            </p:txBody>
          </p:sp>
        </mc:Fallback>
      </mc:AlternateContent>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Original Problem</a:t>
            </a:r>
          </a:p>
        </p:txBody>
      </p:sp>
      <p:grpSp>
        <p:nvGrpSpPr>
          <p:cNvPr id="34" name="Agrupar 33">
            <a:extLst>
              <a:ext uri="{FF2B5EF4-FFF2-40B4-BE49-F238E27FC236}">
                <a16:creationId xmlns:a16="http://schemas.microsoft.com/office/drawing/2014/main" id="{F4BFB5B1-5E57-4044-49BD-F47EB8076502}"/>
              </a:ext>
            </a:extLst>
          </p:cNvPr>
          <p:cNvGrpSpPr/>
          <p:nvPr/>
        </p:nvGrpSpPr>
        <p:grpSpPr>
          <a:xfrm>
            <a:off x="767408" y="2182673"/>
            <a:ext cx="4572508" cy="2458862"/>
            <a:chOff x="767408" y="2182673"/>
            <a:chExt cx="4572508" cy="2458862"/>
          </a:xfrm>
        </p:grpSpPr>
        <p:grpSp>
          <p:nvGrpSpPr>
            <p:cNvPr id="13" name="Agrupar 12">
              <a:extLst>
                <a:ext uri="{FF2B5EF4-FFF2-40B4-BE49-F238E27FC236}">
                  <a16:creationId xmlns:a16="http://schemas.microsoft.com/office/drawing/2014/main" id="{33D1CCA9-C701-8F48-AB0F-762A7BC6A610}"/>
                </a:ext>
              </a:extLst>
            </p:cNvPr>
            <p:cNvGrpSpPr/>
            <p:nvPr/>
          </p:nvGrpSpPr>
          <p:grpSpPr>
            <a:xfrm>
              <a:off x="767408" y="2182673"/>
              <a:ext cx="4572508" cy="2458862"/>
              <a:chOff x="670124" y="2141393"/>
              <a:chExt cx="4572508" cy="2458862"/>
            </a:xfrm>
          </p:grpSpPr>
          <p:sp>
            <p:nvSpPr>
              <p:cNvPr id="7" name="Retângulo 6">
                <a:extLst>
                  <a:ext uri="{FF2B5EF4-FFF2-40B4-BE49-F238E27FC236}">
                    <a16:creationId xmlns:a16="http://schemas.microsoft.com/office/drawing/2014/main" id="{D5AB4974-7F33-2D29-24EC-EF0F440B000C}"/>
                  </a:ext>
                </a:extLst>
              </p:cNvPr>
              <p:cNvSpPr/>
              <p:nvPr/>
            </p:nvSpPr>
            <p:spPr>
              <a:xfrm>
                <a:off x="670632" y="217424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F69A3152-00B5-2F7C-B322-DD009CCAF487}"/>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51" name="CaixaDeTexto 50">
                    <a:extLst>
                      <a:ext uri="{FF2B5EF4-FFF2-40B4-BE49-F238E27FC236}">
                        <a16:creationId xmlns:a16="http://schemas.microsoft.com/office/drawing/2014/main" id="{F69A3152-00B5-2F7C-B322-DD009CCAF487}"/>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9"/>
                    <a:stretch>
                      <a:fillRect b="-3279"/>
                    </a:stretch>
                  </a:blipFill>
                </p:spPr>
                <p:txBody>
                  <a:bodyPr/>
                  <a:lstStyle/>
                  <a:p>
                    <a:r>
                      <a:rPr lang="pt-BR">
                        <a:noFill/>
                      </a:rPr>
                      <a:t> </a:t>
                    </a:r>
                  </a:p>
                </p:txBody>
              </p:sp>
            </mc:Fallback>
          </mc:AlternateContent>
          <p:cxnSp>
            <p:nvCxnSpPr>
              <p:cNvPr id="3" name="Conector reto 2">
                <a:extLst>
                  <a:ext uri="{FF2B5EF4-FFF2-40B4-BE49-F238E27FC236}">
                    <a16:creationId xmlns:a16="http://schemas.microsoft.com/office/drawing/2014/main" id="{F0AF39B9-F471-9A1B-89DE-97EA4078C2C5}"/>
                  </a:ext>
                </a:extLst>
              </p:cNvPr>
              <p:cNvCxnSpPr/>
              <p:nvPr/>
            </p:nvCxnSpPr>
            <p:spPr>
              <a:xfrm>
                <a:off x="670124" y="2169312"/>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 name="Conector reto 1">
                <a:extLst>
                  <a:ext uri="{FF2B5EF4-FFF2-40B4-BE49-F238E27FC236}">
                    <a16:creationId xmlns:a16="http://schemas.microsoft.com/office/drawing/2014/main" id="{F029EF53-C5A2-C3CA-453D-3BA24274A7BE}"/>
                  </a:ext>
                </a:extLst>
              </p:cNvPr>
              <p:cNvCxnSpPr/>
              <p:nvPr/>
            </p:nvCxnSpPr>
            <p:spPr>
              <a:xfrm>
                <a:off x="670124" y="4600255"/>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5" name="Elipse 4">
                <a:extLst>
                  <a:ext uri="{FF2B5EF4-FFF2-40B4-BE49-F238E27FC236}">
                    <a16:creationId xmlns:a16="http://schemas.microsoft.com/office/drawing/2014/main" id="{C4C62FA0-2554-C740-B43F-6979E70E9F6C}"/>
                  </a:ext>
                </a:extLst>
              </p:cNvPr>
              <p:cNvSpPr/>
              <p:nvPr/>
            </p:nvSpPr>
            <p:spPr>
              <a:xfrm>
                <a:off x="1379208" y="2816424"/>
                <a:ext cx="3231175" cy="1152128"/>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758CB222-ED5A-3FEA-69FB-61051C83702E}"/>
                      </a:ext>
                    </a:extLst>
                  </p:cNvPr>
                  <p:cNvSpPr txBox="1"/>
                  <p:nvPr/>
                </p:nvSpPr>
                <p:spPr>
                  <a:xfrm>
                    <a:off x="1885251" y="2928121"/>
                    <a:ext cx="9276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 </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 </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  </m:t>
                              </m:r>
                            </m:sub>
                          </m:sSub>
                        </m:oMath>
                      </m:oMathPara>
                    </a14:m>
                    <a:endParaRPr lang="pt-BR"/>
                  </a:p>
                </p:txBody>
              </p:sp>
            </mc:Choice>
            <mc:Fallback xmlns="">
              <p:sp>
                <p:nvSpPr>
                  <p:cNvPr id="40" name="CaixaDeTexto 39">
                    <a:extLst>
                      <a:ext uri="{FF2B5EF4-FFF2-40B4-BE49-F238E27FC236}">
                        <a16:creationId xmlns:a16="http://schemas.microsoft.com/office/drawing/2014/main" id="{758CB222-ED5A-3FEA-69FB-61051C83702E}"/>
                      </a:ext>
                    </a:extLst>
                  </p:cNvPr>
                  <p:cNvSpPr txBox="1">
                    <a:spLocks noRot="1" noChangeAspect="1" noMove="1" noResize="1" noEditPoints="1" noAdjustHandles="1" noChangeArrowheads="1" noChangeShapeType="1" noTextEdit="1"/>
                  </p:cNvSpPr>
                  <p:nvPr/>
                </p:nvSpPr>
                <p:spPr>
                  <a:xfrm>
                    <a:off x="1885251" y="2928121"/>
                    <a:ext cx="927690" cy="369332"/>
                  </a:xfrm>
                  <a:prstGeom prst="rect">
                    <a:avLst/>
                  </a:prstGeom>
                  <a:blipFill>
                    <a:blip r:embed="rId10"/>
                    <a:stretch>
                      <a:fillRect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41E8B59-2FDB-5188-1767-1E09A35552F3}"/>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11" name="CaixaDeTexto 10">
                    <a:extLst>
                      <a:ext uri="{FF2B5EF4-FFF2-40B4-BE49-F238E27FC236}">
                        <a16:creationId xmlns:a16="http://schemas.microsoft.com/office/drawing/2014/main" id="{E41E8B59-2FDB-5188-1767-1E09A35552F3}"/>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5440CEF9-E9C8-DE55-99A2-893903DCC911}"/>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12" name="CaixaDeTexto 11">
                    <a:extLst>
                      <a:ext uri="{FF2B5EF4-FFF2-40B4-BE49-F238E27FC236}">
                        <a16:creationId xmlns:a16="http://schemas.microsoft.com/office/drawing/2014/main" id="{5440CEF9-E9C8-DE55-99A2-893903DCC91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2"/>
                    <a:stretch>
                      <a:fillRect/>
                    </a:stretch>
                  </a:blipFill>
                </p:spPr>
                <p:txBody>
                  <a:bodyPr/>
                  <a:lstStyle/>
                  <a:p>
                    <a:r>
                      <a:rPr lang="pt-BR">
                        <a:noFill/>
                      </a:rPr>
                      <a:t> </a:t>
                    </a:r>
                  </a:p>
                </p:txBody>
              </p:sp>
            </mc:Fallback>
          </mc:AlternateContent>
        </p:grpSp>
        <p:grpSp>
          <p:nvGrpSpPr>
            <p:cNvPr id="15" name="Agrupar 14">
              <a:extLst>
                <a:ext uri="{FF2B5EF4-FFF2-40B4-BE49-F238E27FC236}">
                  <a16:creationId xmlns:a16="http://schemas.microsoft.com/office/drawing/2014/main" id="{7556C963-A053-B59E-3C4E-41069B8691D6}"/>
                </a:ext>
              </a:extLst>
            </p:cNvPr>
            <p:cNvGrpSpPr/>
            <p:nvPr/>
          </p:nvGrpSpPr>
          <p:grpSpPr>
            <a:xfrm>
              <a:off x="3739716" y="3982675"/>
              <a:ext cx="564994" cy="527518"/>
              <a:chOff x="3739716" y="3982675"/>
              <a:chExt cx="564994" cy="527518"/>
            </a:xfrm>
          </p:grpSpPr>
          <p:cxnSp>
            <p:nvCxnSpPr>
              <p:cNvPr id="16" name="Conector de Seta Reta 15">
                <a:extLst>
                  <a:ext uri="{FF2B5EF4-FFF2-40B4-BE49-F238E27FC236}">
                    <a16:creationId xmlns:a16="http://schemas.microsoft.com/office/drawing/2014/main" id="{E3A528D2-BB9D-3C47-B4C3-6FBD427AC634}"/>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D6D06EBE-4136-BEE1-0D40-356D7BCDD7B3}"/>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23" name="CaixaDeTexto 22">
                    <a:extLst>
                      <a:ext uri="{FF2B5EF4-FFF2-40B4-BE49-F238E27FC236}">
                        <a16:creationId xmlns:a16="http://schemas.microsoft.com/office/drawing/2014/main" id="{D6D06EBE-4136-BEE1-0D40-356D7BCDD7B3}"/>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3"/>
                    <a:stretch>
                      <a:fillRect/>
                    </a:stretch>
                  </a:blipFill>
                </p:spPr>
                <p:txBody>
                  <a:bodyPr/>
                  <a:lstStyle/>
                  <a:p>
                    <a:r>
                      <a:rPr lang="pt-BR">
                        <a:noFill/>
                      </a:rPr>
                      <a:t> </a:t>
                    </a:r>
                  </a:p>
                </p:txBody>
              </p:sp>
            </mc:Fallback>
          </mc:AlternateContent>
        </p:grpSp>
      </p:grpSp>
      <p:sp>
        <p:nvSpPr>
          <p:cNvPr id="10" name="CaixaDeTexto 9">
            <a:extLst>
              <a:ext uri="{FF2B5EF4-FFF2-40B4-BE49-F238E27FC236}">
                <a16:creationId xmlns:a16="http://schemas.microsoft.com/office/drawing/2014/main" id="{5EA2BECE-5C60-7BD6-0A6B-4A8919D6A89D}"/>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488082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5</a:t>
            </a:fld>
            <a:endParaRPr lang="pt-B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830997"/>
          </a:xfrm>
          <a:prstGeom prst="rect">
            <a:avLst/>
          </a:prstGeom>
          <a:noFill/>
        </p:spPr>
        <p:txBody>
          <a:bodyPr wrap="square">
            <a:spAutoFit/>
          </a:bodyPr>
          <a:lstStyle>
            <a:defPPr>
              <a:defRPr lang="pt-BR"/>
            </a:defPPr>
            <a:lvl1pPr>
              <a:defRPr sz="1600"/>
            </a:lvl1pPr>
          </a:lstStyle>
          <a:p>
            <a:r>
              <a:rPr lang="pt-BR"/>
              <a:t>Applying the Equivalence Principle [4], </a:t>
            </a:r>
            <a:r>
              <a:rPr lang="en-US"/>
              <a:t>suppose that the constitutive parameters of the conducting cylinder are replaced by those of the medium outside the conductor.</a:t>
            </a: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sp>
        <p:nvSpPr>
          <p:cNvPr id="20" name="CaixaDeTexto 19">
            <a:extLst>
              <a:ext uri="{FF2B5EF4-FFF2-40B4-BE49-F238E27FC236}">
                <a16:creationId xmlns:a16="http://schemas.microsoft.com/office/drawing/2014/main" id="{5FE0C7CC-AE87-FA0E-B84D-749F9AD42BB8}"/>
              </a:ext>
            </a:extLst>
          </p:cNvPr>
          <p:cNvSpPr txBox="1"/>
          <p:nvPr/>
        </p:nvSpPr>
        <p:spPr>
          <a:xfrm>
            <a:off x="6102770" y="4185084"/>
            <a:ext cx="514826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92A8F3F1-BF54-4A8F-5B07-7B0AB07EE379}"/>
                  </a:ext>
                </a:extLst>
              </p:cNvPr>
              <p:cNvSpPr txBox="1"/>
              <p:nvPr/>
            </p:nvSpPr>
            <p:spPr>
              <a:xfrm>
                <a:off x="6096000" y="4575123"/>
                <a:ext cx="514826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𝜀</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𝜎</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e>
                      </m:rad>
                    </m:oMath>
                  </m:oMathPara>
                </a14:m>
                <a:endParaRPr lang="pt-BR" sz="1600">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96000" y="4575123"/>
                <a:ext cx="5148263" cy="390492"/>
              </a:xfrm>
              <a:prstGeom prst="rect">
                <a:avLst/>
              </a:prstGeom>
              <a:blipFill>
                <a:blip r:embed="rId4"/>
                <a:stretch>
                  <a:fillRect b="-6250"/>
                </a:stretch>
              </a:blipFill>
            </p:spPr>
            <p:txBody>
              <a:bodyPr/>
              <a:lstStyle/>
              <a:p>
                <a:r>
                  <a:rPr lang="pt-BR">
                    <a:noFill/>
                  </a:rPr>
                  <a:t> </a:t>
                </a:r>
              </a:p>
            </p:txBody>
          </p:sp>
        </mc:Fallback>
      </mc:AlternateContent>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mc:AlternateContent xmlns:mc="http://schemas.openxmlformats.org/markup-compatibility/2006" xmlns:a14="http://schemas.microsoft.com/office/drawing/2010/main">
        <mc:Choice Requires="a14">
          <p:sp>
            <p:nvSpPr>
              <p:cNvPr id="96" name="CaixaDeTexto 95">
                <a:extLst>
                  <a:ext uri="{FF2B5EF4-FFF2-40B4-BE49-F238E27FC236}">
                    <a16:creationId xmlns:a16="http://schemas.microsoft.com/office/drawing/2014/main" id="{CC52F910-04C1-D575-C91D-B1194B0B51FB}"/>
                  </a:ext>
                </a:extLst>
              </p:cNvPr>
              <p:cNvSpPr txBox="1"/>
              <p:nvPr/>
            </p:nvSpPr>
            <p:spPr>
              <a:xfrm>
                <a:off x="6096000" y="3727643"/>
                <a:ext cx="5148263" cy="3434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sSubSup>
                        <m:sSubSupPr>
                          <m:ctrlPr>
                            <a:rPr lang="pt-BR" sz="1600" b="0" i="1" smtClean="0">
                              <a:latin typeface="Cambria Math" panose="02040503050406030204" pitchFamily="18" charset="0"/>
                              <a:cs typeface="Arial" panose="020B0604020202020204" pitchFamily="34" charset="0"/>
                            </a:rPr>
                          </m:ctrlPr>
                        </m:sSubSup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up>
                          <m:r>
                            <a:rPr lang="pt-BR" sz="1600" b="0" i="1" smtClean="0">
                              <a:latin typeface="Cambria Math" panose="02040503050406030204" pitchFamily="18" charset="0"/>
                              <a:cs typeface="Arial" panose="020B0604020202020204" pitchFamily="34" charset="0"/>
                            </a:rPr>
                            <m:t>2</m:t>
                          </m:r>
                        </m:sup>
                      </m:sSub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xmlns="">
          <p:sp>
            <p:nvSpPr>
              <p:cNvPr id="96" name="CaixaDeTexto 95">
                <a:extLst>
                  <a:ext uri="{FF2B5EF4-FFF2-40B4-BE49-F238E27FC236}">
                    <a16:creationId xmlns:a16="http://schemas.microsoft.com/office/drawing/2014/main" id="{CC52F910-04C1-D575-C91D-B1194B0B51FB}"/>
                  </a:ext>
                </a:extLst>
              </p:cNvPr>
              <p:cNvSpPr txBox="1">
                <a:spLocks noRot="1" noChangeAspect="1" noMove="1" noResize="1" noEditPoints="1" noAdjustHandles="1" noChangeArrowheads="1" noChangeShapeType="1" noTextEdit="1"/>
              </p:cNvSpPr>
              <p:nvPr/>
            </p:nvSpPr>
            <p:spPr>
              <a:xfrm>
                <a:off x="6096000" y="3727643"/>
                <a:ext cx="5148263" cy="34342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815E988A-270E-5E07-7617-D60383B4ED3E}"/>
                  </a:ext>
                </a:extLst>
              </p:cNvPr>
              <p:cNvSpPr txBox="1"/>
              <p:nvPr/>
            </p:nvSpPr>
            <p:spPr>
              <a:xfrm>
                <a:off x="6095998" y="5352936"/>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2" name="CaixaDeTexto 1">
                <a:extLst>
                  <a:ext uri="{FF2B5EF4-FFF2-40B4-BE49-F238E27FC236}">
                    <a16:creationId xmlns:a16="http://schemas.microsoft.com/office/drawing/2014/main" id="{815E988A-270E-5E07-7617-D60383B4ED3E}"/>
                  </a:ext>
                </a:extLst>
              </p:cNvPr>
              <p:cNvSpPr txBox="1">
                <a:spLocks noRot="1" noChangeAspect="1" noMove="1" noResize="1" noEditPoints="1" noAdjustHandles="1" noChangeArrowheads="1" noChangeShapeType="1" noTextEdit="1"/>
              </p:cNvSpPr>
              <p:nvPr/>
            </p:nvSpPr>
            <p:spPr>
              <a:xfrm>
                <a:off x="6095998" y="5352936"/>
                <a:ext cx="5148263" cy="5981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FD6226B4-0EB5-1A39-928D-A27FA61F690F}"/>
                  </a:ext>
                </a:extLst>
              </p:cNvPr>
              <p:cNvSpPr txBox="1"/>
              <p:nvPr/>
            </p:nvSpPr>
            <p:spPr>
              <a:xfrm>
                <a:off x="6111219" y="2865328"/>
                <a:ext cx="5206070" cy="584775"/>
              </a:xfrm>
              <a:prstGeom prst="rect">
                <a:avLst/>
              </a:prstGeom>
              <a:noFill/>
            </p:spPr>
            <p:txBody>
              <a:bodyPr wrap="square">
                <a:spAutoFit/>
              </a:bodyPr>
              <a:lstStyle>
                <a:defPPr>
                  <a:defRPr lang="pt-BR"/>
                </a:defPPr>
                <a:lvl1pPr>
                  <a:defRPr sz="1600"/>
                </a:lvl1pPr>
              </a:lstStyle>
              <a:p>
                <a:r>
                  <a:rPr lang="en-US"/>
                  <a:t>The corresponding fictitious electric field in </a:t>
                </a:r>
                <a14:m>
                  <m:oMath xmlns:m="http://schemas.openxmlformats.org/officeDocument/2006/math">
                    <m:r>
                      <a:rPr lang="en-US">
                        <a:latin typeface="Cambria Math" panose="02040503050406030204" pitchFamily="18" charset="0"/>
                      </a:rPr>
                      <m:t>𝑆</m:t>
                    </m:r>
                  </m:oMath>
                </a14:m>
                <a:r>
                  <a:rPr lang="en-US"/>
                  <a:t>,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𝐸</m:t>
                        </m:r>
                      </m:e>
                      <m:sub>
                        <m:r>
                          <a:rPr lang="en-US">
                            <a:latin typeface="Cambria Math" panose="02040503050406030204" pitchFamily="18" charset="0"/>
                          </a:rPr>
                          <m:t>𝑧</m:t>
                        </m:r>
                        <m:r>
                          <a:rPr lang="pt-BR">
                            <a:latin typeface="Cambria Math" panose="02040503050406030204" pitchFamily="18" charset="0"/>
                          </a:rPr>
                          <m:t>0</m:t>
                        </m:r>
                      </m:sub>
                    </m:sSub>
                  </m:oMath>
                </a14:m>
                <a:r>
                  <a:rPr lang="en-US"/>
                  <a:t>, now satisfies</a:t>
                </a:r>
                <a:endParaRPr lang="pt-BR"/>
              </a:p>
            </p:txBody>
          </p:sp>
        </mc:Choice>
        <mc:Fallback xmlns="">
          <p:sp>
            <p:nvSpPr>
              <p:cNvPr id="5" name="CaixaDeTexto 4">
                <a:extLst>
                  <a:ext uri="{FF2B5EF4-FFF2-40B4-BE49-F238E27FC236}">
                    <a16:creationId xmlns:a16="http://schemas.microsoft.com/office/drawing/2014/main" id="{FD6226B4-0EB5-1A39-928D-A27FA61F690F}"/>
                  </a:ext>
                </a:extLst>
              </p:cNvPr>
              <p:cNvSpPr txBox="1">
                <a:spLocks noRot="1" noChangeAspect="1" noMove="1" noResize="1" noEditPoints="1" noAdjustHandles="1" noChangeArrowheads="1" noChangeShapeType="1" noTextEdit="1"/>
              </p:cNvSpPr>
              <p:nvPr/>
            </p:nvSpPr>
            <p:spPr>
              <a:xfrm>
                <a:off x="6111219" y="2865328"/>
                <a:ext cx="5206070" cy="584775"/>
              </a:xfrm>
              <a:prstGeom prst="rect">
                <a:avLst/>
              </a:prstGeom>
              <a:blipFill>
                <a:blip r:embed="rId7"/>
                <a:stretch>
                  <a:fillRect l="-585" t="-3125" b="-12500"/>
                </a:stretch>
              </a:blipFill>
            </p:spPr>
            <p:txBody>
              <a:bodyPr/>
              <a:lstStyle/>
              <a:p>
                <a:r>
                  <a:rPr lang="pt-BR">
                    <a:noFill/>
                  </a:rPr>
                  <a:t> </a:t>
                </a:r>
              </a:p>
            </p:txBody>
          </p:sp>
        </mc:Fallback>
      </mc:AlternateContent>
      <p:grpSp>
        <p:nvGrpSpPr>
          <p:cNvPr id="18" name="Agrupar 17">
            <a:extLst>
              <a:ext uri="{FF2B5EF4-FFF2-40B4-BE49-F238E27FC236}">
                <a16:creationId xmlns:a16="http://schemas.microsoft.com/office/drawing/2014/main" id="{2F90EAD1-E84D-A122-BC44-3B02D8E58B24}"/>
              </a:ext>
            </a:extLst>
          </p:cNvPr>
          <p:cNvGrpSpPr/>
          <p:nvPr/>
        </p:nvGrpSpPr>
        <p:grpSpPr>
          <a:xfrm>
            <a:off x="767408" y="2182673"/>
            <a:ext cx="4572508" cy="2464697"/>
            <a:chOff x="767408" y="2182673"/>
            <a:chExt cx="4572508" cy="2464697"/>
          </a:xfrm>
        </p:grpSpPr>
        <p:grpSp>
          <p:nvGrpSpPr>
            <p:cNvPr id="30" name="Agrupar 29">
              <a:extLst>
                <a:ext uri="{FF2B5EF4-FFF2-40B4-BE49-F238E27FC236}">
                  <a16:creationId xmlns:a16="http://schemas.microsoft.com/office/drawing/2014/main" id="{168DDC4B-E085-D055-3A01-2A75AEF0F540}"/>
                </a:ext>
              </a:extLst>
            </p:cNvPr>
            <p:cNvGrpSpPr/>
            <p:nvPr/>
          </p:nvGrpSpPr>
          <p:grpSpPr>
            <a:xfrm>
              <a:off x="767408" y="2182673"/>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88" name="CaixaDeTexto 87">
                    <a:extLst>
                      <a:ext uri="{FF2B5EF4-FFF2-40B4-BE49-F238E27FC236}">
                        <a16:creationId xmlns:a16="http://schemas.microsoft.com/office/drawing/2014/main" id="{51FC77E0-937E-EA60-698E-B52BB93B2CFA}"/>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8"/>
                    <a:stretch>
                      <a:fillRect b="-3279"/>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93" name="CaixaDeTexto 92">
                    <a:extLst>
                      <a:ext uri="{FF2B5EF4-FFF2-40B4-BE49-F238E27FC236}">
                        <a16:creationId xmlns:a16="http://schemas.microsoft.com/office/drawing/2014/main" id="{6F28AD4E-55BD-E158-83DC-CB47A80C2B1E}"/>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95" name="CaixaDeTexto 94">
                    <a:extLst>
                      <a:ext uri="{FF2B5EF4-FFF2-40B4-BE49-F238E27FC236}">
                        <a16:creationId xmlns:a16="http://schemas.microsoft.com/office/drawing/2014/main" id="{6CE38F45-C2C2-452C-A6E5-873FFFE19492}"/>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7" name="CaixaDeTexto 96">
                    <a:extLst>
                      <a:ext uri="{FF2B5EF4-FFF2-40B4-BE49-F238E27FC236}">
                        <a16:creationId xmlns:a16="http://schemas.microsoft.com/office/drawing/2014/main" id="{CF28AD52-9479-96E4-DD50-2EE167AB3D15}"/>
                      </a:ext>
                    </a:extLst>
                  </p:cNvPr>
                  <p:cNvSpPr txBox="1"/>
                  <p:nvPr/>
                </p:nvSpPr>
                <p:spPr>
                  <a:xfrm>
                    <a:off x="1749004" y="2955672"/>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97" name="CaixaDeTexto 96">
                    <a:extLst>
                      <a:ext uri="{FF2B5EF4-FFF2-40B4-BE49-F238E27FC236}">
                        <a16:creationId xmlns:a16="http://schemas.microsoft.com/office/drawing/2014/main" id="{CF28AD52-9479-96E4-DD50-2EE167AB3D15}"/>
                      </a:ext>
                    </a:extLst>
                  </p:cNvPr>
                  <p:cNvSpPr txBox="1">
                    <a:spLocks noRot="1" noChangeAspect="1" noMove="1" noResize="1" noEditPoints="1" noAdjustHandles="1" noChangeArrowheads="1" noChangeShapeType="1" noTextEdit="1"/>
                  </p:cNvSpPr>
                  <p:nvPr/>
                </p:nvSpPr>
                <p:spPr>
                  <a:xfrm>
                    <a:off x="1749004" y="2955672"/>
                    <a:ext cx="1073563" cy="369332"/>
                  </a:xfrm>
                  <a:prstGeom prst="rect">
                    <a:avLst/>
                  </a:prstGeom>
                  <a:blipFill>
                    <a:blip r:embed="rId11"/>
                    <a:stretch>
                      <a:fillRect b="-5000"/>
                    </a:stretch>
                  </a:blipFill>
                </p:spPr>
                <p:txBody>
                  <a:bodyPr/>
                  <a:lstStyle/>
                  <a:p>
                    <a:r>
                      <a:rPr lang="pt-BR">
                        <a:noFill/>
                      </a:rPr>
                      <a:t> </a:t>
                    </a:r>
                  </a:p>
                </p:txBody>
              </p:sp>
            </mc:Fallback>
          </mc:AlternateContent>
        </p:grpSp>
        <p:grpSp>
          <p:nvGrpSpPr>
            <p:cNvPr id="3" name="Agrupar 2">
              <a:extLst>
                <a:ext uri="{FF2B5EF4-FFF2-40B4-BE49-F238E27FC236}">
                  <a16:creationId xmlns:a16="http://schemas.microsoft.com/office/drawing/2014/main" id="{74B0F06A-2940-C2FE-149A-10F416DFE2B9}"/>
                </a:ext>
              </a:extLst>
            </p:cNvPr>
            <p:cNvGrpSpPr/>
            <p:nvPr/>
          </p:nvGrpSpPr>
          <p:grpSpPr>
            <a:xfrm>
              <a:off x="3739716" y="3982675"/>
              <a:ext cx="564994" cy="527518"/>
              <a:chOff x="3739716" y="3982675"/>
              <a:chExt cx="564994" cy="527518"/>
            </a:xfrm>
          </p:grpSpPr>
          <p:cxnSp>
            <p:nvCxnSpPr>
              <p:cNvPr id="7" name="Conector de Seta Reta 6">
                <a:extLst>
                  <a:ext uri="{FF2B5EF4-FFF2-40B4-BE49-F238E27FC236}">
                    <a16:creationId xmlns:a16="http://schemas.microsoft.com/office/drawing/2014/main" id="{02942CBA-6B08-5EF2-1260-A27318B873A3}"/>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949E1789-2073-B6A4-BE42-1A6A845BC911}"/>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11" name="CaixaDeTexto 10">
                    <a:extLst>
                      <a:ext uri="{FF2B5EF4-FFF2-40B4-BE49-F238E27FC236}">
                        <a16:creationId xmlns:a16="http://schemas.microsoft.com/office/drawing/2014/main" id="{949E1789-2073-B6A4-BE42-1A6A845BC911}"/>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p:grpSp>
      <p:sp>
        <p:nvSpPr>
          <p:cNvPr id="10" name="CaixaDeTexto 9">
            <a:extLst>
              <a:ext uri="{FF2B5EF4-FFF2-40B4-BE49-F238E27FC236}">
                <a16:creationId xmlns:a16="http://schemas.microsoft.com/office/drawing/2014/main" id="{935C436B-FA84-FD64-34FE-899B2C5A95F8}"/>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2918556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6</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6096000" y="1412776"/>
                <a:ext cx="5221288" cy="830997"/>
              </a:xfrm>
              <a:prstGeom prst="rect">
                <a:avLst/>
              </a:prstGeom>
              <a:noFill/>
            </p:spPr>
            <p:txBody>
              <a:bodyPr wrap="square">
                <a:spAutoFit/>
              </a:bodyPr>
              <a:lstStyle>
                <a:defPPr>
                  <a:defRPr lang="pt-BR"/>
                </a:defPPr>
                <a:lvl1pPr>
                  <a:defRPr sz="1600"/>
                </a:lvl1pPr>
              </a:lstStyle>
              <a:p>
                <a:r>
                  <a:rPr lang="en-US"/>
                  <a:t>To ensure a unique field solution, it suffices to introduce an equivalent surface current density,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𝑱</m:t>
                        </m:r>
                      </m:e>
                      <m:sub>
                        <m:r>
                          <a:rPr lang="pt-BR">
                            <a:latin typeface="Cambria Math" panose="02040503050406030204" pitchFamily="18" charset="0"/>
                          </a:rPr>
                          <m:t>𝑆</m:t>
                        </m:r>
                      </m:sub>
                    </m:sSub>
                  </m:oMath>
                </a14:m>
                <a:r>
                  <a:rPr lang="pt-BR"/>
                  <a:t>, </a:t>
                </a:r>
                <a:r>
                  <a:rPr lang="en-US"/>
                  <a:t>related to the tangencial components of the field on the boundary, </a:t>
                </a:r>
                <a14:m>
                  <m:oMath xmlns:m="http://schemas.openxmlformats.org/officeDocument/2006/math">
                    <m:r>
                      <a:rPr lang="en-US">
                        <a:latin typeface="Cambria Math" panose="02040503050406030204" pitchFamily="18" charset="0"/>
                      </a:rPr>
                      <m:t>𝑐</m:t>
                    </m:r>
                  </m:oMath>
                </a14:m>
                <a:r>
                  <a:rPr lang="en-US"/>
                  <a:t>.</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6000" y="1412776"/>
                <a:ext cx="5221288" cy="830997"/>
              </a:xfrm>
              <a:prstGeom prst="rect">
                <a:avLst/>
              </a:prstGeom>
              <a:blipFill>
                <a:blip r:embed="rId4"/>
                <a:stretch>
                  <a:fillRect l="-583"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mc:AlternateContent xmlns:mc="http://schemas.openxmlformats.org/markup-compatibility/2006" xmlns:a14="http://schemas.microsoft.com/office/drawing/2010/main">
        <mc:Choice Requires="a14">
          <p:sp>
            <p:nvSpPr>
              <p:cNvPr id="98" name="CaixaDeTexto 97">
                <a:extLst>
                  <a:ext uri="{FF2B5EF4-FFF2-40B4-BE49-F238E27FC236}">
                    <a16:creationId xmlns:a16="http://schemas.microsoft.com/office/drawing/2014/main" id="{CD181669-EADE-7436-DDA0-EF407C246450}"/>
                  </a:ext>
                </a:extLst>
              </p:cNvPr>
              <p:cNvSpPr txBox="1"/>
              <p:nvPr/>
            </p:nvSpPr>
            <p:spPr>
              <a:xfrm>
                <a:off x="767408" y="5241702"/>
                <a:ext cx="4572508" cy="6228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cs typeface="Arial" panose="020B0604020202020204" pitchFamily="34" charset="0"/>
                            </a:rPr>
                          </m:ctrlPr>
                        </m:sSubPr>
                        <m:e>
                          <m:d>
                            <m:dPr>
                              <m:begChr m:val=""/>
                              <m:endChr m:val="|"/>
                              <m:ctrlPr>
                                <a:rPr lang="pt-BR" b="0" i="1" smtClean="0">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𝒂</m:t>
                                  </m:r>
                                </m:e>
                                <m:sub>
                                  <m:r>
                                    <a:rPr lang="pt-BR" b="1" i="1">
                                      <a:latin typeface="Cambria Math" panose="02040503050406030204" pitchFamily="18" charset="0"/>
                                      <a:cs typeface="Arial" panose="020B0604020202020204" pitchFamily="34" charset="0"/>
                                    </a:rPr>
                                    <m:t>𝒏</m:t>
                                  </m:r>
                                </m:sub>
                              </m:sSub>
                              <m:r>
                                <a:rPr lang="pt-BR" i="1">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e>
                                  </m:d>
                                </m:e>
                                <m:sub>
                                  <m:r>
                                    <a:rPr lang="pt-BR" i="1">
                                      <a:latin typeface="Cambria Math" panose="02040503050406030204" pitchFamily="18" charset="0"/>
                                      <a:cs typeface="Arial" panose="020B0604020202020204" pitchFamily="34" charset="0"/>
                                    </a:rPr>
                                    <m:t>𝑐</m:t>
                                  </m:r>
                                </m:sub>
                              </m:sSub>
                              <m:r>
                                <a:rPr lang="pt-BR" b="0" i="1" smtClean="0">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𝑱</m:t>
                                  </m:r>
                                </m:e>
                                <m:sub>
                                  <m:r>
                                    <a:rPr lang="pt-BR" i="1">
                                      <a:latin typeface="Cambria Math" panose="02040503050406030204" pitchFamily="18" charset="0"/>
                                      <a:cs typeface="Arial" panose="020B0604020202020204" pitchFamily="34" charset="0"/>
                                    </a:rPr>
                                    <m:t>𝑠</m:t>
                                  </m:r>
                                </m:sub>
                              </m:sSub>
                            </m:e>
                          </m:d>
                        </m:e>
                        <m:sub>
                          <m:r>
                            <a:rPr lang="pt-BR" b="0" i="1" smtClean="0">
                              <a:latin typeface="Cambria Math" panose="02040503050406030204" pitchFamily="18" charset="0"/>
                              <a:cs typeface="Arial" panose="020B0604020202020204" pitchFamily="34" charset="0"/>
                            </a:rPr>
                            <m:t>𝑐</m:t>
                          </m:r>
                        </m:sub>
                      </m:sSub>
                    </m:oMath>
                  </m:oMathPara>
                </a14:m>
                <a:endParaRPr lang="pt-BR">
                  <a:latin typeface="Arial" panose="020B0604020202020204" pitchFamily="34" charset="0"/>
                  <a:cs typeface="Arial" panose="020B0604020202020204" pitchFamily="34" charset="0"/>
                </a:endParaRPr>
              </a:p>
            </p:txBody>
          </p:sp>
        </mc:Choice>
        <mc:Fallback xmlns="">
          <p:sp>
            <p:nvSpPr>
              <p:cNvPr id="98" name="CaixaDeTexto 97">
                <a:extLst>
                  <a:ext uri="{FF2B5EF4-FFF2-40B4-BE49-F238E27FC236}">
                    <a16:creationId xmlns:a16="http://schemas.microsoft.com/office/drawing/2014/main" id="{CD181669-EADE-7436-DDA0-EF407C246450}"/>
                  </a:ext>
                </a:extLst>
              </p:cNvPr>
              <p:cNvSpPr txBox="1">
                <a:spLocks noRot="1" noChangeAspect="1" noMove="1" noResize="1" noEditPoints="1" noAdjustHandles="1" noChangeArrowheads="1" noChangeShapeType="1" noTextEdit="1"/>
              </p:cNvSpPr>
              <p:nvPr/>
            </p:nvSpPr>
            <p:spPr>
              <a:xfrm>
                <a:off x="767408" y="5241702"/>
                <a:ext cx="4572508" cy="622863"/>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9" name="CaixaDeTexto 98">
                <a:extLst>
                  <a:ext uri="{FF2B5EF4-FFF2-40B4-BE49-F238E27FC236}">
                    <a16:creationId xmlns:a16="http://schemas.microsoft.com/office/drawing/2014/main" id="{F32BF4A3-6ABD-0041-A398-9BC428E97FC5}"/>
                  </a:ext>
                </a:extLst>
              </p:cNvPr>
              <p:cNvSpPr txBox="1"/>
              <p:nvPr/>
            </p:nvSpPr>
            <p:spPr>
              <a:xfrm>
                <a:off x="4670691" y="2934772"/>
                <a:ext cx="4237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1" i="1" smtClean="0">
                              <a:latin typeface="Cambria Math" panose="02040503050406030204" pitchFamily="18" charset="0"/>
                            </a:rPr>
                            <m:t>𝑱</m:t>
                          </m:r>
                        </m:e>
                        <m:sub>
                          <m:r>
                            <a:rPr lang="pt-BR" b="0" i="1" smtClean="0">
                              <a:latin typeface="Cambria Math" panose="02040503050406030204" pitchFamily="18" charset="0"/>
                            </a:rPr>
                            <m:t>𝑠</m:t>
                          </m:r>
                        </m:sub>
                      </m:sSub>
                    </m:oMath>
                  </m:oMathPara>
                </a14:m>
                <a:endParaRPr lang="pt-BR"/>
              </a:p>
            </p:txBody>
          </p:sp>
        </mc:Choice>
        <mc:Fallback xmlns="">
          <p:sp>
            <p:nvSpPr>
              <p:cNvPr id="99" name="CaixaDeTexto 98">
                <a:extLst>
                  <a:ext uri="{FF2B5EF4-FFF2-40B4-BE49-F238E27FC236}">
                    <a16:creationId xmlns:a16="http://schemas.microsoft.com/office/drawing/2014/main" id="{F32BF4A3-6ABD-0041-A398-9BC428E97FC5}"/>
                  </a:ext>
                </a:extLst>
              </p:cNvPr>
              <p:cNvSpPr txBox="1">
                <a:spLocks noRot="1" noChangeAspect="1" noMove="1" noResize="1" noEditPoints="1" noAdjustHandles="1" noChangeArrowheads="1" noChangeShapeType="1" noTextEdit="1"/>
              </p:cNvSpPr>
              <p:nvPr/>
            </p:nvSpPr>
            <p:spPr>
              <a:xfrm>
                <a:off x="4670691" y="2934772"/>
                <a:ext cx="423706" cy="369332"/>
              </a:xfrm>
              <a:prstGeom prst="rect">
                <a:avLst/>
              </a:prstGeom>
              <a:blipFill>
                <a:blip r:embed="rId11"/>
                <a:stretch>
                  <a:fillRect b="-9836"/>
                </a:stretch>
              </a:blipFill>
            </p:spPr>
            <p:txBody>
              <a:bodyPr/>
              <a:lstStyle/>
              <a:p>
                <a:r>
                  <a:rPr lang="pt-BR">
                    <a:noFill/>
                  </a:rPr>
                  <a:t> </a:t>
                </a:r>
              </a:p>
            </p:txBody>
          </p:sp>
        </mc:Fallback>
      </mc:AlternateContent>
      <p:grpSp>
        <p:nvGrpSpPr>
          <p:cNvPr id="19" name="Agrupar 18">
            <a:extLst>
              <a:ext uri="{FF2B5EF4-FFF2-40B4-BE49-F238E27FC236}">
                <a16:creationId xmlns:a16="http://schemas.microsoft.com/office/drawing/2014/main" id="{FF15F91E-CF68-77E3-8E97-F1862EE0D590}"/>
              </a:ext>
            </a:extLst>
          </p:cNvPr>
          <p:cNvGrpSpPr/>
          <p:nvPr/>
        </p:nvGrpSpPr>
        <p:grpSpPr>
          <a:xfrm>
            <a:off x="767408" y="2182673"/>
            <a:ext cx="4572508" cy="2464697"/>
            <a:chOff x="767408" y="2182673"/>
            <a:chExt cx="4572508" cy="2464697"/>
          </a:xfrm>
        </p:grpSpPr>
        <p:grpSp>
          <p:nvGrpSpPr>
            <p:cNvPr id="29" name="Agrupar 28">
              <a:extLst>
                <a:ext uri="{FF2B5EF4-FFF2-40B4-BE49-F238E27FC236}">
                  <a16:creationId xmlns:a16="http://schemas.microsoft.com/office/drawing/2014/main" id="{6068577E-2FB3-F014-C6A7-DCBF178530F8}"/>
                </a:ext>
              </a:extLst>
            </p:cNvPr>
            <p:cNvGrpSpPr/>
            <p:nvPr/>
          </p:nvGrpSpPr>
          <p:grpSpPr>
            <a:xfrm>
              <a:off x="767408" y="2182673"/>
              <a:ext cx="4572508" cy="2464697"/>
              <a:chOff x="6400056" y="2185778"/>
              <a:chExt cx="4572508" cy="2464697"/>
            </a:xfrm>
          </p:grpSpPr>
          <p:grpSp>
            <p:nvGrpSpPr>
              <p:cNvPr id="30" name="Agrupar 29">
                <a:extLst>
                  <a:ext uri="{FF2B5EF4-FFF2-40B4-BE49-F238E27FC236}">
                    <a16:creationId xmlns:a16="http://schemas.microsoft.com/office/drawing/2014/main" id="{168DDC4B-E085-D055-3A01-2A75AEF0F540}"/>
                  </a:ext>
                </a:extLst>
              </p:cNvPr>
              <p:cNvGrpSpPr/>
              <p:nvPr/>
            </p:nvGrpSpPr>
            <p:grpSpPr>
              <a:xfrm>
                <a:off x="6400056" y="2185778"/>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16" name="CaixaDeTexto 15">
                      <a:extLst>
                        <a:ext uri="{FF2B5EF4-FFF2-40B4-BE49-F238E27FC236}">
                          <a16:creationId xmlns:a16="http://schemas.microsoft.com/office/drawing/2014/main" id="{1681E2DD-38B4-5C4A-9B12-CE155CEDB679}"/>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6"/>
                      <a:stretch>
                        <a:fillRect b="-5000"/>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21" name="CaixaDeTexto 20">
                      <a:extLst>
                        <a:ext uri="{FF2B5EF4-FFF2-40B4-BE49-F238E27FC236}">
                          <a16:creationId xmlns:a16="http://schemas.microsoft.com/office/drawing/2014/main" id="{47DF1D7F-A5BF-99D7-87D5-2DE96AED1F64}"/>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22" name="CaixaDeTexto 21">
                      <a:extLst>
                        <a:ext uri="{FF2B5EF4-FFF2-40B4-BE49-F238E27FC236}">
                          <a16:creationId xmlns:a16="http://schemas.microsoft.com/office/drawing/2014/main" id="{4C8BA81F-86CE-F71B-BBD1-2BCDDF954EF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7" name="CaixaDeTexto 96">
                      <a:extLst>
                        <a:ext uri="{FF2B5EF4-FFF2-40B4-BE49-F238E27FC236}">
                          <a16:creationId xmlns:a16="http://schemas.microsoft.com/office/drawing/2014/main" id="{CF28AD52-9479-96E4-DD50-2EE167AB3D15}"/>
                        </a:ext>
                      </a:extLst>
                    </p:cNvPr>
                    <p:cNvSpPr txBox="1"/>
                    <p:nvPr/>
                  </p:nvSpPr>
                  <p:spPr>
                    <a:xfrm>
                      <a:off x="1749004" y="3092034"/>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97" name="CaixaDeTexto 96">
                      <a:extLst>
                        <a:ext uri="{FF2B5EF4-FFF2-40B4-BE49-F238E27FC236}">
                          <a16:creationId xmlns:a16="http://schemas.microsoft.com/office/drawing/2014/main" id="{CF28AD52-9479-96E4-DD50-2EE167AB3D15}"/>
                        </a:ext>
                      </a:extLst>
                    </p:cNvPr>
                    <p:cNvSpPr txBox="1">
                      <a:spLocks noRot="1" noChangeAspect="1" noMove="1" noResize="1" noEditPoints="1" noAdjustHandles="1" noChangeArrowheads="1" noChangeShapeType="1" noTextEdit="1"/>
                    </p:cNvSpPr>
                    <p:nvPr/>
                  </p:nvSpPr>
                  <p:spPr>
                    <a:xfrm>
                      <a:off x="1749004" y="3092034"/>
                      <a:ext cx="1073563" cy="369332"/>
                    </a:xfrm>
                    <a:prstGeom prst="rect">
                      <a:avLst/>
                    </a:prstGeom>
                    <a:blipFill>
                      <a:blip r:embed="rId9"/>
                      <a:stretch>
                        <a:fillRect b="-3279"/>
                      </a:stretch>
                    </a:blipFill>
                  </p:spPr>
                  <p:txBody>
                    <a:bodyPr/>
                    <a:lstStyle/>
                    <a:p>
                      <a:r>
                        <a:rPr lang="pt-BR">
                          <a:noFill/>
                        </a:rPr>
                        <a:t> </a:t>
                      </a:r>
                    </a:p>
                  </p:txBody>
                </p:sp>
              </mc:Fallback>
            </mc:AlternateContent>
          </p:grpSp>
          <p:grpSp>
            <p:nvGrpSpPr>
              <p:cNvPr id="31" name="Agrupar 30">
                <a:extLst>
                  <a:ext uri="{FF2B5EF4-FFF2-40B4-BE49-F238E27FC236}">
                    <a16:creationId xmlns:a16="http://schemas.microsoft.com/office/drawing/2014/main" id="{6BEFE313-B14A-D407-6382-DD66DB533993}"/>
                  </a:ext>
                </a:extLst>
              </p:cNvPr>
              <p:cNvGrpSpPr/>
              <p:nvPr/>
            </p:nvGrpSpPr>
            <p:grpSpPr>
              <a:xfrm>
                <a:off x="7001676" y="3345433"/>
                <a:ext cx="182880" cy="182880"/>
                <a:chOff x="5748675" y="3047308"/>
                <a:chExt cx="182880" cy="182880"/>
              </a:xfrm>
            </p:grpSpPr>
            <p:sp>
              <p:nvSpPr>
                <p:cNvPr id="85" name="Elipse 84">
                  <a:extLst>
                    <a:ext uri="{FF2B5EF4-FFF2-40B4-BE49-F238E27FC236}">
                      <a16:creationId xmlns:a16="http://schemas.microsoft.com/office/drawing/2014/main" id="{86B0708E-38CF-4B6F-FCA3-05BFFA7104D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6" name="Elipse 85">
                  <a:extLst>
                    <a:ext uri="{FF2B5EF4-FFF2-40B4-BE49-F238E27FC236}">
                      <a16:creationId xmlns:a16="http://schemas.microsoft.com/office/drawing/2014/main" id="{99018997-7312-2E66-301B-9CD78364AB2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2" name="Agrupar 31">
                <a:extLst>
                  <a:ext uri="{FF2B5EF4-FFF2-40B4-BE49-F238E27FC236}">
                    <a16:creationId xmlns:a16="http://schemas.microsoft.com/office/drawing/2014/main" id="{39E01C4A-DE56-014D-C604-4AF36AE9FE03}"/>
                  </a:ext>
                </a:extLst>
              </p:cNvPr>
              <p:cNvGrpSpPr/>
              <p:nvPr/>
            </p:nvGrpSpPr>
            <p:grpSpPr>
              <a:xfrm>
                <a:off x="8621464" y="2767443"/>
                <a:ext cx="182880" cy="182880"/>
                <a:chOff x="5748675" y="3047308"/>
                <a:chExt cx="182880" cy="182880"/>
              </a:xfrm>
            </p:grpSpPr>
            <p:sp>
              <p:nvSpPr>
                <p:cNvPr id="83" name="Elipse 82">
                  <a:extLst>
                    <a:ext uri="{FF2B5EF4-FFF2-40B4-BE49-F238E27FC236}">
                      <a16:creationId xmlns:a16="http://schemas.microsoft.com/office/drawing/2014/main" id="{4687FB89-0690-D9C6-FEDC-80182A21F1F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lipse 83">
                  <a:extLst>
                    <a:ext uri="{FF2B5EF4-FFF2-40B4-BE49-F238E27FC236}">
                      <a16:creationId xmlns:a16="http://schemas.microsoft.com/office/drawing/2014/main" id="{7DEDEA53-C3E7-70D0-B23C-9272E074F805}"/>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3" name="Agrupar 32">
                <a:extLst>
                  <a:ext uri="{FF2B5EF4-FFF2-40B4-BE49-F238E27FC236}">
                    <a16:creationId xmlns:a16="http://schemas.microsoft.com/office/drawing/2014/main" id="{41091304-8D76-4C76-51D1-909D24952854}"/>
                  </a:ext>
                </a:extLst>
              </p:cNvPr>
              <p:cNvGrpSpPr/>
              <p:nvPr/>
            </p:nvGrpSpPr>
            <p:grpSpPr>
              <a:xfrm>
                <a:off x="7282380" y="2790303"/>
                <a:ext cx="1090122" cy="1286917"/>
                <a:chOff x="7282380" y="2790303"/>
                <a:chExt cx="1090122" cy="1286917"/>
              </a:xfrm>
            </p:grpSpPr>
            <p:grpSp>
              <p:nvGrpSpPr>
                <p:cNvPr id="63" name="Agrupar 62">
                  <a:extLst>
                    <a:ext uri="{FF2B5EF4-FFF2-40B4-BE49-F238E27FC236}">
                      <a16:creationId xmlns:a16="http://schemas.microsoft.com/office/drawing/2014/main" id="{84A39BD2-2E52-CE94-F777-3E8980F1AD5A}"/>
                    </a:ext>
                  </a:extLst>
                </p:cNvPr>
                <p:cNvGrpSpPr/>
                <p:nvPr/>
              </p:nvGrpSpPr>
              <p:grpSpPr>
                <a:xfrm>
                  <a:off x="7290466" y="2790303"/>
                  <a:ext cx="1082036" cy="406737"/>
                  <a:chOff x="7314468" y="2790303"/>
                  <a:chExt cx="1082036" cy="406737"/>
                </a:xfrm>
              </p:grpSpPr>
              <p:grpSp>
                <p:nvGrpSpPr>
                  <p:cNvPr id="74" name="Agrupar 73">
                    <a:extLst>
                      <a:ext uri="{FF2B5EF4-FFF2-40B4-BE49-F238E27FC236}">
                        <a16:creationId xmlns:a16="http://schemas.microsoft.com/office/drawing/2014/main" id="{1FA733FE-1CBC-4390-83AE-16ED047453B2}"/>
                      </a:ext>
                    </a:extLst>
                  </p:cNvPr>
                  <p:cNvGrpSpPr/>
                  <p:nvPr/>
                </p:nvGrpSpPr>
                <p:grpSpPr>
                  <a:xfrm>
                    <a:off x="7314468" y="3014160"/>
                    <a:ext cx="182880" cy="182880"/>
                    <a:chOff x="5748675" y="3047308"/>
                    <a:chExt cx="182880" cy="182880"/>
                  </a:xfrm>
                </p:grpSpPr>
                <p:sp>
                  <p:nvSpPr>
                    <p:cNvPr id="81" name="Elipse 80">
                      <a:extLst>
                        <a:ext uri="{FF2B5EF4-FFF2-40B4-BE49-F238E27FC236}">
                          <a16:creationId xmlns:a16="http://schemas.microsoft.com/office/drawing/2014/main" id="{BD79764D-D1E3-1A1D-8733-7F0D3BC0CC8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2" name="Elipse 81">
                      <a:extLst>
                        <a:ext uri="{FF2B5EF4-FFF2-40B4-BE49-F238E27FC236}">
                          <a16:creationId xmlns:a16="http://schemas.microsoft.com/office/drawing/2014/main" id="{1DF4BAA2-E0C4-0C1B-3DBA-170A41BD7986}"/>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5" name="Agrupar 74">
                    <a:extLst>
                      <a:ext uri="{FF2B5EF4-FFF2-40B4-BE49-F238E27FC236}">
                        <a16:creationId xmlns:a16="http://schemas.microsoft.com/office/drawing/2014/main" id="{11E9F967-20AC-8519-A18A-C89703C95000}"/>
                      </a:ext>
                    </a:extLst>
                  </p:cNvPr>
                  <p:cNvGrpSpPr/>
                  <p:nvPr/>
                </p:nvGrpSpPr>
                <p:grpSpPr>
                  <a:xfrm>
                    <a:off x="7780179" y="2858883"/>
                    <a:ext cx="182880" cy="182880"/>
                    <a:chOff x="5748675" y="3047308"/>
                    <a:chExt cx="182880" cy="182880"/>
                  </a:xfrm>
                </p:grpSpPr>
                <p:sp>
                  <p:nvSpPr>
                    <p:cNvPr id="79" name="Elipse 78">
                      <a:extLst>
                        <a:ext uri="{FF2B5EF4-FFF2-40B4-BE49-F238E27FC236}">
                          <a16:creationId xmlns:a16="http://schemas.microsoft.com/office/drawing/2014/main" id="{6DD2A9CA-DBE8-A2A0-3CE5-9F1125D74FC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0" name="Elipse 79">
                      <a:extLst>
                        <a:ext uri="{FF2B5EF4-FFF2-40B4-BE49-F238E27FC236}">
                          <a16:creationId xmlns:a16="http://schemas.microsoft.com/office/drawing/2014/main" id="{700EF7A7-BD70-D51A-4375-DF7F182BBD01}"/>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6" name="Agrupar 75">
                    <a:extLst>
                      <a:ext uri="{FF2B5EF4-FFF2-40B4-BE49-F238E27FC236}">
                        <a16:creationId xmlns:a16="http://schemas.microsoft.com/office/drawing/2014/main" id="{0F51439C-8121-B17D-F18F-7C86338B6D36}"/>
                      </a:ext>
                    </a:extLst>
                  </p:cNvPr>
                  <p:cNvGrpSpPr/>
                  <p:nvPr/>
                </p:nvGrpSpPr>
                <p:grpSpPr>
                  <a:xfrm>
                    <a:off x="8213624" y="2790303"/>
                    <a:ext cx="182880" cy="182880"/>
                    <a:chOff x="5748675" y="3047308"/>
                    <a:chExt cx="182880" cy="182880"/>
                  </a:xfrm>
                </p:grpSpPr>
                <p:sp>
                  <p:nvSpPr>
                    <p:cNvPr id="77" name="Elipse 76">
                      <a:extLst>
                        <a:ext uri="{FF2B5EF4-FFF2-40B4-BE49-F238E27FC236}">
                          <a16:creationId xmlns:a16="http://schemas.microsoft.com/office/drawing/2014/main" id="{33EE02B0-BA23-356D-41F8-107D32E33D86}"/>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Elipse 77">
                      <a:extLst>
                        <a:ext uri="{FF2B5EF4-FFF2-40B4-BE49-F238E27FC236}">
                          <a16:creationId xmlns:a16="http://schemas.microsoft.com/office/drawing/2014/main" id="{772AE97F-0250-3EC9-5DF3-2006BCB37F5C}"/>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64" name="Agrupar 63">
                  <a:extLst>
                    <a:ext uri="{FF2B5EF4-FFF2-40B4-BE49-F238E27FC236}">
                      <a16:creationId xmlns:a16="http://schemas.microsoft.com/office/drawing/2014/main" id="{EBC53ECE-D9D2-4204-F676-1D740015A584}"/>
                    </a:ext>
                  </a:extLst>
                </p:cNvPr>
                <p:cNvGrpSpPr/>
                <p:nvPr/>
              </p:nvGrpSpPr>
              <p:grpSpPr>
                <a:xfrm flipV="1">
                  <a:off x="7282380" y="3670483"/>
                  <a:ext cx="1082036" cy="406737"/>
                  <a:chOff x="7314468" y="2790303"/>
                  <a:chExt cx="1082036" cy="406737"/>
                </a:xfrm>
              </p:grpSpPr>
              <p:grpSp>
                <p:nvGrpSpPr>
                  <p:cNvPr id="65" name="Agrupar 64">
                    <a:extLst>
                      <a:ext uri="{FF2B5EF4-FFF2-40B4-BE49-F238E27FC236}">
                        <a16:creationId xmlns:a16="http://schemas.microsoft.com/office/drawing/2014/main" id="{E8B8AEE6-23A8-79CC-232F-B30A93A38D9D}"/>
                      </a:ext>
                    </a:extLst>
                  </p:cNvPr>
                  <p:cNvGrpSpPr/>
                  <p:nvPr/>
                </p:nvGrpSpPr>
                <p:grpSpPr>
                  <a:xfrm>
                    <a:off x="7314468" y="3014160"/>
                    <a:ext cx="182880" cy="182880"/>
                    <a:chOff x="5748675" y="3047308"/>
                    <a:chExt cx="182880" cy="182880"/>
                  </a:xfrm>
                </p:grpSpPr>
                <p:sp>
                  <p:nvSpPr>
                    <p:cNvPr id="72" name="Elipse 71">
                      <a:extLst>
                        <a:ext uri="{FF2B5EF4-FFF2-40B4-BE49-F238E27FC236}">
                          <a16:creationId xmlns:a16="http://schemas.microsoft.com/office/drawing/2014/main" id="{ABB9605C-A33D-49DD-8981-FBD6BB7F5D35}"/>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Elipse 72">
                      <a:extLst>
                        <a:ext uri="{FF2B5EF4-FFF2-40B4-BE49-F238E27FC236}">
                          <a16:creationId xmlns:a16="http://schemas.microsoft.com/office/drawing/2014/main" id="{52C07B5F-FB51-234E-4C1F-0CC698EB2ED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6" name="Agrupar 65">
                    <a:extLst>
                      <a:ext uri="{FF2B5EF4-FFF2-40B4-BE49-F238E27FC236}">
                        <a16:creationId xmlns:a16="http://schemas.microsoft.com/office/drawing/2014/main" id="{0A1D1C32-B085-D113-FACC-BFF3F40101D9}"/>
                      </a:ext>
                    </a:extLst>
                  </p:cNvPr>
                  <p:cNvGrpSpPr/>
                  <p:nvPr/>
                </p:nvGrpSpPr>
                <p:grpSpPr>
                  <a:xfrm>
                    <a:off x="7780179" y="2858883"/>
                    <a:ext cx="182880" cy="182880"/>
                    <a:chOff x="5748675" y="3047308"/>
                    <a:chExt cx="182880" cy="182880"/>
                  </a:xfrm>
                </p:grpSpPr>
                <p:sp>
                  <p:nvSpPr>
                    <p:cNvPr id="70" name="Elipse 69">
                      <a:extLst>
                        <a:ext uri="{FF2B5EF4-FFF2-40B4-BE49-F238E27FC236}">
                          <a16:creationId xmlns:a16="http://schemas.microsoft.com/office/drawing/2014/main" id="{D49DDF87-1A70-9DD1-E830-44F1724DB5F2}"/>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Elipse 70">
                      <a:extLst>
                        <a:ext uri="{FF2B5EF4-FFF2-40B4-BE49-F238E27FC236}">
                          <a16:creationId xmlns:a16="http://schemas.microsoft.com/office/drawing/2014/main" id="{7ADCBB2F-48A4-BC95-E387-BC674585F36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7" name="Agrupar 66">
                    <a:extLst>
                      <a:ext uri="{FF2B5EF4-FFF2-40B4-BE49-F238E27FC236}">
                        <a16:creationId xmlns:a16="http://schemas.microsoft.com/office/drawing/2014/main" id="{32AE42AD-E017-1AAC-B014-F1E1C88B619F}"/>
                      </a:ext>
                    </a:extLst>
                  </p:cNvPr>
                  <p:cNvGrpSpPr/>
                  <p:nvPr/>
                </p:nvGrpSpPr>
                <p:grpSpPr>
                  <a:xfrm>
                    <a:off x="8213624" y="2790303"/>
                    <a:ext cx="182880" cy="182880"/>
                    <a:chOff x="5748675" y="3047308"/>
                    <a:chExt cx="182880" cy="182880"/>
                  </a:xfrm>
                </p:grpSpPr>
                <p:sp>
                  <p:nvSpPr>
                    <p:cNvPr id="68" name="Elipse 67">
                      <a:extLst>
                        <a:ext uri="{FF2B5EF4-FFF2-40B4-BE49-F238E27FC236}">
                          <a16:creationId xmlns:a16="http://schemas.microsoft.com/office/drawing/2014/main" id="{46C9E4ED-BEC7-B240-42E9-83EC377DAFA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Elipse 68">
                      <a:extLst>
                        <a:ext uri="{FF2B5EF4-FFF2-40B4-BE49-F238E27FC236}">
                          <a16:creationId xmlns:a16="http://schemas.microsoft.com/office/drawing/2014/main" id="{4843AE11-D9FA-9752-01FB-CA1FE061A3C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nvGrpSpPr>
              <p:cNvPr id="34" name="Agrupar 33">
                <a:extLst>
                  <a:ext uri="{FF2B5EF4-FFF2-40B4-BE49-F238E27FC236}">
                    <a16:creationId xmlns:a16="http://schemas.microsoft.com/office/drawing/2014/main" id="{7D660E8D-787D-A022-9F06-967B1DFF2571}"/>
                  </a:ext>
                </a:extLst>
              </p:cNvPr>
              <p:cNvGrpSpPr/>
              <p:nvPr/>
            </p:nvGrpSpPr>
            <p:grpSpPr>
              <a:xfrm>
                <a:off x="10232851" y="3345433"/>
                <a:ext cx="182880" cy="182880"/>
                <a:chOff x="5748675" y="3047308"/>
                <a:chExt cx="182880" cy="182880"/>
              </a:xfrm>
            </p:grpSpPr>
            <p:sp>
              <p:nvSpPr>
                <p:cNvPr id="61" name="Elipse 60">
                  <a:extLst>
                    <a:ext uri="{FF2B5EF4-FFF2-40B4-BE49-F238E27FC236}">
                      <a16:creationId xmlns:a16="http://schemas.microsoft.com/office/drawing/2014/main" id="{7D17BA35-5BC6-31C5-6679-105AF695AAC7}"/>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83276700-E4F6-999D-BDCF-30CC12A7D502}"/>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5" name="Agrupar 34">
                <a:extLst>
                  <a:ext uri="{FF2B5EF4-FFF2-40B4-BE49-F238E27FC236}">
                    <a16:creationId xmlns:a16="http://schemas.microsoft.com/office/drawing/2014/main" id="{B250C30A-6CE2-1012-5635-92F7879C2CF1}"/>
                  </a:ext>
                </a:extLst>
              </p:cNvPr>
              <p:cNvGrpSpPr/>
              <p:nvPr/>
            </p:nvGrpSpPr>
            <p:grpSpPr>
              <a:xfrm>
                <a:off x="8633460" y="3917200"/>
                <a:ext cx="182880" cy="182880"/>
                <a:chOff x="5748675" y="3047308"/>
                <a:chExt cx="182880" cy="182880"/>
              </a:xfrm>
            </p:grpSpPr>
            <p:sp>
              <p:nvSpPr>
                <p:cNvPr id="59" name="Elipse 58">
                  <a:extLst>
                    <a:ext uri="{FF2B5EF4-FFF2-40B4-BE49-F238E27FC236}">
                      <a16:creationId xmlns:a16="http://schemas.microsoft.com/office/drawing/2014/main" id="{5615AAEC-BE13-E7CE-BAFC-819F3C78D390}"/>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Elipse 59">
                  <a:extLst>
                    <a:ext uri="{FF2B5EF4-FFF2-40B4-BE49-F238E27FC236}">
                      <a16:creationId xmlns:a16="http://schemas.microsoft.com/office/drawing/2014/main" id="{8AC7919E-B3FC-0160-44F7-C379A2FFE7A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6" name="Agrupar 35">
                <a:extLst>
                  <a:ext uri="{FF2B5EF4-FFF2-40B4-BE49-F238E27FC236}">
                    <a16:creationId xmlns:a16="http://schemas.microsoft.com/office/drawing/2014/main" id="{38B9229B-2BCB-DF21-7E6F-132FE24AE70E}"/>
                  </a:ext>
                </a:extLst>
              </p:cNvPr>
              <p:cNvGrpSpPr/>
              <p:nvPr/>
            </p:nvGrpSpPr>
            <p:grpSpPr>
              <a:xfrm flipH="1">
                <a:off x="9032060" y="2793414"/>
                <a:ext cx="1090122" cy="1286917"/>
                <a:chOff x="7282380" y="2790303"/>
                <a:chExt cx="1090122" cy="1286917"/>
              </a:xfrm>
            </p:grpSpPr>
            <p:grpSp>
              <p:nvGrpSpPr>
                <p:cNvPr id="37" name="Agrupar 36">
                  <a:extLst>
                    <a:ext uri="{FF2B5EF4-FFF2-40B4-BE49-F238E27FC236}">
                      <a16:creationId xmlns:a16="http://schemas.microsoft.com/office/drawing/2014/main" id="{71B021F0-3D3A-6095-F6CD-9FBA64242535}"/>
                    </a:ext>
                  </a:extLst>
                </p:cNvPr>
                <p:cNvGrpSpPr/>
                <p:nvPr/>
              </p:nvGrpSpPr>
              <p:grpSpPr>
                <a:xfrm>
                  <a:off x="7290466" y="2790303"/>
                  <a:ext cx="1082036" cy="406737"/>
                  <a:chOff x="7314468" y="2790303"/>
                  <a:chExt cx="1082036" cy="406737"/>
                </a:xfrm>
              </p:grpSpPr>
              <p:grpSp>
                <p:nvGrpSpPr>
                  <p:cNvPr id="49" name="Agrupar 48">
                    <a:extLst>
                      <a:ext uri="{FF2B5EF4-FFF2-40B4-BE49-F238E27FC236}">
                        <a16:creationId xmlns:a16="http://schemas.microsoft.com/office/drawing/2014/main" id="{451FE359-130F-81AA-C329-76C80F6A4AD3}"/>
                      </a:ext>
                    </a:extLst>
                  </p:cNvPr>
                  <p:cNvGrpSpPr/>
                  <p:nvPr/>
                </p:nvGrpSpPr>
                <p:grpSpPr>
                  <a:xfrm>
                    <a:off x="7314468" y="3014160"/>
                    <a:ext cx="182880" cy="182880"/>
                    <a:chOff x="5748675" y="3047308"/>
                    <a:chExt cx="182880" cy="182880"/>
                  </a:xfrm>
                </p:grpSpPr>
                <p:sp>
                  <p:nvSpPr>
                    <p:cNvPr id="57" name="Elipse 56">
                      <a:extLst>
                        <a:ext uri="{FF2B5EF4-FFF2-40B4-BE49-F238E27FC236}">
                          <a16:creationId xmlns:a16="http://schemas.microsoft.com/office/drawing/2014/main" id="{CDD7FCB6-5F78-A9B4-FC2E-E6B0BDA903A3}"/>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Elipse 57">
                      <a:extLst>
                        <a:ext uri="{FF2B5EF4-FFF2-40B4-BE49-F238E27FC236}">
                          <a16:creationId xmlns:a16="http://schemas.microsoft.com/office/drawing/2014/main" id="{4AB1EF8C-FE4A-39C7-0435-9A222CAE4E7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0" name="Agrupar 49">
                    <a:extLst>
                      <a:ext uri="{FF2B5EF4-FFF2-40B4-BE49-F238E27FC236}">
                        <a16:creationId xmlns:a16="http://schemas.microsoft.com/office/drawing/2014/main" id="{C5831D2D-B59F-AC92-2BD4-F4D435711B40}"/>
                      </a:ext>
                    </a:extLst>
                  </p:cNvPr>
                  <p:cNvGrpSpPr/>
                  <p:nvPr/>
                </p:nvGrpSpPr>
                <p:grpSpPr>
                  <a:xfrm>
                    <a:off x="7780179" y="2858883"/>
                    <a:ext cx="182880" cy="182880"/>
                    <a:chOff x="5748675" y="3047308"/>
                    <a:chExt cx="182880" cy="182880"/>
                  </a:xfrm>
                </p:grpSpPr>
                <p:sp>
                  <p:nvSpPr>
                    <p:cNvPr id="55" name="Elipse 54">
                      <a:extLst>
                        <a:ext uri="{FF2B5EF4-FFF2-40B4-BE49-F238E27FC236}">
                          <a16:creationId xmlns:a16="http://schemas.microsoft.com/office/drawing/2014/main" id="{AF4C0FDB-1C12-71C9-5200-D40FD3AE6DAF}"/>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23C80113-F807-A839-2E24-FADE3B0CED1B}"/>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2" name="Agrupar 51">
                    <a:extLst>
                      <a:ext uri="{FF2B5EF4-FFF2-40B4-BE49-F238E27FC236}">
                        <a16:creationId xmlns:a16="http://schemas.microsoft.com/office/drawing/2014/main" id="{C391C2C3-7034-5A05-3393-B5EE941C856D}"/>
                      </a:ext>
                    </a:extLst>
                  </p:cNvPr>
                  <p:cNvGrpSpPr/>
                  <p:nvPr/>
                </p:nvGrpSpPr>
                <p:grpSpPr>
                  <a:xfrm>
                    <a:off x="8213624" y="2790303"/>
                    <a:ext cx="182880" cy="182880"/>
                    <a:chOff x="5748675" y="3047308"/>
                    <a:chExt cx="182880" cy="182880"/>
                  </a:xfrm>
                </p:grpSpPr>
                <p:sp>
                  <p:nvSpPr>
                    <p:cNvPr id="53" name="Elipse 52">
                      <a:extLst>
                        <a:ext uri="{FF2B5EF4-FFF2-40B4-BE49-F238E27FC236}">
                          <a16:creationId xmlns:a16="http://schemas.microsoft.com/office/drawing/2014/main" id="{928DCBBC-8B34-7DF2-3AFE-0762DF92FB4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Elipse 53">
                      <a:extLst>
                        <a:ext uri="{FF2B5EF4-FFF2-40B4-BE49-F238E27FC236}">
                          <a16:creationId xmlns:a16="http://schemas.microsoft.com/office/drawing/2014/main" id="{B74A0118-4CDC-520B-026A-25330566F5F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38" name="Agrupar 37">
                  <a:extLst>
                    <a:ext uri="{FF2B5EF4-FFF2-40B4-BE49-F238E27FC236}">
                      <a16:creationId xmlns:a16="http://schemas.microsoft.com/office/drawing/2014/main" id="{293045BA-99E7-D671-3F8E-E14BB47FA8AA}"/>
                    </a:ext>
                  </a:extLst>
                </p:cNvPr>
                <p:cNvGrpSpPr/>
                <p:nvPr/>
              </p:nvGrpSpPr>
              <p:grpSpPr>
                <a:xfrm flipV="1">
                  <a:off x="7282380" y="3670483"/>
                  <a:ext cx="1082036" cy="406737"/>
                  <a:chOff x="7314468" y="2790303"/>
                  <a:chExt cx="1082036" cy="406737"/>
                </a:xfrm>
              </p:grpSpPr>
              <p:grpSp>
                <p:nvGrpSpPr>
                  <p:cNvPr id="39" name="Agrupar 38">
                    <a:extLst>
                      <a:ext uri="{FF2B5EF4-FFF2-40B4-BE49-F238E27FC236}">
                        <a16:creationId xmlns:a16="http://schemas.microsoft.com/office/drawing/2014/main" id="{EF5E9994-4109-95EA-F3B9-E6DF3FEE96BA}"/>
                      </a:ext>
                    </a:extLst>
                  </p:cNvPr>
                  <p:cNvGrpSpPr/>
                  <p:nvPr/>
                </p:nvGrpSpPr>
                <p:grpSpPr>
                  <a:xfrm>
                    <a:off x="7314468" y="3014160"/>
                    <a:ext cx="182880" cy="182880"/>
                    <a:chOff x="5748675" y="3047308"/>
                    <a:chExt cx="182880" cy="182880"/>
                  </a:xfrm>
                </p:grpSpPr>
                <p:sp>
                  <p:nvSpPr>
                    <p:cNvPr id="47" name="Elipse 46">
                      <a:extLst>
                        <a:ext uri="{FF2B5EF4-FFF2-40B4-BE49-F238E27FC236}">
                          <a16:creationId xmlns:a16="http://schemas.microsoft.com/office/drawing/2014/main" id="{C62FDDFF-C701-E04F-FFFD-3FF4C1A4080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B8D5300A-F935-9502-6A83-1BCA20036A5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1" name="Agrupar 40">
                    <a:extLst>
                      <a:ext uri="{FF2B5EF4-FFF2-40B4-BE49-F238E27FC236}">
                        <a16:creationId xmlns:a16="http://schemas.microsoft.com/office/drawing/2014/main" id="{360B3166-D5C9-720C-8445-72519847650E}"/>
                      </a:ext>
                    </a:extLst>
                  </p:cNvPr>
                  <p:cNvGrpSpPr/>
                  <p:nvPr/>
                </p:nvGrpSpPr>
                <p:grpSpPr>
                  <a:xfrm>
                    <a:off x="7780179" y="2858883"/>
                    <a:ext cx="182880" cy="182880"/>
                    <a:chOff x="5748675" y="3047308"/>
                    <a:chExt cx="182880" cy="182880"/>
                  </a:xfrm>
                </p:grpSpPr>
                <p:sp>
                  <p:nvSpPr>
                    <p:cNvPr id="45" name="Elipse 44">
                      <a:extLst>
                        <a:ext uri="{FF2B5EF4-FFF2-40B4-BE49-F238E27FC236}">
                          <a16:creationId xmlns:a16="http://schemas.microsoft.com/office/drawing/2014/main" id="{6F5665FA-86DB-F885-66BB-3C32C3670AD1}"/>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Elipse 45">
                      <a:extLst>
                        <a:ext uri="{FF2B5EF4-FFF2-40B4-BE49-F238E27FC236}">
                          <a16:creationId xmlns:a16="http://schemas.microsoft.com/office/drawing/2014/main" id="{CF7C7C56-BEA9-5467-8B46-02F39C810BF9}"/>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2" name="Agrupar 41">
                    <a:extLst>
                      <a:ext uri="{FF2B5EF4-FFF2-40B4-BE49-F238E27FC236}">
                        <a16:creationId xmlns:a16="http://schemas.microsoft.com/office/drawing/2014/main" id="{B913DE2A-DCE7-BDB8-3D45-8A84A8C4F108}"/>
                      </a:ext>
                    </a:extLst>
                  </p:cNvPr>
                  <p:cNvGrpSpPr/>
                  <p:nvPr/>
                </p:nvGrpSpPr>
                <p:grpSpPr>
                  <a:xfrm>
                    <a:off x="8213624" y="2790303"/>
                    <a:ext cx="182880" cy="182880"/>
                    <a:chOff x="5748675" y="3047308"/>
                    <a:chExt cx="182880" cy="182880"/>
                  </a:xfrm>
                </p:grpSpPr>
                <p:sp>
                  <p:nvSpPr>
                    <p:cNvPr id="43" name="Elipse 42">
                      <a:extLst>
                        <a:ext uri="{FF2B5EF4-FFF2-40B4-BE49-F238E27FC236}">
                          <a16:creationId xmlns:a16="http://schemas.microsoft.com/office/drawing/2014/main" id="{FF27E0E9-B02B-46FD-0695-A204C59D6BF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Elipse 43">
                      <a:extLst>
                        <a:ext uri="{FF2B5EF4-FFF2-40B4-BE49-F238E27FC236}">
                          <a16:creationId xmlns:a16="http://schemas.microsoft.com/office/drawing/2014/main" id="{1DAE727E-37DF-0F20-A7AC-41B329D9DA1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grpSp>
          <p:nvGrpSpPr>
            <p:cNvPr id="103" name="Agrupar 102">
              <a:extLst>
                <a:ext uri="{FF2B5EF4-FFF2-40B4-BE49-F238E27FC236}">
                  <a16:creationId xmlns:a16="http://schemas.microsoft.com/office/drawing/2014/main" id="{AC79F4C6-C64A-338A-BF48-D17BF1BF30A6}"/>
                </a:ext>
              </a:extLst>
            </p:cNvPr>
            <p:cNvGrpSpPr/>
            <p:nvPr/>
          </p:nvGrpSpPr>
          <p:grpSpPr>
            <a:xfrm>
              <a:off x="3739716" y="3982675"/>
              <a:ext cx="564994" cy="527518"/>
              <a:chOff x="3739716" y="3982675"/>
              <a:chExt cx="564994" cy="527518"/>
            </a:xfrm>
          </p:grpSpPr>
          <p:cxnSp>
            <p:nvCxnSpPr>
              <p:cNvPr id="101" name="Conector de Seta Reta 100">
                <a:extLst>
                  <a:ext uri="{FF2B5EF4-FFF2-40B4-BE49-F238E27FC236}">
                    <a16:creationId xmlns:a16="http://schemas.microsoft.com/office/drawing/2014/main" id="{438994C0-771D-227C-7B7C-4E74F68BE0E8}"/>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2" name="CaixaDeTexto 101">
                    <a:extLst>
                      <a:ext uri="{FF2B5EF4-FFF2-40B4-BE49-F238E27FC236}">
                        <a16:creationId xmlns:a16="http://schemas.microsoft.com/office/drawing/2014/main" id="{4F73448F-DC6C-EA51-A05A-9F84B61ECE86}"/>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102" name="CaixaDeTexto 101">
                    <a:extLst>
                      <a:ext uri="{FF2B5EF4-FFF2-40B4-BE49-F238E27FC236}">
                        <a16:creationId xmlns:a16="http://schemas.microsoft.com/office/drawing/2014/main" id="{4F73448F-DC6C-EA51-A05A-9F84B61ECE86}"/>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p:grpSp>
      <mc:AlternateContent xmlns:mc="http://schemas.openxmlformats.org/markup-compatibility/2006" xmlns:a14="http://schemas.microsoft.com/office/drawing/2010/main">
        <mc:Choice Requires="a14">
          <p:sp>
            <p:nvSpPr>
              <p:cNvPr id="104" name="CaixaDeTexto 103">
                <a:extLst>
                  <a:ext uri="{FF2B5EF4-FFF2-40B4-BE49-F238E27FC236}">
                    <a16:creationId xmlns:a16="http://schemas.microsoft.com/office/drawing/2014/main" id="{5C5F1F1C-BA94-455E-0D96-05FDC23259A7}"/>
                  </a:ext>
                </a:extLst>
              </p:cNvPr>
              <p:cNvSpPr txBox="1"/>
              <p:nvPr/>
            </p:nvSpPr>
            <p:spPr>
              <a:xfrm>
                <a:off x="6086636" y="2434779"/>
                <a:ext cx="5221290"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 −</m:t>
                      </m:r>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b="0" i="1" smtClean="0">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xmlns="">
          <p:sp>
            <p:nvSpPr>
              <p:cNvPr id="104" name="CaixaDeTexto 103">
                <a:extLst>
                  <a:ext uri="{FF2B5EF4-FFF2-40B4-BE49-F238E27FC236}">
                    <a16:creationId xmlns:a16="http://schemas.microsoft.com/office/drawing/2014/main" id="{5C5F1F1C-BA94-455E-0D96-05FDC23259A7}"/>
                  </a:ext>
                </a:extLst>
              </p:cNvPr>
              <p:cNvSpPr txBox="1">
                <a:spLocks noRot="1" noChangeAspect="1" noMove="1" noResize="1" noEditPoints="1" noAdjustHandles="1" noChangeArrowheads="1" noChangeShapeType="1" noTextEdit="1"/>
              </p:cNvSpPr>
              <p:nvPr/>
            </p:nvSpPr>
            <p:spPr>
              <a:xfrm>
                <a:off x="6086636" y="2434779"/>
                <a:ext cx="5221290" cy="598177"/>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A8EFCB7C-B87A-5FE0-0BCF-E9C24C50A79B}"/>
                  </a:ext>
                </a:extLst>
              </p:cNvPr>
              <p:cNvSpPr txBox="1"/>
              <p:nvPr/>
            </p:nvSpPr>
            <p:spPr>
              <a:xfrm>
                <a:off x="6096000" y="3142709"/>
                <a:ext cx="5221288" cy="584775"/>
              </a:xfrm>
              <a:prstGeom prst="rect">
                <a:avLst/>
              </a:prstGeom>
              <a:noFill/>
            </p:spPr>
            <p:txBody>
              <a:bodyPr wrap="square">
                <a:spAutoFit/>
              </a:bodyPr>
              <a:lstStyle/>
              <a:p>
                <a:r>
                  <a:rPr lang="pt-BR" sz="1600"/>
                  <a:t>By means of the differential surface admittance operator, </a:t>
                </a:r>
                <a14:m>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oMath>
                </a14:m>
                <a:r>
                  <a:rPr lang="pt-BR" sz="1600"/>
                  <a:t>: </a:t>
                </a:r>
              </a:p>
            </p:txBody>
          </p:sp>
        </mc:Choice>
        <mc:Fallback xmlns="">
          <p:sp>
            <p:nvSpPr>
              <p:cNvPr id="106" name="CaixaDeTexto 105">
                <a:extLst>
                  <a:ext uri="{FF2B5EF4-FFF2-40B4-BE49-F238E27FC236}">
                    <a16:creationId xmlns:a16="http://schemas.microsoft.com/office/drawing/2014/main" id="{A8EFCB7C-B87A-5FE0-0BCF-E9C24C50A79B}"/>
                  </a:ext>
                </a:extLst>
              </p:cNvPr>
              <p:cNvSpPr txBox="1">
                <a:spLocks noRot="1" noChangeAspect="1" noMove="1" noResize="1" noEditPoints="1" noAdjustHandles="1" noChangeArrowheads="1" noChangeShapeType="1" noTextEdit="1"/>
              </p:cNvSpPr>
              <p:nvPr/>
            </p:nvSpPr>
            <p:spPr>
              <a:xfrm>
                <a:off x="6096000" y="3142709"/>
                <a:ext cx="5221288" cy="584775"/>
              </a:xfrm>
              <a:prstGeom prst="rect">
                <a:avLst/>
              </a:prstGeom>
              <a:blipFill>
                <a:blip r:embed="rId14"/>
                <a:stretch>
                  <a:fillRect l="-583" t="-3158"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13F9C8CD-445A-6FC1-D186-6C08122544F0}"/>
                  </a:ext>
                </a:extLst>
              </p:cNvPr>
              <p:cNvSpPr txBox="1"/>
              <p:nvPr/>
            </p:nvSpPr>
            <p:spPr>
              <a:xfrm>
                <a:off x="767408" y="5903779"/>
                <a:ext cx="4572508" cy="5409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e>
                          </m:d>
                        </m:e>
                        <m:sub>
                          <m:r>
                            <a:rPr lang="pt-BR" i="1">
                              <a:latin typeface="Cambria Math" panose="02040503050406030204" pitchFamily="18" charset="0"/>
                              <a:cs typeface="Arial" panose="020B0604020202020204" pitchFamily="34" charset="0"/>
                            </a:rPr>
                            <m:t>𝑐</m:t>
                          </m:r>
                        </m:sub>
                      </m:sSub>
                      <m:r>
                        <a:rPr lang="pt-BR" b="1" i="1" smtClean="0">
                          <a:latin typeface="Cambria Math" panose="02040503050406030204" pitchFamily="18" charset="0"/>
                          <a:cs typeface="Arial" panose="020B0604020202020204" pitchFamily="34" charset="0"/>
                        </a:rPr>
                        <m:t>×</m:t>
                      </m:r>
                      <m:sSub>
                        <m:sSubPr>
                          <m:ctrlPr>
                            <a:rPr lang="pt-BR" b="1" i="1" smtClean="0">
                              <a:latin typeface="Cambria Math" panose="02040503050406030204" pitchFamily="18" charset="0"/>
                              <a:cs typeface="Arial" panose="020B0604020202020204" pitchFamily="34" charset="0"/>
                            </a:rPr>
                          </m:ctrlPr>
                        </m:sSubPr>
                        <m:e>
                          <m:r>
                            <a:rPr lang="pt-BR" b="1" i="1" smtClean="0">
                              <a:latin typeface="Cambria Math" panose="02040503050406030204" pitchFamily="18" charset="0"/>
                              <a:cs typeface="Arial" panose="020B0604020202020204" pitchFamily="34" charset="0"/>
                            </a:rPr>
                            <m:t>𝒂</m:t>
                          </m:r>
                        </m:e>
                        <m:sub>
                          <m:r>
                            <a:rPr lang="pt-BR" b="1" i="1" smtClean="0">
                              <a:latin typeface="Cambria Math" panose="02040503050406030204" pitchFamily="18" charset="0"/>
                              <a:cs typeface="Arial" panose="020B0604020202020204" pitchFamily="34" charset="0"/>
                            </a:rPr>
                            <m:t>𝒏</m:t>
                          </m:r>
                        </m:sub>
                      </m:sSub>
                      <m:r>
                        <a:rPr lang="pt-BR" b="1" i="1" smtClean="0">
                          <a:latin typeface="Cambria Math" panose="02040503050406030204" pitchFamily="18" charset="0"/>
                          <a:cs typeface="Arial" panose="020B0604020202020204" pitchFamily="34" charset="0"/>
                        </a:rPr>
                        <m:t>=</m:t>
                      </m:r>
                      <m:r>
                        <a:rPr lang="pt-BR" b="1" i="1" smtClean="0">
                          <a:latin typeface="Cambria Math" panose="02040503050406030204" pitchFamily="18" charset="0"/>
                          <a:cs typeface="Arial" panose="020B0604020202020204" pitchFamily="34" charset="0"/>
                        </a:rPr>
                        <m:t>𝟎</m:t>
                      </m:r>
                    </m:oMath>
                  </m:oMathPara>
                </a14:m>
                <a:endParaRPr lang="pt-BR">
                  <a:latin typeface="Arial" panose="020B0604020202020204" pitchFamily="34" charset="0"/>
                  <a:cs typeface="Arial" panose="020B0604020202020204" pitchFamily="34" charset="0"/>
                </a:endParaRPr>
              </a:p>
            </p:txBody>
          </p:sp>
        </mc:Choice>
        <mc:Fallback xmlns="">
          <p:sp>
            <p:nvSpPr>
              <p:cNvPr id="3" name="CaixaDeTexto 2">
                <a:extLst>
                  <a:ext uri="{FF2B5EF4-FFF2-40B4-BE49-F238E27FC236}">
                    <a16:creationId xmlns:a16="http://schemas.microsoft.com/office/drawing/2014/main" id="{13F9C8CD-445A-6FC1-D186-6C08122544F0}"/>
                  </a:ext>
                </a:extLst>
              </p:cNvPr>
              <p:cNvSpPr txBox="1">
                <a:spLocks noRot="1" noChangeAspect="1" noMove="1" noResize="1" noEditPoints="1" noAdjustHandles="1" noChangeArrowheads="1" noChangeShapeType="1" noTextEdit="1"/>
              </p:cNvSpPr>
              <p:nvPr/>
            </p:nvSpPr>
            <p:spPr>
              <a:xfrm>
                <a:off x="767408" y="5903779"/>
                <a:ext cx="4572508" cy="540917"/>
              </a:xfrm>
              <a:prstGeom prst="rect">
                <a:avLst/>
              </a:prstGeom>
              <a:blipFill>
                <a:blip r:embed="rId15"/>
                <a:stretch>
                  <a:fillRect t="-160674" b="-2280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0E64F467-1CBD-0D40-C04E-6A79E9334EF1}"/>
                  </a:ext>
                </a:extLst>
              </p:cNvPr>
              <p:cNvSpPr txBox="1"/>
              <p:nvPr/>
            </p:nvSpPr>
            <p:spPr>
              <a:xfrm>
                <a:off x="6095996" y="4639937"/>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i="1">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sub>
                      </m:sSub>
                      <m:r>
                        <a:rPr lang="pt-BR" sz="1600" i="1">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i="1">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0E64F467-1CBD-0D40-C04E-6A79E9334EF1}"/>
                  </a:ext>
                </a:extLst>
              </p:cNvPr>
              <p:cNvSpPr txBox="1">
                <a:spLocks noRot="1" noChangeAspect="1" noMove="1" noResize="1" noEditPoints="1" noAdjustHandles="1" noChangeArrowheads="1" noChangeShapeType="1" noTextEdit="1"/>
              </p:cNvSpPr>
              <p:nvPr/>
            </p:nvSpPr>
            <p:spPr>
              <a:xfrm>
                <a:off x="6095996" y="4639937"/>
                <a:ext cx="5148263" cy="598177"/>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31B653A-4652-1F60-E725-0540162C2190}"/>
                  </a:ext>
                </a:extLst>
              </p:cNvPr>
              <p:cNvSpPr txBox="1"/>
              <p:nvPr/>
            </p:nvSpPr>
            <p:spPr>
              <a:xfrm>
                <a:off x="7933360" y="4021455"/>
                <a:ext cx="1475008"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 </m:t>
                      </m:r>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pt-BR" sz="1600">
                  <a:latin typeface="Arial" panose="020B0604020202020204" pitchFamily="34" charset="0"/>
                  <a:cs typeface="Arial" panose="020B0604020202020204" pitchFamily="34" charset="0"/>
                </a:endParaRPr>
              </a:p>
            </p:txBody>
          </p:sp>
        </mc:Choice>
        <mc:Fallback xmlns="">
          <p:sp>
            <p:nvSpPr>
              <p:cNvPr id="107" name="CaixaDeTexto 106">
                <a:extLst>
                  <a:ext uri="{FF2B5EF4-FFF2-40B4-BE49-F238E27FC236}">
                    <a16:creationId xmlns:a16="http://schemas.microsoft.com/office/drawing/2014/main" id="{D31B653A-4652-1F60-E725-0540162C2190}"/>
                  </a:ext>
                </a:extLst>
              </p:cNvPr>
              <p:cNvSpPr txBox="1">
                <a:spLocks noRot="1" noChangeAspect="1" noMove="1" noResize="1" noEditPoints="1" noAdjustHandles="1" noChangeArrowheads="1" noChangeShapeType="1" noTextEdit="1"/>
              </p:cNvSpPr>
              <p:nvPr/>
            </p:nvSpPr>
            <p:spPr>
              <a:xfrm>
                <a:off x="7933360" y="4021455"/>
                <a:ext cx="1475008" cy="338554"/>
              </a:xfrm>
              <a:prstGeom prst="rect">
                <a:avLst/>
              </a:prstGeom>
              <a:blipFill>
                <a:blip r:embed="rId17"/>
                <a:stretch>
                  <a:fillRect b="-10909"/>
                </a:stretch>
              </a:blipFill>
            </p:spPr>
            <p:txBody>
              <a:bodyPr/>
              <a:lstStyle/>
              <a:p>
                <a:r>
                  <a:rPr lang="pt-BR">
                    <a:noFill/>
                  </a:rPr>
                  <a:t> </a:t>
                </a:r>
              </a:p>
            </p:txBody>
          </p:sp>
        </mc:Fallback>
      </mc:AlternateContent>
      <p:sp>
        <p:nvSpPr>
          <p:cNvPr id="7" name="Retângulo: Cantos Arredondados 6">
            <a:extLst>
              <a:ext uri="{FF2B5EF4-FFF2-40B4-BE49-F238E27FC236}">
                <a16:creationId xmlns:a16="http://schemas.microsoft.com/office/drawing/2014/main" id="{BFA81BDE-7ADF-C7A3-01F4-C3EFE2D337C7}"/>
              </a:ext>
            </a:extLst>
          </p:cNvPr>
          <p:cNvSpPr/>
          <p:nvPr/>
        </p:nvSpPr>
        <p:spPr>
          <a:xfrm>
            <a:off x="7933360" y="4018794"/>
            <a:ext cx="1475008"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D9C0E3F8-72FE-E9CE-67CD-95E09FB8EFB1}"/>
                  </a:ext>
                </a:extLst>
              </p:cNvPr>
              <p:cNvSpPr txBox="1"/>
              <p:nvPr/>
            </p:nvSpPr>
            <p:spPr>
              <a:xfrm>
                <a:off x="6096001" y="5445224"/>
                <a:ext cx="5221287" cy="830997"/>
              </a:xfrm>
              <a:prstGeom prst="rect">
                <a:avLst/>
              </a:prstGeom>
              <a:noFill/>
            </p:spPr>
            <p:txBody>
              <a:bodyPr wrap="square">
                <a:spAutoFit/>
              </a:bodyPr>
              <a:lstStyle/>
              <a:p>
                <a:r>
                  <a:rPr lang="pt-BR" sz="1600">
                    <a:ea typeface="Cambria Math" panose="02040503050406030204" pitchFamily="18" charset="0"/>
                    <a:cs typeface="Arial" panose="020B0604020202020204" pitchFamily="34" charset="0"/>
                  </a:rPr>
                  <a:t>The </a:t>
                </a:r>
                <a:r>
                  <a:rPr lang="pt-BR" sz="1600" i="1">
                    <a:ea typeface="Cambria Math" panose="02040503050406030204" pitchFamily="18" charset="0"/>
                    <a:cs typeface="Arial" panose="020B0604020202020204" pitchFamily="34" charset="0"/>
                  </a:rPr>
                  <a:t>Dirichlet–Neumann </a:t>
                </a:r>
                <a:r>
                  <a:rPr lang="pt-BR" sz="1600">
                    <a:ea typeface="Cambria Math" panose="02040503050406030204" pitchFamily="18" charset="0"/>
                    <a:cs typeface="Arial" panose="020B0604020202020204" pitchFamily="34" charset="0"/>
                  </a:rPr>
                  <a:t>operators,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 </m:t>
                    </m:r>
                  </m:oMath>
                </a14:m>
                <a:r>
                  <a:rPr lang="pt-BR" sz="1600"/>
                  <a:t>and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oMath>
                </a14:m>
                <a:r>
                  <a:rPr lang="pt-BR" sz="1600"/>
                  <a:t>, </a:t>
                </a:r>
                <a:r>
                  <a:rPr lang="en-US" sz="1600"/>
                  <a:t>establish the boundary conditions on </a:t>
                </a:r>
                <a14:m>
                  <m:oMath xmlns:m="http://schemas.openxmlformats.org/officeDocument/2006/math">
                    <m:r>
                      <a:rPr lang="en-US" sz="1600" i="1" smtClean="0">
                        <a:latin typeface="Cambria Math" panose="02040503050406030204" pitchFamily="18" charset="0"/>
                      </a:rPr>
                      <m:t>𝑐</m:t>
                    </m:r>
                  </m:oMath>
                </a14:m>
                <a:r>
                  <a:rPr lang="en-US" sz="1600"/>
                  <a:t> in relation to the values of the normal derivatives of the fields [3].</a:t>
                </a:r>
                <a:endParaRPr lang="pt-BR" sz="1600"/>
              </a:p>
            </p:txBody>
          </p:sp>
        </mc:Choice>
        <mc:Fallback xmlns="">
          <p:sp>
            <p:nvSpPr>
              <p:cNvPr id="11" name="CaixaDeTexto 10">
                <a:extLst>
                  <a:ext uri="{FF2B5EF4-FFF2-40B4-BE49-F238E27FC236}">
                    <a16:creationId xmlns:a16="http://schemas.microsoft.com/office/drawing/2014/main" id="{D9C0E3F8-72FE-E9CE-67CD-95E09FB8EFB1}"/>
                  </a:ext>
                </a:extLst>
              </p:cNvPr>
              <p:cNvSpPr txBox="1">
                <a:spLocks noRot="1" noChangeAspect="1" noMove="1" noResize="1" noEditPoints="1" noAdjustHandles="1" noChangeArrowheads="1" noChangeShapeType="1" noTextEdit="1"/>
              </p:cNvSpPr>
              <p:nvPr/>
            </p:nvSpPr>
            <p:spPr>
              <a:xfrm>
                <a:off x="6096001" y="5445224"/>
                <a:ext cx="5221287" cy="830997"/>
              </a:xfrm>
              <a:prstGeom prst="rect">
                <a:avLst/>
              </a:prstGeom>
              <a:blipFill>
                <a:blip r:embed="rId18"/>
                <a:stretch>
                  <a:fillRect l="-583" t="-2190" b="-8029"/>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2772453D-1744-3A66-47A6-76D231FF301A}"/>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233890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7</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874712" y="3471774"/>
                <a:ext cx="4104407" cy="830997"/>
              </a:xfrm>
              <a:prstGeom prst="rect">
                <a:avLst/>
              </a:prstGeom>
              <a:noFill/>
            </p:spPr>
            <p:txBody>
              <a:bodyPr wrap="square">
                <a:spAutoFit/>
              </a:bodyPr>
              <a:lstStyle>
                <a:defPPr>
                  <a:defRPr lang="pt-BR"/>
                </a:defPPr>
                <a:lvl1pPr>
                  <a:defRPr sz="1600"/>
                </a:lvl1pPr>
              </a:lstStyle>
              <a:p>
                <a:r>
                  <a:rPr lang="pt-BR"/>
                  <a:t>Multiconductor transmission (MTL) line with </a:t>
                </a:r>
                <a14:m>
                  <m:oMath xmlns:m="http://schemas.openxmlformats.org/officeDocument/2006/math">
                    <m:sSub>
                      <m:sSubPr>
                        <m:ctrlPr>
                          <a:rPr lang="en-US"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1</m:t>
                        </m:r>
                      </m:sub>
                    </m:sSub>
                  </m:oMath>
                </a14:m>
                <a:r>
                  <a:rPr lang="pt-BR"/>
                  <a:t> parallel solid cylindrical conductors and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2</m:t>
                        </m:r>
                      </m:sub>
                    </m:sSub>
                  </m:oMath>
                </a14:m>
                <a:r>
                  <a:rPr lang="en-US"/>
                  <a:t> parallel hollow cylindrical conductors.</a:t>
                </a:r>
                <a:endParaRPr lang="pt-B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874712" y="3471774"/>
                <a:ext cx="4104407" cy="830997"/>
              </a:xfrm>
              <a:prstGeom prst="rect">
                <a:avLst/>
              </a:prstGeom>
              <a:blipFill>
                <a:blip r:embed="rId4"/>
                <a:stretch>
                  <a:fillRect l="-742"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484227"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Problem Statement</a:t>
            </a:r>
          </a:p>
        </p:txBody>
      </p:sp>
      <p:sp>
        <p:nvSpPr>
          <p:cNvPr id="14" name="Elipse 13">
            <a:extLst>
              <a:ext uri="{FF2B5EF4-FFF2-40B4-BE49-F238E27FC236}">
                <a16:creationId xmlns:a16="http://schemas.microsoft.com/office/drawing/2014/main" id="{94D5144B-E0E6-8D48-55E3-0B5A16C49B15}"/>
              </a:ext>
            </a:extLst>
          </p:cNvPr>
          <p:cNvSpPr/>
          <p:nvPr/>
        </p:nvSpPr>
        <p:spPr>
          <a:xfrm>
            <a:off x="966865" y="1396517"/>
            <a:ext cx="1737360" cy="1737360"/>
          </a:xfrm>
          <a:prstGeom prst="ellipse">
            <a:avLst/>
          </a:prstGeom>
          <a:solidFill>
            <a:schemeClr val="accent3">
              <a:lumMod val="20000"/>
              <a:lumOff val="80000"/>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1919389"/>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1919389"/>
                <a:ext cx="411715" cy="324384"/>
              </a:xfrm>
              <a:prstGeom prst="rect">
                <a:avLst/>
              </a:prstGeom>
              <a:blipFill>
                <a:blip r:embed="rId5"/>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21295" y="1650947"/>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1396517"/>
            <a:ext cx="1737360" cy="173736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1670837"/>
            <a:ext cx="1188720" cy="1188720"/>
          </a:xfrm>
          <a:prstGeom prst="ellipse">
            <a:avLst/>
          </a:prstGeom>
          <a:solidFill>
            <a:schemeClr val="bg1"/>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2655" y="1716346"/>
                <a:ext cx="401970"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𝑏</m:t>
                          </m:r>
                        </m:e>
                        <m:sub>
                          <m:r>
                            <a:rPr lang="pt-BR" sz="1400" b="0" i="1" smtClean="0">
                              <a:latin typeface="Cambria Math" panose="02040503050406030204" pitchFamily="18" charset="0"/>
                            </a:rPr>
                            <m:t>𝑞</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2655" y="1716346"/>
                <a:ext cx="401970" cy="324384"/>
              </a:xfrm>
              <a:prstGeom prst="rect">
                <a:avLst/>
              </a:prstGeom>
              <a:blipFill>
                <a:blip r:embed="rId6"/>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2008734"/>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7"/>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1088740"/>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1088740"/>
                <a:ext cx="630301" cy="307777"/>
              </a:xfrm>
              <a:prstGeom prst="rect">
                <a:avLst/>
              </a:prstGeom>
              <a:blipFill>
                <a:blip r:embed="rId8"/>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C4D3DDB-4C41-563B-455D-4982819E54E6}"/>
                  </a:ext>
                </a:extLst>
              </p:cNvPr>
              <p:cNvSpPr txBox="1"/>
              <p:nvPr/>
            </p:nvSpPr>
            <p:spPr>
              <a:xfrm>
                <a:off x="1329528" y="2675453"/>
                <a:ext cx="101203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𝑝</m:t>
                          </m:r>
                        </m:sub>
                      </m:sSub>
                    </m:oMath>
                  </m:oMathPara>
                </a14:m>
                <a:endParaRPr lang="pt-BR" sz="1400"/>
              </a:p>
            </p:txBody>
          </p:sp>
        </mc:Choice>
        <mc:Fallback xmlns="">
          <p:sp>
            <p:nvSpPr>
              <p:cNvPr id="27" name="CaixaDeTexto 26">
                <a:extLst>
                  <a:ext uri="{FF2B5EF4-FFF2-40B4-BE49-F238E27FC236}">
                    <a16:creationId xmlns:a16="http://schemas.microsoft.com/office/drawing/2014/main" id="{5C4D3DDB-4C41-563B-455D-4982819E54E6}"/>
                  </a:ext>
                </a:extLst>
              </p:cNvPr>
              <p:cNvSpPr txBox="1">
                <a:spLocks noRot="1" noChangeAspect="1" noMove="1" noResize="1" noEditPoints="1" noAdjustHandles="1" noChangeArrowheads="1" noChangeShapeType="1" noTextEdit="1"/>
              </p:cNvSpPr>
              <p:nvPr/>
            </p:nvSpPr>
            <p:spPr>
              <a:xfrm>
                <a:off x="1329528" y="2675453"/>
                <a:ext cx="1012034"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048128AB-AB96-9B6D-3935-8C2C875D1B8E}"/>
                  </a:ext>
                </a:extLst>
              </p:cNvPr>
              <p:cNvSpPr txBox="1"/>
              <p:nvPr/>
            </p:nvSpPr>
            <p:spPr>
              <a:xfrm>
                <a:off x="3848136" y="2804909"/>
                <a:ext cx="1023728"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𝑞</m:t>
                          </m:r>
                        </m:sub>
                      </m:sSub>
                    </m:oMath>
                  </m:oMathPara>
                </a14:m>
                <a:endParaRPr lang="pt-BR" sz="1400"/>
              </a:p>
            </p:txBody>
          </p:sp>
        </mc:Choice>
        <mc:Fallback xmlns="">
          <p:sp>
            <p:nvSpPr>
              <p:cNvPr id="28" name="CaixaDeTexto 27">
                <a:extLst>
                  <a:ext uri="{FF2B5EF4-FFF2-40B4-BE49-F238E27FC236}">
                    <a16:creationId xmlns:a16="http://schemas.microsoft.com/office/drawing/2014/main" id="{048128AB-AB96-9B6D-3935-8C2C875D1B8E}"/>
                  </a:ext>
                </a:extLst>
              </p:cNvPr>
              <p:cNvSpPr txBox="1">
                <a:spLocks noRot="1" noChangeAspect="1" noMove="1" noResize="1" noEditPoints="1" noAdjustHandles="1" noChangeArrowheads="1" noChangeShapeType="1" noTextEdit="1"/>
              </p:cNvSpPr>
              <p:nvPr/>
            </p:nvSpPr>
            <p:spPr>
              <a:xfrm>
                <a:off x="3848136" y="2804909"/>
                <a:ext cx="1023728" cy="324384"/>
              </a:xfrm>
              <a:prstGeom prst="rect">
                <a:avLst/>
              </a:prstGeom>
              <a:blipFill>
                <a:blip r:embed="rId10"/>
                <a:stretch>
                  <a:fillRect/>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1844921"/>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FE575891-7567-E326-A2A2-3838D9129D13}"/>
                  </a:ext>
                </a:extLst>
              </p:cNvPr>
              <p:cNvSpPr txBox="1"/>
              <p:nvPr/>
            </p:nvSpPr>
            <p:spPr>
              <a:xfrm>
                <a:off x="6102462" y="1412776"/>
                <a:ext cx="5214826" cy="584775"/>
              </a:xfrm>
              <a:prstGeom prst="rect">
                <a:avLst/>
              </a:prstGeom>
              <a:noFill/>
            </p:spPr>
            <p:txBody>
              <a:bodyPr wrap="square">
                <a:spAutoFit/>
              </a:bodyPr>
              <a:lstStyle>
                <a:defPPr>
                  <a:defRPr lang="pt-BR"/>
                </a:defPPr>
                <a:lvl1pPr>
                  <a:defRPr sz="1600"/>
                </a:lvl1pPr>
              </a:lstStyle>
              <a:p>
                <a:r>
                  <a:rPr lang="en-US"/>
                  <a:t>The impedance matrix, </a:t>
                </a:r>
                <a14:m>
                  <m:oMath xmlns:m="http://schemas.openxmlformats.org/officeDocument/2006/math">
                    <m:r>
                      <a:rPr lang="en-US">
                        <a:latin typeface="Cambria Math" panose="02040503050406030204" pitchFamily="18" charset="0"/>
                      </a:rPr>
                      <m:t>𝒁</m:t>
                    </m:r>
                  </m:oMath>
                </a14:m>
                <a:r>
                  <a:rPr lang="en-US"/>
                  <a:t>, of </a:t>
                </a:r>
                <a14:m>
                  <m:oMath xmlns:m="http://schemas.openxmlformats.org/officeDocument/2006/math">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𝑐</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1</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2</m:t>
                        </m:r>
                      </m:sub>
                    </m:sSub>
                  </m:oMath>
                </a14:m>
                <a:r>
                  <a:rPr lang="en-US"/>
                  <a:t> parallel conductors satisfies the Telegrapher’s equation [5]:</a:t>
                </a:r>
                <a:endParaRPr lang="pt-BR"/>
              </a:p>
            </p:txBody>
          </p:sp>
        </mc:Choice>
        <mc:Fallback xmlns="">
          <p:sp>
            <p:nvSpPr>
              <p:cNvPr id="15" name="CaixaDeTexto 14">
                <a:extLst>
                  <a:ext uri="{FF2B5EF4-FFF2-40B4-BE49-F238E27FC236}">
                    <a16:creationId xmlns:a16="http://schemas.microsoft.com/office/drawing/2014/main" id="{FE575891-7567-E326-A2A2-3838D9129D13}"/>
                  </a:ext>
                </a:extLst>
              </p:cNvPr>
              <p:cNvSpPr txBox="1">
                <a:spLocks noRot="1" noChangeAspect="1" noMove="1" noResize="1" noEditPoints="1" noAdjustHandles="1" noChangeArrowheads="1" noChangeShapeType="1" noTextEdit="1"/>
              </p:cNvSpPr>
              <p:nvPr/>
            </p:nvSpPr>
            <p:spPr>
              <a:xfrm>
                <a:off x="6102462" y="1412776"/>
                <a:ext cx="5214826" cy="584775"/>
              </a:xfrm>
              <a:prstGeom prst="rect">
                <a:avLst/>
              </a:prstGeom>
              <a:blipFill>
                <a:blip r:embed="rId11"/>
                <a:stretch>
                  <a:fillRect l="-584"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169D4B81-FB46-C3B1-0434-5690B65C6254}"/>
                  </a:ext>
                </a:extLst>
              </p:cNvPr>
              <p:cNvSpPr txBox="1"/>
              <p:nvPr/>
            </p:nvSpPr>
            <p:spPr>
              <a:xfrm>
                <a:off x="6084842" y="2243915"/>
                <a:ext cx="5232445" cy="560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r>
                            <a:rPr lang="pt-BR" sz="1600" b="1" i="1" smtClean="0">
                              <a:latin typeface="Cambria Math" panose="02040503050406030204" pitchFamily="18" charset="0"/>
                              <a:cs typeface="Arial" panose="020B0604020202020204" pitchFamily="34" charset="0"/>
                            </a:rPr>
                            <m:t>𝑽</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d>
                        <m:dPr>
                          <m:begChr m:val="["/>
                          <m:endChr m:val="]"/>
                          <m:ctrlPr>
                            <a:rPr lang="pt-BR" sz="1600" b="0" i="1" smtClean="0">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cs typeface="Arial" panose="020B0604020202020204" pitchFamily="34" charset="0"/>
                            </a:rPr>
                            <m:t>𝑹</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r>
                            <a:rPr lang="pt-BR" sz="1600" b="1" i="1" smtClean="0">
                              <a:latin typeface="Cambria Math" panose="02040503050406030204" pitchFamily="18" charset="0"/>
                              <a:cs typeface="Arial" panose="020B0604020202020204" pitchFamily="34" charset="0"/>
                            </a:rPr>
                            <m:t>𝑳</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e>
                      </m:d>
                      <m:r>
                        <a:rPr lang="pt-BR" sz="1600" b="1" i="1" smtClean="0">
                          <a:latin typeface="Cambria Math" panose="02040503050406030204" pitchFamily="18" charset="0"/>
                          <a:cs typeface="Arial" panose="020B0604020202020204" pitchFamily="34" charset="0"/>
                        </a:rPr>
                        <m:t>𝑰</m:t>
                      </m:r>
                    </m:oMath>
                  </m:oMathPara>
                </a14:m>
                <a:endParaRPr lang="pt-BR" sz="1600" b="1">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169D4B81-FB46-C3B1-0434-5690B65C6254}"/>
                  </a:ext>
                </a:extLst>
              </p:cNvPr>
              <p:cNvSpPr txBox="1">
                <a:spLocks noRot="1" noChangeAspect="1" noMove="1" noResize="1" noEditPoints="1" noAdjustHandles="1" noChangeArrowheads="1" noChangeShapeType="1" noTextEdit="1"/>
              </p:cNvSpPr>
              <p:nvPr/>
            </p:nvSpPr>
            <p:spPr>
              <a:xfrm>
                <a:off x="6084842" y="2243915"/>
                <a:ext cx="5232445" cy="560538"/>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05CC984C-1DE1-3A77-41E8-3595F2044500}"/>
                  </a:ext>
                </a:extLst>
              </p:cNvPr>
              <p:cNvSpPr txBox="1"/>
              <p:nvPr/>
            </p:nvSpPr>
            <p:spPr>
              <a:xfrm>
                <a:off x="6612617" y="3068960"/>
                <a:ext cx="4693514" cy="1796389"/>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r>
                      <a:rPr lang="pt-BR">
                        <a:latin typeface="Cambria Math" panose="02040503050406030204" pitchFamily="18" charset="0"/>
                      </a:rPr>
                      <m:t>𝑹</m:t>
                    </m:r>
                  </m:oMath>
                </a14:m>
                <a:r>
                  <a:rPr lang="en-US"/>
                  <a:t>, per unit length (p.u.l.) resistance matrix;</a:t>
                </a:r>
              </a:p>
              <a:p>
                <a:pPr>
                  <a:lnSpc>
                    <a:spcPct val="150000"/>
                  </a:lnSpc>
                </a:pPr>
                <a14:m>
                  <m:oMath xmlns:m="http://schemas.openxmlformats.org/officeDocument/2006/math">
                    <m:r>
                      <a:rPr lang="pt-BR">
                        <a:latin typeface="Cambria Math" panose="02040503050406030204" pitchFamily="18" charset="0"/>
                      </a:rPr>
                      <m:t>𝑳</m:t>
                    </m:r>
                  </m:oMath>
                </a14:m>
                <a:r>
                  <a:rPr lang="en-US"/>
                  <a:t>, per unit length (p.u.l.) inductance matrix;</a:t>
                </a:r>
              </a:p>
              <a:p>
                <a:pPr>
                  <a:lnSpc>
                    <a:spcPct val="150000"/>
                  </a:lnSpc>
                </a:pPr>
                <a14:m>
                  <m:oMath xmlns:m="http://schemas.openxmlformats.org/officeDocument/2006/math">
                    <m:r>
                      <a:rPr lang="pt-BR">
                        <a:latin typeface="Cambria Math" panose="02040503050406030204" pitchFamily="18" charset="0"/>
                      </a:rPr>
                      <m:t>𝑽</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V</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𝑉</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potencial vector;</a:t>
                </a:r>
              </a:p>
              <a:p>
                <a:pPr>
                  <a:lnSpc>
                    <a:spcPct val="150000"/>
                  </a:lnSpc>
                </a:pPr>
                <a14:m>
                  <m:oMath xmlns:m="http://schemas.openxmlformats.org/officeDocument/2006/math">
                    <m:r>
                      <a:rPr lang="pt-BR">
                        <a:latin typeface="Cambria Math" panose="02040503050406030204" pitchFamily="18" charset="0"/>
                      </a:rPr>
                      <m:t>𝑰</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I</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𝐼</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current vector;</a:t>
                </a:r>
              </a:p>
            </p:txBody>
          </p:sp>
        </mc:Choice>
        <mc:Fallback xmlns="">
          <p:sp>
            <p:nvSpPr>
              <p:cNvPr id="21" name="CaixaDeTexto 20">
                <a:extLst>
                  <a:ext uri="{FF2B5EF4-FFF2-40B4-BE49-F238E27FC236}">
                    <a16:creationId xmlns:a16="http://schemas.microsoft.com/office/drawing/2014/main" id="{05CC984C-1DE1-3A77-41E8-3595F2044500}"/>
                  </a:ext>
                </a:extLst>
              </p:cNvPr>
              <p:cNvSpPr txBox="1">
                <a:spLocks noRot="1" noChangeAspect="1" noMove="1" noResize="1" noEditPoints="1" noAdjustHandles="1" noChangeArrowheads="1" noChangeShapeType="1" noTextEdit="1"/>
              </p:cNvSpPr>
              <p:nvPr/>
            </p:nvSpPr>
            <p:spPr>
              <a:xfrm>
                <a:off x="6612617" y="3068960"/>
                <a:ext cx="4693514" cy="1796389"/>
              </a:xfrm>
              <a:prstGeom prst="rect">
                <a:avLst/>
              </a:prstGeom>
              <a:blipFill>
                <a:blip r:embed="rId13"/>
                <a:stretch>
                  <a:fillRect b="-237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241CB4CE-83C8-19C5-74B3-B0898ED76721}"/>
                  </a:ext>
                </a:extLst>
              </p:cNvPr>
              <p:cNvSpPr txBox="1"/>
              <p:nvPr/>
            </p:nvSpPr>
            <p:spPr>
              <a:xfrm>
                <a:off x="479425" y="4617132"/>
                <a:ext cx="5352122" cy="1569660"/>
              </a:xfrm>
              <a:prstGeom prst="rect">
                <a:avLst/>
              </a:prstGeom>
              <a:noFill/>
            </p:spPr>
            <p:txBody>
              <a:bodyPr wrap="square">
                <a:spAutoFit/>
              </a:bodyPr>
              <a:lstStyle>
                <a:defPPr>
                  <a:defRPr lang="pt-BR"/>
                </a:defPPr>
                <a:lvl1pPr>
                  <a:defRPr sz="1600"/>
                </a:lvl1pPr>
              </a:lstStyle>
              <a:p>
                <a:r>
                  <a:rPr lang="en-US" b="1"/>
                  <a:t>Simplifying assumptions of the 2D quasi-TM approach</a:t>
                </a:r>
                <a:r>
                  <a:rPr lang="en-US"/>
                  <a:t>: </a:t>
                </a:r>
              </a:p>
              <a:p>
                <a:endParaRPr lang="en-US"/>
              </a:p>
              <a:p>
                <a:pPr marL="285750" indent="-285750">
                  <a:buFont typeface="Arial" panose="020B0604020202020204" pitchFamily="34" charset="0"/>
                  <a:buChar char="•"/>
                </a:pPr>
                <a:r>
                  <a:rPr lang="en-US"/>
                  <a:t>the conductors are invariable along the </a:t>
                </a:r>
                <a14:m>
                  <m:oMath xmlns:m="http://schemas.openxmlformats.org/officeDocument/2006/math">
                    <m:r>
                      <a:rPr lang="en-US">
                        <a:latin typeface="Cambria Math" panose="02040503050406030204" pitchFamily="18" charset="0"/>
                      </a:rPr>
                      <m:t>𝑧</m:t>
                    </m:r>
                  </m:oMath>
                </a14:m>
                <a:r>
                  <a:rPr lang="en-US"/>
                  <a:t> direction (uniform transmission line), </a:t>
                </a:r>
              </a:p>
              <a:p>
                <a:pPr marL="285750" indent="-285750">
                  <a:buFont typeface="Arial" panose="020B0604020202020204" pitchFamily="34" charset="0"/>
                  <a:buChar char="•"/>
                </a:pPr>
                <a:r>
                  <a:rPr lang="en-US"/>
                  <a:t>the cross-section of each conductor is much smaller than the wavelength at the frequencies of interest. </a:t>
                </a:r>
                <a:endParaRPr lang="pt-BR"/>
              </a:p>
            </p:txBody>
          </p:sp>
        </mc:Choice>
        <mc:Fallback xmlns="">
          <p:sp>
            <p:nvSpPr>
              <p:cNvPr id="2" name="CaixaDeTexto 1">
                <a:extLst>
                  <a:ext uri="{FF2B5EF4-FFF2-40B4-BE49-F238E27FC236}">
                    <a16:creationId xmlns:a16="http://schemas.microsoft.com/office/drawing/2014/main" id="{241CB4CE-83C8-19C5-74B3-B0898ED76721}"/>
                  </a:ext>
                </a:extLst>
              </p:cNvPr>
              <p:cNvSpPr txBox="1">
                <a:spLocks noRot="1" noChangeAspect="1" noMove="1" noResize="1" noEditPoints="1" noAdjustHandles="1" noChangeArrowheads="1" noChangeShapeType="1" noTextEdit="1"/>
              </p:cNvSpPr>
              <p:nvPr/>
            </p:nvSpPr>
            <p:spPr>
              <a:xfrm>
                <a:off x="479425" y="4617132"/>
                <a:ext cx="5352122" cy="1569660"/>
              </a:xfrm>
              <a:prstGeom prst="rect">
                <a:avLst/>
              </a:prstGeom>
              <a:blipFill>
                <a:blip r:embed="rId14"/>
                <a:stretch>
                  <a:fillRect l="-683" t="-1163" b="-3876"/>
                </a:stretch>
              </a:blipFill>
            </p:spPr>
            <p:txBody>
              <a:bodyPr/>
              <a:lstStyle/>
              <a:p>
                <a:r>
                  <a:rPr lang="pt-BR">
                    <a:noFill/>
                  </a:rPr>
                  <a:t> </a:t>
                </a:r>
              </a:p>
            </p:txBody>
          </p:sp>
        </mc:Fallback>
      </mc:AlternateContent>
      <p:sp>
        <p:nvSpPr>
          <p:cNvPr id="3" name="CaixaDeTexto 2">
            <a:extLst>
              <a:ext uri="{FF2B5EF4-FFF2-40B4-BE49-F238E27FC236}">
                <a16:creationId xmlns:a16="http://schemas.microsoft.com/office/drawing/2014/main" id="{0DA16B6F-A00A-064D-4421-EBC94F022A6A}"/>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63263A39-3A4A-223D-12B9-2C6A2E4C821B}"/>
                  </a:ext>
                </a:extLst>
              </p:cNvPr>
              <p:cNvSpPr txBox="1"/>
              <p:nvPr/>
            </p:nvSpPr>
            <p:spPr>
              <a:xfrm>
                <a:off x="11208568" y="2354907"/>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m:t>
                      </m:r>
                    </m:oMath>
                  </m:oMathPara>
                </a14:m>
                <a:endParaRPr lang="en-US" sz="1200"/>
              </a:p>
            </p:txBody>
          </p:sp>
        </mc:Choice>
        <mc:Fallback xmlns="">
          <p:sp>
            <p:nvSpPr>
              <p:cNvPr id="5" name="CaixaDeTexto 4">
                <a:extLst>
                  <a:ext uri="{FF2B5EF4-FFF2-40B4-BE49-F238E27FC236}">
                    <a16:creationId xmlns:a16="http://schemas.microsoft.com/office/drawing/2014/main" id="{63263A39-3A4A-223D-12B9-2C6A2E4C821B}"/>
                  </a:ext>
                </a:extLst>
              </p:cNvPr>
              <p:cNvSpPr txBox="1">
                <a:spLocks noRot="1" noChangeAspect="1" noMove="1" noResize="1" noEditPoints="1" noAdjustHandles="1" noChangeArrowheads="1" noChangeShapeType="1" noTextEdit="1"/>
              </p:cNvSpPr>
              <p:nvPr/>
            </p:nvSpPr>
            <p:spPr>
              <a:xfrm>
                <a:off x="11208568" y="2354907"/>
                <a:ext cx="468052" cy="276999"/>
              </a:xfrm>
              <a:prstGeom prst="rect">
                <a:avLst/>
              </a:prstGeom>
              <a:blipFill>
                <a:blip r:embed="rId15"/>
                <a:stretch>
                  <a:fillRect b="-6522"/>
                </a:stretch>
              </a:blipFill>
            </p:spPr>
            <p:txBody>
              <a:bodyPr/>
              <a:lstStyle/>
              <a:p>
                <a:r>
                  <a:rPr lang="pt-BR">
                    <a:noFill/>
                  </a:rPr>
                  <a:t> </a:t>
                </a:r>
              </a:p>
            </p:txBody>
          </p:sp>
        </mc:Fallback>
      </mc:AlternateContent>
    </p:spTree>
    <p:extLst>
      <p:ext uri="{BB962C8B-B14F-4D97-AF65-F5344CB8AC3E}">
        <p14:creationId xmlns:p14="http://schemas.microsoft.com/office/powerpoint/2010/main" val="47303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8</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2E681D8B-2D12-8F34-236D-10DDFFEEBD4E}"/>
                  </a:ext>
                </a:extLst>
              </p:cNvPr>
              <p:cNvSpPr txBox="1"/>
              <p:nvPr/>
            </p:nvSpPr>
            <p:spPr>
              <a:xfrm>
                <a:off x="731353" y="4950455"/>
                <a:ext cx="4993419" cy="830997"/>
              </a:xfrm>
              <a:prstGeom prst="rect">
                <a:avLst/>
              </a:prstGeom>
              <a:noFill/>
            </p:spPr>
            <p:txBody>
              <a:bodyPr wrap="square">
                <a:spAutoFit/>
              </a:bodyPr>
              <a:lstStyle>
                <a:defPPr>
                  <a:defRPr lang="pt-BR"/>
                </a:defPPr>
                <a:lvl1pPr>
                  <a:defRPr sz="1600"/>
                </a:lvl1pPr>
              </a:lstStyle>
              <a:p>
                <a:r>
                  <a:rPr lang="en-US"/>
                  <a:t>In the MoM-SO, the conductors are replaced by the surrounding medium and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r>
                      <a:rPr lang="en-US" i="1" smtClean="0">
                        <a:latin typeface="Cambria Math" panose="02040503050406030204" pitchFamily="18" charset="0"/>
                      </a:rPr>
                      <m:t> = </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1</m:t>
                        </m:r>
                      </m:sub>
                    </m:sSub>
                    <m:r>
                      <a:rPr lang="en-US" i="1" smtClean="0">
                        <a:latin typeface="Cambria Math" panose="02040503050406030204" pitchFamily="18" charset="0"/>
                      </a:rPr>
                      <m:t> + 2</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2</m:t>
                        </m:r>
                      </m:sub>
                    </m:sSub>
                  </m:oMath>
                </a14:m>
                <a:r>
                  <a:rPr lang="en-US"/>
                  <a:t> equivalent currents,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𝑠</m:t>
                        </m:r>
                      </m:sub>
                      <m:sup>
                        <m:r>
                          <a:rPr lang="pt-BR" b="0" i="1" smtClean="0">
                            <a:latin typeface="Cambria Math" panose="02040503050406030204" pitchFamily="18" charset="0"/>
                          </a:rPr>
                          <m:t> </m:t>
                        </m:r>
                      </m:sup>
                    </m:sSubSup>
                  </m:oMath>
                </a14:m>
                <a:r>
                  <a:rPr lang="en-US"/>
                  <a:t> , on each conductor’s boundary, </a:t>
                </a:r>
                <a14:m>
                  <m:oMath xmlns:m="http://schemas.openxmlformats.org/officeDocument/2006/math">
                    <m:r>
                      <a:rPr lang="en-US" i="1" smtClean="0">
                        <a:latin typeface="Cambria Math" panose="02040503050406030204" pitchFamily="18" charset="0"/>
                      </a:rPr>
                      <m:t>𝑐</m:t>
                    </m:r>
                  </m:oMath>
                </a14:m>
                <a:r>
                  <a:rPr lang="en-US"/>
                  <a:t> [6]. </a:t>
                </a:r>
                <a:endParaRPr lang="pt-BR"/>
              </a:p>
            </p:txBody>
          </p:sp>
        </mc:Choice>
        <mc:Fallback xmlns="">
          <p:sp>
            <p:nvSpPr>
              <p:cNvPr id="22" name="CaixaDeTexto 21">
                <a:extLst>
                  <a:ext uri="{FF2B5EF4-FFF2-40B4-BE49-F238E27FC236}">
                    <a16:creationId xmlns:a16="http://schemas.microsoft.com/office/drawing/2014/main" id="{2E681D8B-2D12-8F34-236D-10DDFFEEBD4E}"/>
                  </a:ext>
                </a:extLst>
              </p:cNvPr>
              <p:cNvSpPr txBox="1">
                <a:spLocks noRot="1" noChangeAspect="1" noMove="1" noResize="1" noEditPoints="1" noAdjustHandles="1" noChangeArrowheads="1" noChangeShapeType="1" noTextEdit="1"/>
              </p:cNvSpPr>
              <p:nvPr/>
            </p:nvSpPr>
            <p:spPr>
              <a:xfrm>
                <a:off x="731353" y="4950455"/>
                <a:ext cx="4993419" cy="830997"/>
              </a:xfrm>
              <a:prstGeom prst="rect">
                <a:avLst/>
              </a:prstGeom>
              <a:blipFill>
                <a:blip r:embed="rId8"/>
                <a:stretch>
                  <a:fillRect l="-733" t="-2206" r="-977" b="-882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1"/>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2"/>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3"/>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4"/>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412776"/>
                <a:ext cx="5221288" cy="849976"/>
              </a:xfrm>
              <a:prstGeom prst="rect">
                <a:avLst/>
              </a:prstGeom>
              <a:noFill/>
            </p:spPr>
            <p:txBody>
              <a:bodyPr wrap="square">
                <a:spAutoFit/>
              </a:bodyPr>
              <a:lstStyle>
                <a:defPPr>
                  <a:defRPr lang="pt-BR"/>
                </a:defPPr>
                <a:lvl1pPr>
                  <a:defRPr sz="1600"/>
                </a:lvl1pPr>
              </a:lstStyle>
              <a:p>
                <a:r>
                  <a:rPr lang="en-US"/>
                  <a:t>The longitudinal electric field on the boundary of the conductors, </a:t>
                </a:r>
                <a14:m>
                  <m:oMath xmlns:m="http://schemas.openxmlformats.org/officeDocument/2006/math">
                    <m:sSubSup>
                      <m:sSubSupPr>
                        <m:ctrlPr>
                          <a:rPr lang="pt-BR" b="0" i="1"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r>
                          <a:rPr lang="pt-BR" b="0" i="1" smtClean="0">
                            <a:latin typeface="Cambria Math" panose="02040503050406030204" pitchFamily="18" charset="0"/>
                          </a:rPr>
                          <m:t> </m:t>
                        </m:r>
                      </m:sup>
                    </m:sSubSup>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 [7]</a:t>
                </a:r>
                <a:r>
                  <a:rPr lang="pt-BR"/>
                  <a:t>:</a:t>
                </a: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412776"/>
                <a:ext cx="5221288" cy="849976"/>
              </a:xfrm>
              <a:prstGeom prst="rect">
                <a:avLst/>
              </a:prstGeom>
              <a:blipFill>
                <a:blip r:embed="rId15"/>
                <a:stretch>
                  <a:fillRect l="-583" t="-2158" b="-86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2354215"/>
                <a:ext cx="5190639"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𝐸</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2354215"/>
                <a:ext cx="5190639" cy="858761"/>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3429000"/>
                <a:ext cx="5221288" cy="868956"/>
              </a:xfrm>
              <a:prstGeom prst="rect">
                <a:avLst/>
              </a:prstGeom>
              <a:noFill/>
            </p:spPr>
            <p:txBody>
              <a:bodyPr wrap="square">
                <a:spAutoFit/>
              </a:bodyPr>
              <a:lstStyle>
                <a:defPPr>
                  <a:defRPr lang="pt-BR"/>
                </a:defPPr>
                <a:lvl1pPr>
                  <a:defRPr sz="1600"/>
                </a:lvl1pPr>
              </a:lstStyle>
              <a:p>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𝑁</m:t>
                        </m:r>
                      </m:e>
                      <m:sub>
                        <m:r>
                          <a:rPr lang="en-US" i="1" smtClean="0">
                            <a:latin typeface="Cambria Math" panose="02040503050406030204" pitchFamily="18" charset="0"/>
                          </a:rPr>
                          <m:t>𝑝</m:t>
                        </m:r>
                      </m:sub>
                    </m:sSub>
                  </m:oMath>
                </a14:m>
                <a:r>
                  <a:rPr lang="en-US"/>
                  <a:t> governs the accuracy of the field representation inside the conductor. By setting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𝑁</m:t>
                        </m:r>
                      </m:e>
                      <m:sub>
                        <m:r>
                          <a:rPr lang="en-US" i="1" smtClean="0">
                            <a:latin typeface="Cambria Math" panose="02040503050406030204" pitchFamily="18" charset="0"/>
                          </a:rPr>
                          <m:t>𝑝</m:t>
                        </m:r>
                      </m:sub>
                    </m:sSub>
                    <m:r>
                      <a:rPr lang="en-US" i="1" smtClean="0">
                        <a:latin typeface="Cambria Math" panose="02040503050406030204" pitchFamily="18" charset="0"/>
                      </a:rPr>
                      <m:t> = 0</m:t>
                    </m:r>
                  </m:oMath>
                </a14:m>
                <a:r>
                  <a:rPr lang="en-US"/>
                  <a:t>, the electric field is assumed to be circularly-symmetric [6].</a:t>
                </a:r>
                <a:endParaRPr lang="pt-BR"/>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3429000"/>
                <a:ext cx="5221288" cy="868956"/>
              </a:xfrm>
              <a:prstGeom prst="rect">
                <a:avLst/>
              </a:prstGeom>
              <a:blipFill>
                <a:blip r:embed="rId17"/>
                <a:stretch>
                  <a:fillRect l="-583" t="-1408" r="-700" b="-774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id="{70751F3A-EE5D-6903-6D46-1FBEB1F8DE30}"/>
                  </a:ext>
                </a:extLst>
              </p:cNvPr>
              <p:cNvSpPr txBox="1"/>
              <p:nvPr/>
            </p:nvSpPr>
            <p:spPr>
              <a:xfrm>
                <a:off x="6096000" y="4469458"/>
                <a:ext cx="5221288" cy="637610"/>
              </a:xfrm>
              <a:prstGeom prst="rect">
                <a:avLst/>
              </a:prstGeom>
              <a:noFill/>
            </p:spPr>
            <p:txBody>
              <a:bodyPr wrap="square">
                <a:spAutoFit/>
              </a:bodyPr>
              <a:lstStyle>
                <a:defPPr>
                  <a:defRPr lang="pt-BR"/>
                </a:defPPr>
                <a:lvl1pPr>
                  <a:defRPr sz="1600"/>
                </a:lvl1pPr>
              </a:lstStyle>
              <a:p>
                <a:r>
                  <a:rPr lang="en-US"/>
                  <a:t>Fourier coefficients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𝐸</m:t>
                        </m:r>
                      </m:e>
                      <m:sub>
                        <m:r>
                          <a:rPr lang="en-US" i="1" smtClean="0">
                            <a:latin typeface="Cambria Math" panose="02040503050406030204" pitchFamily="18" charset="0"/>
                          </a:rPr>
                          <m:t>𝑛</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are one of the unknown variables in the MoM-SO formulation.</a:t>
                </a:r>
                <a:endParaRPr lang="pt-BR"/>
              </a:p>
            </p:txBody>
          </p:sp>
        </mc:Choice>
        <mc:Fallback xmlns="">
          <p:sp>
            <p:nvSpPr>
              <p:cNvPr id="74" name="CaixaDeTexto 73">
                <a:extLst>
                  <a:ext uri="{FF2B5EF4-FFF2-40B4-BE49-F238E27FC236}">
                    <a16:creationId xmlns:a16="http://schemas.microsoft.com/office/drawing/2014/main" id="{70751F3A-EE5D-6903-6D46-1FBEB1F8DE30}"/>
                  </a:ext>
                </a:extLst>
              </p:cNvPr>
              <p:cNvSpPr txBox="1">
                <a:spLocks noRot="1" noChangeAspect="1" noMove="1" noResize="1" noEditPoints="1" noAdjustHandles="1" noChangeArrowheads="1" noChangeShapeType="1" noTextEdit="1"/>
              </p:cNvSpPr>
              <p:nvPr/>
            </p:nvSpPr>
            <p:spPr>
              <a:xfrm>
                <a:off x="6096000" y="4469458"/>
                <a:ext cx="5221288" cy="637610"/>
              </a:xfrm>
              <a:prstGeom prst="rect">
                <a:avLst/>
              </a:prstGeom>
              <a:blipFill>
                <a:blip r:embed="rId18"/>
                <a:stretch>
                  <a:fillRect l="-583" r="-1050" b="-10476"/>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43A3EB4B-C1A8-CA44-591C-51AD97978378}"/>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FCD853C1-2A6A-7471-70BB-99A945358877}"/>
                  </a:ext>
                </a:extLst>
              </p:cNvPr>
              <p:cNvSpPr txBox="1"/>
              <p:nvPr/>
            </p:nvSpPr>
            <p:spPr>
              <a:xfrm>
                <a:off x="11187566" y="265598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2)</m:t>
                      </m:r>
                    </m:oMath>
                  </m:oMathPara>
                </a14:m>
                <a:endParaRPr lang="en-US" sz="1200"/>
              </a:p>
            </p:txBody>
          </p:sp>
        </mc:Choice>
        <mc:Fallback xmlns="">
          <p:sp>
            <p:nvSpPr>
              <p:cNvPr id="3" name="CaixaDeTexto 2">
                <a:extLst>
                  <a:ext uri="{FF2B5EF4-FFF2-40B4-BE49-F238E27FC236}">
                    <a16:creationId xmlns:a16="http://schemas.microsoft.com/office/drawing/2014/main" id="{FCD853C1-2A6A-7471-70BB-99A945358877}"/>
                  </a:ext>
                </a:extLst>
              </p:cNvPr>
              <p:cNvSpPr txBox="1">
                <a:spLocks noRot="1" noChangeAspect="1" noMove="1" noResize="1" noEditPoints="1" noAdjustHandles="1" noChangeArrowheads="1" noChangeShapeType="1" noTextEdit="1"/>
              </p:cNvSpPr>
              <p:nvPr/>
            </p:nvSpPr>
            <p:spPr>
              <a:xfrm>
                <a:off x="11187566" y="2655984"/>
                <a:ext cx="468052" cy="276999"/>
              </a:xfrm>
              <a:prstGeom prst="rect">
                <a:avLst/>
              </a:prstGeom>
              <a:blipFill>
                <a:blip r:embed="rId19"/>
                <a:stretch>
                  <a:fillRect b="-8889"/>
                </a:stretch>
              </a:blipFill>
            </p:spPr>
            <p:txBody>
              <a:bodyPr/>
              <a:lstStyle/>
              <a:p>
                <a:r>
                  <a:rPr lang="pt-BR">
                    <a:noFill/>
                  </a:rPr>
                  <a:t> </a:t>
                </a:r>
              </a:p>
            </p:txBody>
          </p:sp>
        </mc:Fallback>
      </mc:AlternateContent>
    </p:spTree>
    <p:extLst>
      <p:ext uri="{BB962C8B-B14F-4D97-AF65-F5344CB8AC3E}">
        <p14:creationId xmlns:p14="http://schemas.microsoft.com/office/powerpoint/2010/main" val="1630422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9</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9B1CA937-986C-2942-F587-D7D1777D1C93}"/>
                  </a:ext>
                </a:extLst>
              </p:cNvPr>
              <p:cNvSpPr txBox="1"/>
              <p:nvPr/>
            </p:nvSpPr>
            <p:spPr>
              <a:xfrm>
                <a:off x="6117322" y="4288101"/>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0" smtClean="0">
                          <a:latin typeface="Cambria Math" panose="02040503050406030204" pitchFamily="18" charset="0"/>
                        </a:rPr>
                        <m:t>𝐄</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0" smtClean="0">
                                  <a:latin typeface="Cambria Math" panose="02040503050406030204" pitchFamily="18" charset="0"/>
                                </a:rPr>
                                <m:t> </m:t>
                              </m:r>
                              <m:r>
                                <a:rPr lang="pt-BR">
                                  <a:latin typeface="Cambria Math" panose="02040503050406030204" pitchFamily="18" charset="0"/>
                                </a:rPr>
                                <m:t>⋯</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m:rPr>
                              <m:sty m:val="p"/>
                            </m:rPr>
                            <a:rPr lang="pt-BR">
                              <a:latin typeface="Cambria Math" panose="02040503050406030204" pitchFamily="18" charset="0"/>
                            </a:rPr>
                            <m:t>T</m:t>
                          </m:r>
                        </m:sup>
                      </m:sSup>
                    </m:oMath>
                  </m:oMathPara>
                </a14:m>
                <a:endParaRPr lang="en-US"/>
              </a:p>
            </p:txBody>
          </p:sp>
        </mc:Choice>
        <mc:Fallback xmlns="">
          <p:sp>
            <p:nvSpPr>
              <p:cNvPr id="70" name="CaixaDeTexto 69">
                <a:extLst>
                  <a:ext uri="{FF2B5EF4-FFF2-40B4-BE49-F238E27FC236}">
                    <a16:creationId xmlns:a16="http://schemas.microsoft.com/office/drawing/2014/main" id="{9B1CA937-986C-2942-F587-D7D1777D1C93}"/>
                  </a:ext>
                </a:extLst>
              </p:cNvPr>
              <p:cNvSpPr txBox="1">
                <a:spLocks noRot="1" noChangeAspect="1" noMove="1" noResize="1" noEditPoints="1" noAdjustHandles="1" noChangeArrowheads="1" noChangeShapeType="1" noTextEdit="1"/>
              </p:cNvSpPr>
              <p:nvPr/>
            </p:nvSpPr>
            <p:spPr>
              <a:xfrm>
                <a:off x="6117322" y="4288101"/>
                <a:ext cx="5190639" cy="437043"/>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5F4E5046-FAD1-4CA8-3416-68707FD9EB48}"/>
                  </a:ext>
                </a:extLst>
              </p:cNvPr>
              <p:cNvSpPr txBox="1"/>
              <p:nvPr/>
            </p:nvSpPr>
            <p:spPr>
              <a:xfrm>
                <a:off x="6124819" y="1340768"/>
                <a:ext cx="5192469" cy="338554"/>
              </a:xfrm>
              <a:prstGeom prst="rect">
                <a:avLst/>
              </a:prstGeom>
              <a:noFill/>
            </p:spPr>
            <p:txBody>
              <a:bodyPr wrap="square">
                <a:spAutoFit/>
              </a:bodyPr>
              <a:lstStyle>
                <a:defPPr>
                  <a:defRPr lang="pt-BR"/>
                </a:defPPr>
                <a:lvl1pPr>
                  <a:defRPr sz="1600"/>
                </a:lvl1pPr>
              </a:lstStyle>
              <a:p>
                <a:r>
                  <a:rPr lang="en-US"/>
                  <a:t>If </a:t>
                </a:r>
                <a14:m>
                  <m:oMath xmlns:m="http://schemas.openxmlformats.org/officeDocument/2006/math">
                    <m:r>
                      <a:rPr lang="en-US" i="1" smtClean="0">
                        <a:latin typeface="Cambria Math" panose="02040503050406030204" pitchFamily="18" charset="0"/>
                      </a:rPr>
                      <m:t>𝑝</m:t>
                    </m:r>
                  </m:oMath>
                </a14:m>
                <a:r>
                  <a:rPr lang="en-US"/>
                  <a:t>th-conductor is solid,</a:t>
                </a:r>
                <a:endParaRPr lang="pt-BR"/>
              </a:p>
            </p:txBody>
          </p:sp>
        </mc:Choice>
        <mc:Fallback xmlns="">
          <p:sp>
            <p:nvSpPr>
              <p:cNvPr id="2" name="CaixaDeTexto 1">
                <a:extLst>
                  <a:ext uri="{FF2B5EF4-FFF2-40B4-BE49-F238E27FC236}">
                    <a16:creationId xmlns:a16="http://schemas.microsoft.com/office/drawing/2014/main" id="{5F4E5046-FAD1-4CA8-3416-68707FD9EB48}"/>
                  </a:ext>
                </a:extLst>
              </p:cNvPr>
              <p:cNvSpPr txBox="1">
                <a:spLocks noRot="1" noChangeAspect="1" noMove="1" noResize="1" noEditPoints="1" noAdjustHandles="1" noChangeArrowheads="1" noChangeShapeType="1" noTextEdit="1"/>
              </p:cNvSpPr>
              <p:nvPr/>
            </p:nvSpPr>
            <p:spPr>
              <a:xfrm>
                <a:off x="6124819" y="1340768"/>
                <a:ext cx="5192469" cy="338554"/>
              </a:xfrm>
              <a:prstGeom prst="rect">
                <a:avLst/>
              </a:prstGeom>
              <a:blipFill>
                <a:blip r:embed="rId15"/>
                <a:stretch>
                  <a:fillRect l="-704"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3BFA5389-C648-E072-8A98-9F62C7AC95E2}"/>
                  </a:ext>
                </a:extLst>
              </p:cNvPr>
              <p:cNvSpPr txBox="1"/>
              <p:nvPr/>
            </p:nvSpPr>
            <p:spPr>
              <a:xfrm>
                <a:off x="6139679" y="1742257"/>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1"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𝑝</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sub>
                                <m:sup>
                                  <m:d>
                                    <m:dPr>
                                      <m:ctrlPr>
                                        <a:rPr lang="pt-BR" i="1">
                                          <a:latin typeface="Cambria Math" panose="02040503050406030204" pitchFamily="18" charset="0"/>
                                        </a:rPr>
                                      </m:ctrlPr>
                                    </m:dPr>
                                    <m:e>
                                      <m:r>
                                        <a:rPr lang="pt-BR" i="1">
                                          <a:latin typeface="Cambria Math" panose="02040503050406030204" pitchFamily="18" charset="0"/>
                                        </a:rPr>
                                        <m:t>𝑝</m:t>
                                      </m:r>
                                    </m:e>
                                  </m:d>
                                </m:sup>
                              </m:sSubSup>
                            </m:e>
                          </m:d>
                        </m:e>
                        <m:sup>
                          <m:r>
                            <m:rPr>
                              <m:sty m:val="p"/>
                            </m:rPr>
                            <a:rPr lang="pt-BR">
                              <a:latin typeface="Cambria Math" panose="02040503050406030204" pitchFamily="18" charset="0"/>
                            </a:rPr>
                            <m:t>T</m:t>
                          </m:r>
                        </m:sup>
                      </m:sSup>
                    </m:oMath>
                  </m:oMathPara>
                </a14:m>
                <a:endParaRPr lang="en-US"/>
              </a:p>
            </p:txBody>
          </p:sp>
        </mc:Choice>
        <mc:Fallback xmlns="">
          <p:sp>
            <p:nvSpPr>
              <p:cNvPr id="3" name="CaixaDeTexto 2">
                <a:extLst>
                  <a:ext uri="{FF2B5EF4-FFF2-40B4-BE49-F238E27FC236}">
                    <a16:creationId xmlns:a16="http://schemas.microsoft.com/office/drawing/2014/main" id="{3BFA5389-C648-E072-8A98-9F62C7AC95E2}"/>
                  </a:ext>
                </a:extLst>
              </p:cNvPr>
              <p:cNvSpPr txBox="1">
                <a:spLocks noRot="1" noChangeAspect="1" noMove="1" noResize="1" noEditPoints="1" noAdjustHandles="1" noChangeArrowheads="1" noChangeShapeType="1" noTextEdit="1"/>
              </p:cNvSpPr>
              <p:nvPr/>
            </p:nvSpPr>
            <p:spPr>
              <a:xfrm>
                <a:off x="6139679" y="1742257"/>
                <a:ext cx="5190639" cy="519181"/>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47EC93A1-8D66-50F2-3F44-1DA036EED29C}"/>
                  </a:ext>
                </a:extLst>
              </p:cNvPr>
              <p:cNvSpPr txBox="1"/>
              <p:nvPr/>
            </p:nvSpPr>
            <p:spPr>
              <a:xfrm>
                <a:off x="6083101" y="2406370"/>
                <a:ext cx="5205499" cy="338554"/>
              </a:xfrm>
              <a:prstGeom prst="rect">
                <a:avLst/>
              </a:prstGeom>
              <a:noFill/>
            </p:spPr>
            <p:txBody>
              <a:bodyPr wrap="square">
                <a:spAutoFit/>
              </a:bodyPr>
              <a:lstStyle>
                <a:defPPr>
                  <a:defRPr lang="pt-BR"/>
                </a:defPPr>
                <a:lvl1pPr>
                  <a:defRPr sz="1600"/>
                </a:lvl1pPr>
              </a:lstStyle>
              <a:p>
                <a:r>
                  <a:rPr lang="en-US"/>
                  <a:t>otherwise, if </a:t>
                </a:r>
                <a14:m>
                  <m:oMath xmlns:m="http://schemas.openxmlformats.org/officeDocument/2006/math">
                    <m:r>
                      <a:rPr lang="en-US" i="1" smtClean="0">
                        <a:latin typeface="Cambria Math" panose="02040503050406030204" pitchFamily="18" charset="0"/>
                      </a:rPr>
                      <m:t>𝑞</m:t>
                    </m:r>
                  </m:oMath>
                </a14:m>
                <a:r>
                  <a:rPr lang="en-US"/>
                  <a:t>th-conductor is hollow then,</a:t>
                </a:r>
                <a:endParaRPr lang="pt-BR"/>
              </a:p>
            </p:txBody>
          </p:sp>
        </mc:Choice>
        <mc:Fallback xmlns="">
          <p:sp>
            <p:nvSpPr>
              <p:cNvPr id="5" name="CaixaDeTexto 4">
                <a:extLst>
                  <a:ext uri="{FF2B5EF4-FFF2-40B4-BE49-F238E27FC236}">
                    <a16:creationId xmlns:a16="http://schemas.microsoft.com/office/drawing/2014/main" id="{47EC93A1-8D66-50F2-3F44-1DA036EED29C}"/>
                  </a:ext>
                </a:extLst>
              </p:cNvPr>
              <p:cNvSpPr txBox="1">
                <a:spLocks noRot="1" noChangeAspect="1" noMove="1" noResize="1" noEditPoints="1" noAdjustHandles="1" noChangeArrowheads="1" noChangeShapeType="1" noTextEdit="1"/>
              </p:cNvSpPr>
              <p:nvPr/>
            </p:nvSpPr>
            <p:spPr>
              <a:xfrm>
                <a:off x="6083101" y="2406370"/>
                <a:ext cx="5205499" cy="338554"/>
              </a:xfrm>
              <a:prstGeom prst="rect">
                <a:avLst/>
              </a:prstGeom>
              <a:blipFill>
                <a:blip r:embed="rId17"/>
                <a:stretch>
                  <a:fillRect l="-703"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96D10D0-D58C-B778-D303-CD2BD1C13C16}"/>
                  </a:ext>
                </a:extLst>
              </p:cNvPr>
              <p:cNvSpPr txBox="1"/>
              <p:nvPr/>
            </p:nvSpPr>
            <p:spPr>
              <a:xfrm>
                <a:off x="6139679" y="2837811"/>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1"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𝑞</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𝑟</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𝑟</m:t>
                                      </m:r>
                                    </m:sub>
                                  </m:sSub>
                                </m:sub>
                                <m:sup>
                                  <m:d>
                                    <m:dPr>
                                      <m:ctrlPr>
                                        <a:rPr lang="pt-BR" i="1" smtClean="0">
                                          <a:latin typeface="Cambria Math" panose="02040503050406030204" pitchFamily="18" charset="0"/>
                                        </a:rPr>
                                      </m:ctrlPr>
                                    </m:dPr>
                                    <m:e>
                                      <m:r>
                                        <a:rPr lang="pt-BR" b="0" i="1" smtClean="0">
                                          <a:latin typeface="Cambria Math" panose="02040503050406030204" pitchFamily="18" charset="0"/>
                                        </a:rPr>
                                        <m:t>𝑟</m:t>
                                      </m:r>
                                    </m:e>
                                  </m:d>
                                </m:sup>
                              </m:sSubSup>
                              <m:r>
                                <a:rPr lang="pt-BR" b="0" i="1" smtClean="0">
                                  <a:latin typeface="Cambria Math" panose="02040503050406030204" pitchFamily="18" charset="0"/>
                                </a:rPr>
                                <m:t>  </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0</m:t>
                                  </m:r>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e>
                          </m:d>
                        </m:e>
                        <m:sup>
                          <m:r>
                            <m:rPr>
                              <m:sty m:val="p"/>
                            </m:rPr>
                            <a:rPr lang="pt-BR">
                              <a:latin typeface="Cambria Math" panose="02040503050406030204" pitchFamily="18" charset="0"/>
                            </a:rPr>
                            <m:t>T</m:t>
                          </m:r>
                        </m:sup>
                      </m:sSup>
                    </m:oMath>
                  </m:oMathPara>
                </a14:m>
                <a:endParaRPr lang="en-US"/>
              </a:p>
            </p:txBody>
          </p:sp>
        </mc:Choice>
        <mc:Fallback xmlns="">
          <p:sp>
            <p:nvSpPr>
              <p:cNvPr id="7" name="CaixaDeTexto 6">
                <a:extLst>
                  <a:ext uri="{FF2B5EF4-FFF2-40B4-BE49-F238E27FC236}">
                    <a16:creationId xmlns:a16="http://schemas.microsoft.com/office/drawing/2014/main" id="{D96D10D0-D58C-B778-D303-CD2BD1C13C16}"/>
                  </a:ext>
                </a:extLst>
              </p:cNvPr>
              <p:cNvSpPr txBox="1">
                <a:spLocks noRot="1" noChangeAspect="1" noMove="1" noResize="1" noEditPoints="1" noAdjustHandles="1" noChangeArrowheads="1" noChangeShapeType="1" noTextEdit="1"/>
              </p:cNvSpPr>
              <p:nvPr/>
            </p:nvSpPr>
            <p:spPr>
              <a:xfrm>
                <a:off x="6139679" y="2837811"/>
                <a:ext cx="5190639" cy="519181"/>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D86EA7A2-A1C0-1258-B263-A2F345916762}"/>
                  </a:ext>
                </a:extLst>
              </p:cNvPr>
              <p:cNvSpPr txBox="1"/>
              <p:nvPr/>
            </p:nvSpPr>
            <p:spPr>
              <a:xfrm>
                <a:off x="6102462" y="3529540"/>
                <a:ext cx="5466146" cy="584775"/>
              </a:xfrm>
              <a:prstGeom prst="rect">
                <a:avLst/>
              </a:prstGeom>
              <a:noFill/>
            </p:spPr>
            <p:txBody>
              <a:bodyPr wrap="square">
                <a:spAutoFit/>
              </a:bodyPr>
              <a:lstStyle>
                <a:defPPr>
                  <a:defRPr lang="pt-BR"/>
                </a:defPPr>
                <a:lvl1pPr>
                  <a:defRPr sz="1600"/>
                </a:lvl1pPr>
              </a:lstStyle>
              <a:p>
                <a:r>
                  <a:rPr lang="en-US"/>
                  <a:t>The electric field coefficients from all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oMath>
                </a14:m>
                <a:r>
                  <a:rPr lang="en-US"/>
                  <a:t> surface conductors can be assemble into a global vector of unknowns, </a:t>
                </a:r>
                <a14:m>
                  <m:oMath xmlns:m="http://schemas.openxmlformats.org/officeDocument/2006/math">
                    <m:r>
                      <a:rPr lang="en-US" b="1" i="1" smtClean="0">
                        <a:latin typeface="Cambria Math" panose="02040503050406030204" pitchFamily="18" charset="0"/>
                      </a:rPr>
                      <m:t>𝑬</m:t>
                    </m:r>
                  </m:oMath>
                </a14:m>
                <a:r>
                  <a:rPr lang="en-US"/>
                  <a:t>.</a:t>
                </a:r>
                <a:endParaRPr lang="pt-BR"/>
              </a:p>
            </p:txBody>
          </p:sp>
        </mc:Choice>
        <mc:Fallback xmlns="">
          <p:sp>
            <p:nvSpPr>
              <p:cNvPr id="10" name="CaixaDeTexto 9">
                <a:extLst>
                  <a:ext uri="{FF2B5EF4-FFF2-40B4-BE49-F238E27FC236}">
                    <a16:creationId xmlns:a16="http://schemas.microsoft.com/office/drawing/2014/main" id="{D86EA7A2-A1C0-1258-B263-A2F345916762}"/>
                  </a:ext>
                </a:extLst>
              </p:cNvPr>
              <p:cNvSpPr txBox="1">
                <a:spLocks noRot="1" noChangeAspect="1" noMove="1" noResize="1" noEditPoints="1" noAdjustHandles="1" noChangeArrowheads="1" noChangeShapeType="1" noTextEdit="1"/>
              </p:cNvSpPr>
              <p:nvPr/>
            </p:nvSpPr>
            <p:spPr>
              <a:xfrm>
                <a:off x="6102462" y="3529540"/>
                <a:ext cx="5466146" cy="584775"/>
              </a:xfrm>
              <a:prstGeom prst="rect">
                <a:avLst/>
              </a:prstGeom>
              <a:blipFill>
                <a:blip r:embed="rId19"/>
                <a:stretch>
                  <a:fillRect l="-557" t="-3125" r="-111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66802B92-6147-8246-DAFF-70970DA63A8A}"/>
                  </a:ext>
                </a:extLst>
              </p:cNvPr>
              <p:cNvSpPr txBox="1"/>
              <p:nvPr/>
            </p:nvSpPr>
            <p:spPr>
              <a:xfrm>
                <a:off x="6139679" y="5334713"/>
                <a:ext cx="5190639" cy="81105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𝑁</m:t>
                      </m:r>
                      <m:r>
                        <a:rPr lang="pt-BR" b="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𝑝</m:t>
                          </m:r>
                          <m:r>
                            <a:rPr lang="pt-BR" i="1" smtClean="0">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ctrlPr>
                                <a:rPr lang="pt-BR" b="0" i="1" smtClean="0">
                                  <a:latin typeface="Cambria Math" panose="02040503050406030204" pitchFamily="18" charset="0"/>
                                </a:rPr>
                              </m:ctrlPr>
                            </m:dPr>
                            <m:e>
                              <m:r>
                                <a:rPr lang="pt-BR" b="0" i="1" smtClean="0">
                                  <a:latin typeface="Cambria Math" panose="02040503050406030204" pitchFamily="18" charset="0"/>
                                </a:rPr>
                                <m:t>2</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+1</m:t>
                              </m:r>
                            </m:e>
                          </m:d>
                        </m:e>
                      </m:nary>
                    </m:oMath>
                  </m:oMathPara>
                </a14:m>
                <a:endParaRPr lang="en-US"/>
              </a:p>
            </p:txBody>
          </p:sp>
        </mc:Choice>
        <mc:Fallback xmlns="">
          <p:sp>
            <p:nvSpPr>
              <p:cNvPr id="11" name="CaixaDeTexto 10">
                <a:extLst>
                  <a:ext uri="{FF2B5EF4-FFF2-40B4-BE49-F238E27FC236}">
                    <a16:creationId xmlns:a16="http://schemas.microsoft.com/office/drawing/2014/main" id="{66802B92-6147-8246-DAFF-70970DA63A8A}"/>
                  </a:ext>
                </a:extLst>
              </p:cNvPr>
              <p:cNvSpPr txBox="1">
                <a:spLocks noRot="1" noChangeAspect="1" noMove="1" noResize="1" noEditPoints="1" noAdjustHandles="1" noChangeArrowheads="1" noChangeShapeType="1" noTextEdit="1"/>
              </p:cNvSpPr>
              <p:nvPr/>
            </p:nvSpPr>
            <p:spPr>
              <a:xfrm>
                <a:off x="6139679" y="5334713"/>
                <a:ext cx="5190639" cy="811056"/>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A5E1EE2E-2929-C14A-5422-046D2B505A32}"/>
                  </a:ext>
                </a:extLst>
              </p:cNvPr>
              <p:cNvSpPr txBox="1"/>
              <p:nvPr/>
            </p:nvSpPr>
            <p:spPr>
              <a:xfrm>
                <a:off x="6127661" y="4898929"/>
                <a:ext cx="5466146" cy="338554"/>
              </a:xfrm>
              <a:prstGeom prst="rect">
                <a:avLst/>
              </a:prstGeom>
              <a:noFill/>
            </p:spPr>
            <p:txBody>
              <a:bodyPr wrap="square">
                <a:spAutoFit/>
              </a:bodyPr>
              <a:lstStyle>
                <a:defPPr>
                  <a:defRPr lang="pt-BR"/>
                </a:defPPr>
                <a:lvl1pPr>
                  <a:defRPr sz="1600"/>
                </a:lvl1pPr>
              </a:lstStyle>
              <a:p>
                <a:r>
                  <a:rPr lang="en-US"/>
                  <a:t>The size of </a:t>
                </a:r>
                <a14:m>
                  <m:oMath xmlns:m="http://schemas.openxmlformats.org/officeDocument/2006/math">
                    <m:r>
                      <a:rPr lang="en-US" b="1" i="0" smtClean="0">
                        <a:latin typeface="Cambria Math" panose="02040503050406030204" pitchFamily="18" charset="0"/>
                      </a:rPr>
                      <m:t>𝐄</m:t>
                    </m:r>
                  </m:oMath>
                </a14:m>
                <a:r>
                  <a:rPr lang="en-US"/>
                  <a:t> is </a:t>
                </a:r>
                <a14:m>
                  <m:oMath xmlns:m="http://schemas.openxmlformats.org/officeDocument/2006/math">
                    <m:r>
                      <a:rPr lang="en-US" i="1" smtClean="0">
                        <a:latin typeface="Cambria Math" panose="02040503050406030204" pitchFamily="18" charset="0"/>
                      </a:rPr>
                      <m:t>𝑁</m:t>
                    </m:r>
                    <m:r>
                      <a:rPr lang="en-US" i="1" smtClean="0">
                        <a:latin typeface="Cambria Math" panose="02040503050406030204" pitchFamily="18" charset="0"/>
                      </a:rPr>
                      <m:t>×1</m:t>
                    </m:r>
                  </m:oMath>
                </a14:m>
                <a:r>
                  <a:rPr lang="en-US"/>
                  <a:t>, where</a:t>
                </a:r>
                <a:endParaRPr lang="pt-BR"/>
              </a:p>
            </p:txBody>
          </p:sp>
        </mc:Choice>
        <mc:Fallback xmlns="">
          <p:sp>
            <p:nvSpPr>
              <p:cNvPr id="12" name="CaixaDeTexto 11">
                <a:extLst>
                  <a:ext uri="{FF2B5EF4-FFF2-40B4-BE49-F238E27FC236}">
                    <a16:creationId xmlns:a16="http://schemas.microsoft.com/office/drawing/2014/main" id="{A5E1EE2E-2929-C14A-5422-046D2B505A32}"/>
                  </a:ext>
                </a:extLst>
              </p:cNvPr>
              <p:cNvSpPr txBox="1">
                <a:spLocks noRot="1" noChangeAspect="1" noMove="1" noResize="1" noEditPoints="1" noAdjustHandles="1" noChangeArrowheads="1" noChangeShapeType="1" noTextEdit="1"/>
              </p:cNvSpPr>
              <p:nvPr/>
            </p:nvSpPr>
            <p:spPr>
              <a:xfrm>
                <a:off x="6127661" y="4898929"/>
                <a:ext cx="5466146" cy="338554"/>
              </a:xfrm>
              <a:prstGeom prst="rect">
                <a:avLst/>
              </a:prstGeom>
              <a:blipFill>
                <a:blip r:embed="rId21"/>
                <a:stretch>
                  <a:fillRect l="-557" t="-5455" b="-23636"/>
                </a:stretch>
              </a:blipFill>
            </p:spPr>
            <p:txBody>
              <a:bodyPr/>
              <a:lstStyle/>
              <a:p>
                <a:r>
                  <a:rPr lang="pt-BR">
                    <a:noFill/>
                  </a:rPr>
                  <a:t> </a:t>
                </a:r>
              </a:p>
            </p:txBody>
          </p:sp>
        </mc:Fallback>
      </mc:AlternateContent>
      <p:sp>
        <p:nvSpPr>
          <p:cNvPr id="13" name="CaixaDeTexto 12">
            <a:extLst>
              <a:ext uri="{FF2B5EF4-FFF2-40B4-BE49-F238E27FC236}">
                <a16:creationId xmlns:a16="http://schemas.microsoft.com/office/drawing/2014/main" id="{063083B4-B7E4-4222-85C0-4E0A4042B6E8}"/>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8CD82189-DC25-C31F-6720-1BB13040DA89}"/>
                  </a:ext>
                </a:extLst>
              </p:cNvPr>
              <p:cNvSpPr txBox="1"/>
              <p:nvPr/>
            </p:nvSpPr>
            <p:spPr>
              <a:xfrm>
                <a:off x="11208568" y="558105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3)</m:t>
                      </m:r>
                    </m:oMath>
                  </m:oMathPara>
                </a14:m>
                <a:endParaRPr lang="en-US" sz="1200"/>
              </a:p>
            </p:txBody>
          </p:sp>
        </mc:Choice>
        <mc:Fallback xmlns="">
          <p:sp>
            <p:nvSpPr>
              <p:cNvPr id="15" name="CaixaDeTexto 14">
                <a:extLst>
                  <a:ext uri="{FF2B5EF4-FFF2-40B4-BE49-F238E27FC236}">
                    <a16:creationId xmlns:a16="http://schemas.microsoft.com/office/drawing/2014/main" id="{8CD82189-DC25-C31F-6720-1BB13040DA89}"/>
                  </a:ext>
                </a:extLst>
              </p:cNvPr>
              <p:cNvSpPr txBox="1">
                <a:spLocks noRot="1" noChangeAspect="1" noMove="1" noResize="1" noEditPoints="1" noAdjustHandles="1" noChangeArrowheads="1" noChangeShapeType="1" noTextEdit="1"/>
              </p:cNvSpPr>
              <p:nvPr/>
            </p:nvSpPr>
            <p:spPr>
              <a:xfrm>
                <a:off x="11208568" y="5581052"/>
                <a:ext cx="468052" cy="276999"/>
              </a:xfrm>
              <a:prstGeom prst="rect">
                <a:avLst/>
              </a:prstGeom>
              <a:blipFill>
                <a:blip r:embed="rId22"/>
                <a:stretch>
                  <a:fillRect b="-8889"/>
                </a:stretch>
              </a:blipFill>
            </p:spPr>
            <p:txBody>
              <a:bodyPr/>
              <a:lstStyle/>
              <a:p>
                <a:r>
                  <a:rPr lang="pt-BR">
                    <a:noFill/>
                  </a:rPr>
                  <a:t> </a:t>
                </a:r>
              </a:p>
            </p:txBody>
          </p:sp>
        </mc:Fallback>
      </mc:AlternateContent>
    </p:spTree>
    <p:extLst>
      <p:ext uri="{BB962C8B-B14F-4D97-AF65-F5344CB8AC3E}">
        <p14:creationId xmlns:p14="http://schemas.microsoft.com/office/powerpoint/2010/main" val="2749496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72802" y="6480904"/>
            <a:ext cx="414586" cy="252029"/>
          </a:xfrm>
        </p:spPr>
        <p:txBody>
          <a:bodyPr/>
          <a:lstStyle/>
          <a:p>
            <a:fld id="{6023531A-24AE-4EE7-A19A-D3968154BEE1}" type="slidenum">
              <a:rPr lang="pt-BR" smtClean="0"/>
              <a:t>10</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849976"/>
              </a:xfrm>
              <a:prstGeom prst="rect">
                <a:avLst/>
              </a:prstGeom>
              <a:noFill/>
            </p:spPr>
            <p:txBody>
              <a:bodyPr wrap="square">
                <a:spAutoFit/>
              </a:bodyPr>
              <a:lstStyle>
                <a:defPPr>
                  <a:defRPr lang="pt-BR"/>
                </a:defPPr>
                <a:lvl1pPr>
                  <a:defRPr sz="1600"/>
                </a:lvl1pPr>
              </a:lstStyle>
              <a:p>
                <a:r>
                  <a:rPr lang="en-US"/>
                  <a:t>The equivalent surface current on the boundary of the conductors, </a:t>
                </a:r>
                <a14:m>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r>
                          <a:rPr lang="pt-BR" b="0" i="1" smtClean="0">
                            <a:latin typeface="Cambria Math" panose="02040503050406030204" pitchFamily="18" charset="0"/>
                          </a:rPr>
                          <m:t> </m:t>
                        </m:r>
                      </m:sup>
                    </m:sSubSup>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a:t>
                </a:r>
                <a:r>
                  <a:rPr lang="pt-BR"/>
                  <a:t>:</a:t>
                </a: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849976"/>
              </a:xfrm>
              <a:prstGeom prst="rect">
                <a:avLst/>
              </a:prstGeom>
              <a:blipFill>
                <a:blip r:embed="rId14"/>
                <a:stretch>
                  <a:fillRect l="-583" t="-2158" b="-86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2318211"/>
                <a:ext cx="5190639"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f>
                        <m:fPr>
                          <m:ctrlPr>
                            <a:rPr lang="pt-BR" b="0" i="1" smtClean="0">
                              <a:latin typeface="Cambria Math" panose="02040503050406030204" pitchFamily="18" charset="0"/>
                            </a:rPr>
                          </m:ctrlPr>
                        </m:fPr>
                        <m:num>
                          <m:r>
                            <a:rPr lang="pt-BR" b="0" i="0" smtClean="0">
                              <a:latin typeface="Cambria Math" panose="02040503050406030204" pitchFamily="18" charset="0"/>
                            </a:rPr>
                            <m:t>1</m:t>
                          </m:r>
                        </m:num>
                        <m:den>
                          <m:r>
                            <a:rPr lang="pt-BR" b="0" i="1" smtClean="0">
                              <a:latin typeface="Cambria Math" panose="02040503050406030204" pitchFamily="18" charset="0"/>
                            </a:rPr>
                            <m:t>2</m:t>
                          </m:r>
                          <m:r>
                            <a:rPr lang="pt-BR" b="0" i="1" smtClean="0">
                              <a:latin typeface="Cambria Math" panose="02040503050406030204" pitchFamily="18" charset="0"/>
                            </a:rPr>
                            <m:t>𝜋</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2318211"/>
                <a:ext cx="5190639" cy="858761"/>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3443120"/>
                <a:ext cx="5221288" cy="913070"/>
              </a:xfrm>
              <a:prstGeom prst="rect">
                <a:avLst/>
              </a:prstGeom>
              <a:noFill/>
            </p:spPr>
            <p:txBody>
              <a:bodyPr wrap="square">
                <a:spAutoFit/>
              </a:bodyPr>
              <a:lstStyle>
                <a:defPPr>
                  <a:defRPr lang="pt-BR"/>
                </a:defPPr>
                <a:lvl1pPr>
                  <a:defRPr sz="1600"/>
                </a:lvl1pPr>
              </a:lstStyle>
              <a:p>
                <a:r>
                  <a:rPr lang="en-US"/>
                  <a:t>The scaling factor </a:t>
                </a:r>
                <a14:m>
                  <m:oMath xmlns:m="http://schemas.openxmlformats.org/officeDocument/2006/math">
                    <m:r>
                      <a:rPr lang="en-US" i="1" smtClean="0">
                        <a:latin typeface="Cambria Math" panose="02040503050406030204" pitchFamily="18" charset="0"/>
                      </a:rPr>
                      <m:t>1/(2</m:t>
                    </m:r>
                    <m:r>
                      <a:rPr lang="en-US" i="1" smtClean="0">
                        <a:latin typeface="Cambria Math" panose="02040503050406030204" pitchFamily="18" charset="0"/>
                      </a:rPr>
                      <m:t>𝜋</m:t>
                    </m:r>
                    <m:sSub>
                      <m:sSubPr>
                        <m:ctrlPr>
                          <a:rPr lang="pt-BR" b="0" i="1" smtClean="0">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𝑝</m:t>
                        </m:r>
                      </m:sub>
                    </m:sSub>
                    <m:r>
                      <a:rPr lang="en-US" i="1" smtClean="0">
                        <a:latin typeface="Cambria Math" panose="02040503050406030204" pitchFamily="18" charset="0"/>
                      </a:rPr>
                      <m:t>)</m:t>
                    </m:r>
                  </m:oMath>
                </a14:m>
                <a:r>
                  <a:rPr lang="en-US"/>
                  <a:t> has been introduced to make the coefficient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0</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equal to the current flowing in the </a:t>
                </a:r>
                <a14:m>
                  <m:oMath xmlns:m="http://schemas.openxmlformats.org/officeDocument/2006/math">
                    <m:r>
                      <a:rPr lang="en-US" i="1" smtClean="0">
                        <a:latin typeface="Cambria Math" panose="02040503050406030204" pitchFamily="18" charset="0"/>
                      </a:rPr>
                      <m:t>𝑝</m:t>
                    </m:r>
                  </m:oMath>
                </a14:m>
                <a:r>
                  <a:rPr lang="en-US"/>
                  <a:t>-th conductor [7].</a:t>
                </a:r>
                <a:endParaRPr lang="pt-BR"/>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3443120"/>
                <a:ext cx="5221288" cy="913070"/>
              </a:xfrm>
              <a:prstGeom prst="rect">
                <a:avLst/>
              </a:prstGeom>
              <a:blipFill>
                <a:blip r:embed="rId16"/>
                <a:stretch>
                  <a:fillRect l="-583" t="-1333" r="-700" b="-7333"/>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51BAFE5B-9882-7D88-CF15-32FF36FA252C}"/>
              </a:ext>
            </a:extLst>
          </p:cNvPr>
          <p:cNvSpPr txBox="1"/>
          <p:nvPr/>
        </p:nvSpPr>
        <p:spPr>
          <a:xfrm>
            <a:off x="6119287" y="4498954"/>
            <a:ext cx="5221288" cy="584775"/>
          </a:xfrm>
          <a:prstGeom prst="rect">
            <a:avLst/>
          </a:prstGeom>
          <a:noFill/>
        </p:spPr>
        <p:txBody>
          <a:bodyPr wrap="square">
            <a:spAutoFit/>
          </a:bodyPr>
          <a:lstStyle>
            <a:defPPr>
              <a:defRPr lang="pt-BR"/>
            </a:defPPr>
            <a:lvl1pPr>
              <a:defRPr sz="1600"/>
            </a:lvl1pPr>
          </a:lstStyle>
          <a:p>
            <a:r>
              <a:rPr lang="en-US"/>
              <a:t>In a similar manner, we collect all the Fourier coefficients of the equivalent currents into a global vector</a:t>
            </a: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B305DCE-2540-6FFB-DD07-5D1F64AD9DD5}"/>
                  </a:ext>
                </a:extLst>
              </p:cNvPr>
              <p:cNvSpPr txBox="1"/>
              <p:nvPr/>
            </p:nvSpPr>
            <p:spPr>
              <a:xfrm>
                <a:off x="6161945" y="5204242"/>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i="1">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1" smtClean="0">
                                  <a:latin typeface="Cambria Math" panose="02040503050406030204" pitchFamily="18" charset="0"/>
                                </a:rPr>
                                <m:t> </m:t>
                              </m:r>
                              <m:r>
                                <a:rPr lang="pt-BR" i="1">
                                  <a:latin typeface="Cambria Math" panose="02040503050406030204" pitchFamily="18" charset="0"/>
                                </a:rPr>
                                <m:t>⋯</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a:rPr lang="pt-BR" i="1">
                              <a:latin typeface="Cambria Math" panose="02040503050406030204" pitchFamily="18" charset="0"/>
                            </a:rPr>
                            <m:t>𝑇</m:t>
                          </m:r>
                        </m:sup>
                      </m:sSup>
                    </m:oMath>
                  </m:oMathPara>
                </a14:m>
                <a:endParaRPr lang="en-US" i="1"/>
              </a:p>
            </p:txBody>
          </p:sp>
        </mc:Choice>
        <mc:Fallback xmlns="">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6161945" y="5204242"/>
                <a:ext cx="5190639" cy="437043"/>
              </a:xfrm>
              <a:prstGeom prst="rect">
                <a:avLst/>
              </a:prstGeom>
              <a:blipFill>
                <a:blip r:embed="rId17"/>
                <a:stretch>
                  <a:fillRect/>
                </a:stretch>
              </a:blipFill>
            </p:spPr>
            <p:txBody>
              <a:bodyPr/>
              <a:lstStyle/>
              <a:p>
                <a:r>
                  <a:rPr lang="pt-BR">
                    <a:noFill/>
                  </a:rPr>
                  <a:t> </a:t>
                </a:r>
              </a:p>
            </p:txBody>
          </p:sp>
        </mc:Fallback>
      </mc:AlternateContent>
      <p:sp>
        <p:nvSpPr>
          <p:cNvPr id="5" name="CaixaDeTexto 4">
            <a:extLst>
              <a:ext uri="{FF2B5EF4-FFF2-40B4-BE49-F238E27FC236}">
                <a16:creationId xmlns:a16="http://schemas.microsoft.com/office/drawing/2014/main" id="{91F9B305-4642-DD49-F4D1-79137D8A722C}"/>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075CA50-8CE0-7E74-29C9-CEAA40519F92}"/>
                  </a:ext>
                </a:extLst>
              </p:cNvPr>
              <p:cNvSpPr txBox="1"/>
              <p:nvPr/>
            </p:nvSpPr>
            <p:spPr>
              <a:xfrm>
                <a:off x="11208568" y="257831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4)</m:t>
                      </m:r>
                    </m:oMath>
                  </m:oMathPara>
                </a14:m>
                <a:endParaRPr lang="en-US" sz="1200"/>
              </a:p>
            </p:txBody>
          </p:sp>
        </mc:Choice>
        <mc:Fallback xmlns="">
          <p:sp>
            <p:nvSpPr>
              <p:cNvPr id="7" name="CaixaDeTexto 6">
                <a:extLst>
                  <a:ext uri="{FF2B5EF4-FFF2-40B4-BE49-F238E27FC236}">
                    <a16:creationId xmlns:a16="http://schemas.microsoft.com/office/drawing/2014/main" id="{3075CA50-8CE0-7E74-29C9-CEAA40519F92}"/>
                  </a:ext>
                </a:extLst>
              </p:cNvPr>
              <p:cNvSpPr txBox="1">
                <a:spLocks noRot="1" noChangeAspect="1" noMove="1" noResize="1" noEditPoints="1" noAdjustHandles="1" noChangeArrowheads="1" noChangeShapeType="1" noTextEdit="1"/>
              </p:cNvSpPr>
              <p:nvPr/>
            </p:nvSpPr>
            <p:spPr>
              <a:xfrm>
                <a:off x="11208568" y="2578314"/>
                <a:ext cx="468052" cy="276999"/>
              </a:xfrm>
              <a:prstGeom prst="rect">
                <a:avLst/>
              </a:prstGeom>
              <a:blipFill>
                <a:blip r:embed="rId18"/>
                <a:stretch>
                  <a:fillRect b="-8889"/>
                </a:stretch>
              </a:blipFill>
            </p:spPr>
            <p:txBody>
              <a:bodyPr/>
              <a:lstStyle/>
              <a:p>
                <a:r>
                  <a:rPr lang="pt-BR">
                    <a:noFill/>
                  </a:rPr>
                  <a:t> </a:t>
                </a:r>
              </a:p>
            </p:txBody>
          </p:sp>
        </mc:Fallback>
      </mc:AlternateContent>
    </p:spTree>
    <p:extLst>
      <p:ext uri="{BB962C8B-B14F-4D97-AF65-F5344CB8AC3E}">
        <p14:creationId xmlns:p14="http://schemas.microsoft.com/office/powerpoint/2010/main" val="518384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11</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584775"/>
              </a:xfrm>
              <a:prstGeom prst="rect">
                <a:avLst/>
              </a:prstGeom>
              <a:noFill/>
            </p:spPr>
            <p:txBody>
              <a:bodyPr wrap="square">
                <a:spAutoFit/>
              </a:bodyPr>
              <a:lstStyle>
                <a:defPPr>
                  <a:defRPr lang="pt-BR"/>
                </a:defPPr>
                <a:lvl1pPr>
                  <a:defRPr sz="1600"/>
                </a:lvl1pPr>
              </a:lstStyle>
              <a:p>
                <a:r>
                  <a:rPr lang="en-US"/>
                  <a:t>At this point, we can relate vectors </a:t>
                </a:r>
                <a14:m>
                  <m:oMath xmlns:m="http://schemas.openxmlformats.org/officeDocument/2006/math">
                    <m:r>
                      <a:rPr lang="en-US" b="1" i="1" smtClean="0">
                        <a:latin typeface="Cambria Math" panose="02040503050406030204" pitchFamily="18" charset="0"/>
                      </a:rPr>
                      <m:t>𝑬</m:t>
                    </m:r>
                  </m:oMath>
                </a14:m>
                <a:r>
                  <a:rPr lang="en-US"/>
                  <a:t> and </a:t>
                </a:r>
                <a14:m>
                  <m:oMath xmlns:m="http://schemas.openxmlformats.org/officeDocument/2006/math">
                    <m:r>
                      <a:rPr lang="en-US" b="1" i="1" smtClean="0">
                        <a:latin typeface="Cambria Math" panose="02040503050406030204" pitchFamily="18" charset="0"/>
                      </a:rPr>
                      <m:t>𝑱</m:t>
                    </m:r>
                  </m:oMath>
                </a14:m>
                <a:r>
                  <a:rPr lang="en-US"/>
                  <a:t> by a global surface admittance operator,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as</a:t>
                </a:r>
                <a:endParaRPr lang="pt-B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584775"/>
              </a:xfrm>
              <a:prstGeom prst="rect">
                <a:avLst/>
              </a:prstGeom>
              <a:blipFill>
                <a:blip r:embed="rId14"/>
                <a:stretch>
                  <a:fillRect l="-583"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B305DCE-2540-6FFB-DD07-5D1F64AD9DD5}"/>
                  </a:ext>
                </a:extLst>
              </p:cNvPr>
              <p:cNvSpPr txBox="1"/>
              <p:nvPr/>
            </p:nvSpPr>
            <p:spPr>
              <a:xfrm>
                <a:off x="8040216" y="2073830"/>
                <a:ext cx="1391637" cy="369332"/>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800" b="1" i="1" smtClean="0">
                          <a:latin typeface="Cambria Math" panose="02040503050406030204" pitchFamily="18" charset="0"/>
                        </a:rPr>
                        <m:t>𝑱</m:t>
                      </m:r>
                      <m:r>
                        <a:rPr lang="pt-BR" sz="1800" i="1">
                          <a:latin typeface="Cambria Math" panose="02040503050406030204" pitchFamily="18" charset="0"/>
                        </a:rPr>
                        <m:t>=</m:t>
                      </m:r>
                      <m:sSub>
                        <m:sSubPr>
                          <m:ctrlPr>
                            <a:rPr lang="pt-BR"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 </m:t>
                      </m:r>
                      <m:r>
                        <a:rPr lang="pt-BR" sz="1800" b="1" i="1" smtClean="0">
                          <a:latin typeface="Cambria Math" panose="02040503050406030204" pitchFamily="18" charset="0"/>
                          <a:ea typeface="Cambria Math" panose="02040503050406030204" pitchFamily="18" charset="0"/>
                        </a:rPr>
                        <m:t>𝑬</m:t>
                      </m:r>
                    </m:oMath>
                  </m:oMathPara>
                </a14:m>
                <a:endParaRPr lang="en-US" sz="1800" i="1"/>
              </a:p>
            </p:txBody>
          </p:sp>
        </mc:Choice>
        <mc:Fallback xmlns="">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8040216" y="2073830"/>
                <a:ext cx="1391637" cy="369332"/>
              </a:xfrm>
              <a:prstGeom prst="rect">
                <a:avLst/>
              </a:prstGeom>
              <a:blipFill>
                <a:blip r:embed="rId15"/>
                <a:stretch>
                  <a:fillRect b="-9836"/>
                </a:stretch>
              </a:blipFill>
            </p:spPr>
            <p:txBody>
              <a:bodyPr/>
              <a:lstStyle/>
              <a:p>
                <a:r>
                  <a:rPr lang="pt-BR">
                    <a:noFill/>
                  </a:rPr>
                  <a:t> </a:t>
                </a:r>
              </a:p>
            </p:txBody>
          </p:sp>
        </mc:Fallback>
      </mc:AlternateContent>
      <p:sp>
        <p:nvSpPr>
          <p:cNvPr id="5" name="Retângulo: Cantos Arredondados 4">
            <a:extLst>
              <a:ext uri="{FF2B5EF4-FFF2-40B4-BE49-F238E27FC236}">
                <a16:creationId xmlns:a16="http://schemas.microsoft.com/office/drawing/2014/main" id="{8063A2EC-67DF-16FC-04C9-17B22464C224}"/>
              </a:ext>
            </a:extLst>
          </p:cNvPr>
          <p:cNvSpPr/>
          <p:nvPr/>
        </p:nvSpPr>
        <p:spPr>
          <a:xfrm>
            <a:off x="8040216" y="2060848"/>
            <a:ext cx="1391637"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F0A6077C-E2D4-6983-8AF3-FF77E566AD4D}"/>
                  </a:ext>
                </a:extLst>
              </p:cNvPr>
              <p:cNvSpPr txBox="1"/>
              <p:nvPr/>
            </p:nvSpPr>
            <p:spPr>
              <a:xfrm>
                <a:off x="6129490" y="5424294"/>
                <a:ext cx="5475122" cy="902811"/>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is a block diagonal matrix; </a:t>
                </a:r>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is the sub-matrix of the surface admittance operator of the solid conductor; and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those of the hollow conductor.</a:t>
                </a:r>
                <a:endParaRPr lang="pt-BR"/>
              </a:p>
            </p:txBody>
          </p:sp>
        </mc:Choice>
        <mc:Fallback xmlns="">
          <p:sp>
            <p:nvSpPr>
              <p:cNvPr id="7" name="CaixaDeTexto 6">
                <a:extLst>
                  <a:ext uri="{FF2B5EF4-FFF2-40B4-BE49-F238E27FC236}">
                    <a16:creationId xmlns:a16="http://schemas.microsoft.com/office/drawing/2014/main" id="{F0A6077C-E2D4-6983-8AF3-FF77E566AD4D}"/>
                  </a:ext>
                </a:extLst>
              </p:cNvPr>
              <p:cNvSpPr txBox="1">
                <a:spLocks noRot="1" noChangeAspect="1" noMove="1" noResize="1" noEditPoints="1" noAdjustHandles="1" noChangeArrowheads="1" noChangeShapeType="1" noTextEdit="1"/>
              </p:cNvSpPr>
              <p:nvPr/>
            </p:nvSpPr>
            <p:spPr>
              <a:xfrm>
                <a:off x="6129490" y="5424294"/>
                <a:ext cx="5475122" cy="902811"/>
              </a:xfrm>
              <a:prstGeom prst="rect">
                <a:avLst/>
              </a:prstGeom>
              <a:blipFill>
                <a:blip r:embed="rId16"/>
                <a:stretch>
                  <a:fillRect l="-556" t="-676" r="-111" b="-743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5D62F853-91CD-03F9-8832-E48B9134B710}"/>
                  </a:ext>
                </a:extLst>
              </p:cNvPr>
              <p:cNvSpPr txBox="1"/>
              <p:nvPr/>
            </p:nvSpPr>
            <p:spPr>
              <a:xfrm>
                <a:off x="6088943" y="2384884"/>
                <a:ext cx="8786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800" b="1" i="1" smtClean="0">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 </m:t>
                      </m:r>
                    </m:oMath>
                  </m:oMathPara>
                </a14:m>
                <a:endParaRPr lang="pt-BR"/>
              </a:p>
            </p:txBody>
          </p:sp>
        </mc:Choice>
        <mc:Fallback xmlns="">
          <p:sp>
            <p:nvSpPr>
              <p:cNvPr id="11" name="CaixaDeTexto 10">
                <a:extLst>
                  <a:ext uri="{FF2B5EF4-FFF2-40B4-BE49-F238E27FC236}">
                    <a16:creationId xmlns:a16="http://schemas.microsoft.com/office/drawing/2014/main" id="{5D62F853-91CD-03F9-8832-E48B9134B710}"/>
                  </a:ext>
                </a:extLst>
              </p:cNvPr>
              <p:cNvSpPr txBox="1">
                <a:spLocks noRot="1" noChangeAspect="1" noMove="1" noResize="1" noEditPoints="1" noAdjustHandles="1" noChangeArrowheads="1" noChangeShapeType="1" noTextEdit="1"/>
              </p:cNvSpPr>
              <p:nvPr/>
            </p:nvSpPr>
            <p:spPr>
              <a:xfrm>
                <a:off x="6088943" y="2384884"/>
                <a:ext cx="878624" cy="369332"/>
              </a:xfrm>
              <a:prstGeom prst="rect">
                <a:avLst/>
              </a:prstGeom>
              <a:blipFill>
                <a:blip r:embed="rId17"/>
                <a:stretch>
                  <a:fillRect/>
                </a:stretch>
              </a:blipFill>
            </p:spPr>
            <p:txBody>
              <a:bodyPr/>
              <a:lstStyle/>
              <a:p>
                <a:r>
                  <a:rPr lang="pt-BR">
                    <a:noFill/>
                  </a:rPr>
                  <a:t> </a:t>
                </a:r>
              </a:p>
            </p:txBody>
          </p:sp>
        </mc:Fallback>
      </mc:AlternateContent>
      <p:pic>
        <p:nvPicPr>
          <p:cNvPr id="18" name="Gráfico 17">
            <a:extLst>
              <a:ext uri="{FF2B5EF4-FFF2-40B4-BE49-F238E27FC236}">
                <a16:creationId xmlns:a16="http://schemas.microsoft.com/office/drawing/2014/main" id="{D71D12F1-159A-B1FC-AB79-D11B7B21EE77}"/>
              </a:ext>
            </a:extLst>
          </p:cNvPr>
          <p:cNvPicPr>
            <a:picLocks noChangeAspect="1"/>
          </p:cNvPicPr>
          <p:nvPr/>
        </p:nvPicPr>
        <p:blipFill rotWithShape="1">
          <a:blip r:embed="rId18">
            <a:extLst>
              <a:ext uri="{96DAC541-7B7A-43D3-8B79-37D633B846F1}">
                <asvg:svgBlip xmlns:asvg="http://schemas.microsoft.com/office/drawing/2016/SVG/main" r:embed="rId19"/>
              </a:ext>
            </a:extLst>
          </a:blip>
          <a:srcRect l="2053" t="2172" r="1726" b="10369"/>
          <a:stretch/>
        </p:blipFill>
        <p:spPr>
          <a:xfrm>
            <a:off x="6125942" y="2784167"/>
            <a:ext cx="5181608" cy="2481037"/>
          </a:xfrm>
          <a:prstGeom prst="rect">
            <a:avLst/>
          </a:prstGeom>
        </p:spPr>
      </p:pic>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539B2072-3B39-0823-247A-9D5C70C2ED12}"/>
                  </a:ext>
                </a:extLst>
              </p:cNvPr>
              <p:cNvSpPr txBox="1"/>
              <p:nvPr/>
            </p:nvSpPr>
            <p:spPr>
              <a:xfrm>
                <a:off x="1248029"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rgbClr val="00B050"/>
                            </a:solidFill>
                            <a:latin typeface="Cambria Math" panose="02040503050406030204" pitchFamily="18" charset="0"/>
                          </a:rPr>
                        </m:ctrlPr>
                      </m:sSubPr>
                      <m:e>
                        <m:r>
                          <a:rPr lang="pt-BR" sz="1400" b="0" i="1" smtClean="0">
                            <a:solidFill>
                              <a:srgbClr val="00B050"/>
                            </a:solidFill>
                            <a:latin typeface="Cambria Math" panose="02040503050406030204" pitchFamily="18" charset="0"/>
                          </a:rPr>
                          <m:t>𝑚</m:t>
                        </m:r>
                      </m:e>
                      <m:sub>
                        <m:r>
                          <a:rPr lang="pt-BR" sz="1400" b="0" i="1" smtClean="0">
                            <a:solidFill>
                              <a:srgbClr val="00B050"/>
                            </a:solidFill>
                            <a:latin typeface="Cambria Math" panose="02040503050406030204" pitchFamily="18" charset="0"/>
                          </a:rPr>
                          <m:t>1</m:t>
                        </m:r>
                      </m:sub>
                    </m:sSub>
                  </m:oMath>
                </a14:m>
                <a:r>
                  <a:rPr lang="pt-BR" sz="1400"/>
                  <a:t> solid conductors</a:t>
                </a:r>
              </a:p>
            </p:txBody>
          </p:sp>
        </mc:Choice>
        <mc:Fallback xmlns="">
          <p:sp>
            <p:nvSpPr>
              <p:cNvPr id="19" name="CaixaDeTexto 18">
                <a:extLst>
                  <a:ext uri="{FF2B5EF4-FFF2-40B4-BE49-F238E27FC236}">
                    <a16:creationId xmlns:a16="http://schemas.microsoft.com/office/drawing/2014/main" id="{539B2072-3B39-0823-247A-9D5C70C2ED12}"/>
                  </a:ext>
                </a:extLst>
              </p:cNvPr>
              <p:cNvSpPr txBox="1">
                <a:spLocks noRot="1" noChangeAspect="1" noMove="1" noResize="1" noEditPoints="1" noAdjustHandles="1" noChangeArrowheads="1" noChangeShapeType="1" noTextEdit="1"/>
              </p:cNvSpPr>
              <p:nvPr/>
            </p:nvSpPr>
            <p:spPr>
              <a:xfrm>
                <a:off x="1248029" y="4488134"/>
                <a:ext cx="1103556" cy="523220"/>
              </a:xfrm>
              <a:prstGeom prst="rect">
                <a:avLst/>
              </a:prstGeom>
              <a:blipFill>
                <a:blip r:embed="rId20"/>
                <a:stretch>
                  <a:fillRect t="-2326" b="-1162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B9AD4F47-8CB5-19A3-6B32-40BC37FCC7A4}"/>
                  </a:ext>
                </a:extLst>
              </p:cNvPr>
              <p:cNvSpPr txBox="1"/>
              <p:nvPr/>
            </p:nvSpPr>
            <p:spPr>
              <a:xfrm>
                <a:off x="3768308"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chemeClr val="tx2"/>
                            </a:solidFill>
                            <a:latin typeface="Cambria Math" panose="02040503050406030204" pitchFamily="18" charset="0"/>
                          </a:rPr>
                        </m:ctrlPr>
                      </m:sSubPr>
                      <m:e>
                        <m:r>
                          <a:rPr lang="pt-BR" sz="1400" b="0" i="1" smtClean="0">
                            <a:solidFill>
                              <a:schemeClr val="tx2"/>
                            </a:solidFill>
                            <a:latin typeface="Cambria Math" panose="02040503050406030204" pitchFamily="18" charset="0"/>
                          </a:rPr>
                          <m:t>𝑚</m:t>
                        </m:r>
                      </m:e>
                      <m:sub>
                        <m:r>
                          <a:rPr lang="pt-BR" sz="1400" b="0" i="1" smtClean="0">
                            <a:solidFill>
                              <a:schemeClr val="tx2"/>
                            </a:solidFill>
                            <a:latin typeface="Cambria Math" panose="02040503050406030204" pitchFamily="18" charset="0"/>
                          </a:rPr>
                          <m:t>2</m:t>
                        </m:r>
                      </m:sub>
                    </m:sSub>
                  </m:oMath>
                </a14:m>
                <a:r>
                  <a:rPr lang="pt-BR" sz="1400">
                    <a:solidFill>
                      <a:schemeClr val="tx2"/>
                    </a:solidFill>
                  </a:rPr>
                  <a:t> </a:t>
                </a:r>
                <a:r>
                  <a:rPr lang="pt-BR" sz="1400"/>
                  <a:t>hollow conductors</a:t>
                </a:r>
              </a:p>
            </p:txBody>
          </p:sp>
        </mc:Choice>
        <mc:Fallback xmlns="">
          <p:sp>
            <p:nvSpPr>
              <p:cNvPr id="20" name="CaixaDeTexto 19">
                <a:extLst>
                  <a:ext uri="{FF2B5EF4-FFF2-40B4-BE49-F238E27FC236}">
                    <a16:creationId xmlns:a16="http://schemas.microsoft.com/office/drawing/2014/main" id="{B9AD4F47-8CB5-19A3-6B32-40BC37FCC7A4}"/>
                  </a:ext>
                </a:extLst>
              </p:cNvPr>
              <p:cNvSpPr txBox="1">
                <a:spLocks noRot="1" noChangeAspect="1" noMove="1" noResize="1" noEditPoints="1" noAdjustHandles="1" noChangeArrowheads="1" noChangeShapeType="1" noTextEdit="1"/>
              </p:cNvSpPr>
              <p:nvPr/>
            </p:nvSpPr>
            <p:spPr>
              <a:xfrm>
                <a:off x="3768308" y="4488134"/>
                <a:ext cx="1103556" cy="523220"/>
              </a:xfrm>
              <a:prstGeom prst="rect">
                <a:avLst/>
              </a:prstGeom>
              <a:blipFill>
                <a:blip r:embed="rId21"/>
                <a:stretch>
                  <a:fillRect t="-2326" b="-11628"/>
                </a:stretch>
              </a:blipFill>
            </p:spPr>
            <p:txBody>
              <a:bodyPr/>
              <a:lstStyle/>
              <a:p>
                <a:r>
                  <a:rPr lang="pt-BR">
                    <a:noFill/>
                  </a:rPr>
                  <a:t> </a:t>
                </a:r>
              </a:p>
            </p:txBody>
          </p:sp>
        </mc:Fallback>
      </mc:AlternateContent>
      <p:sp>
        <p:nvSpPr>
          <p:cNvPr id="21" name="Retângulo: Cantos Arredondados 20">
            <a:extLst>
              <a:ext uri="{FF2B5EF4-FFF2-40B4-BE49-F238E27FC236}">
                <a16:creationId xmlns:a16="http://schemas.microsoft.com/office/drawing/2014/main" id="{17E1618A-749C-EA94-05BE-DD3DF72928BB}"/>
              </a:ext>
            </a:extLst>
          </p:cNvPr>
          <p:cNvSpPr/>
          <p:nvPr/>
        </p:nvSpPr>
        <p:spPr>
          <a:xfrm>
            <a:off x="6235131" y="2839260"/>
            <a:ext cx="1404156" cy="769478"/>
          </a:xfrm>
          <a:prstGeom prst="roundRect">
            <a:avLst>
              <a:gd name="adj" fmla="val 9934"/>
            </a:avLst>
          </a:prstGeom>
          <a:noFill/>
          <a:ln w="1270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Retângulo: Cantos Arredondados 21">
            <a:extLst>
              <a:ext uri="{FF2B5EF4-FFF2-40B4-BE49-F238E27FC236}">
                <a16:creationId xmlns:a16="http://schemas.microsoft.com/office/drawing/2014/main" id="{306180F9-5365-457C-1C00-53DC7C021842}"/>
              </a:ext>
            </a:extLst>
          </p:cNvPr>
          <p:cNvSpPr/>
          <p:nvPr/>
        </p:nvSpPr>
        <p:spPr>
          <a:xfrm>
            <a:off x="7639287" y="3565399"/>
            <a:ext cx="3456384" cy="1656184"/>
          </a:xfrm>
          <a:prstGeom prst="roundRect">
            <a:avLst>
              <a:gd name="adj" fmla="val 6686"/>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A15C927B-3422-F1A0-EEB8-DBA02555C9B5}"/>
                  </a:ext>
                </a:extLst>
              </p:cNvPr>
              <p:cNvSpPr txBox="1"/>
              <p:nvPr/>
            </p:nvSpPr>
            <p:spPr>
              <a:xfrm>
                <a:off x="1161974" y="5634837"/>
                <a:ext cx="2364029" cy="794256"/>
              </a:xfrm>
              <a:prstGeom prst="rect">
                <a:avLst/>
              </a:prstGeom>
              <a:noFill/>
            </p:spPr>
            <p:txBody>
              <a:bodyPr wrap="square">
                <a:spAutoFit/>
              </a:bodyPr>
              <a:lstStyle/>
              <a:p>
                <a:pPr>
                  <a:lnSpc>
                    <a:spcPct val="150000"/>
                  </a:lnSpc>
                </a:pPr>
                <a14:m>
                  <m:oMath xmlns:m="http://schemas.openxmlformats.org/officeDocument/2006/math">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𝑐</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1</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2</m:t>
                        </m:r>
                      </m:sub>
                    </m:sSub>
                  </m:oMath>
                </a14:m>
                <a:r>
                  <a:rPr lang="pt-BR" sz="1600"/>
                  <a:t>;  and </a:t>
                </a:r>
                <a14:m>
                  <m:oMath xmlns:m="http://schemas.openxmlformats.org/officeDocument/2006/math">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𝑠</m:t>
                        </m:r>
                      </m:sub>
                    </m:sSub>
                    <m:r>
                      <a:rPr lang="en-US" sz="1600" i="1">
                        <a:latin typeface="Cambria Math" panose="02040503050406030204" pitchFamily="18" charset="0"/>
                      </a:rPr>
                      <m:t> = </m:t>
                    </m:r>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1</m:t>
                        </m:r>
                      </m:sub>
                    </m:sSub>
                    <m:r>
                      <a:rPr lang="en-US" sz="1600" i="1">
                        <a:latin typeface="Cambria Math" panose="02040503050406030204" pitchFamily="18" charset="0"/>
                      </a:rPr>
                      <m:t> + 2</m:t>
                    </m:r>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2</m:t>
                        </m:r>
                      </m:sub>
                    </m:sSub>
                    <m:r>
                      <a:rPr lang="en-US" sz="1600" i="1">
                        <a:latin typeface="Cambria Math" panose="02040503050406030204" pitchFamily="18" charset="0"/>
                      </a:rPr>
                      <m:t> </m:t>
                    </m:r>
                  </m:oMath>
                </a14:m>
                <a:endParaRPr lang="pt-BR" sz="1600"/>
              </a:p>
            </p:txBody>
          </p:sp>
        </mc:Choice>
        <mc:Fallback xmlns="">
          <p:sp>
            <p:nvSpPr>
              <p:cNvPr id="28" name="CaixaDeTexto 27">
                <a:extLst>
                  <a:ext uri="{FF2B5EF4-FFF2-40B4-BE49-F238E27FC236}">
                    <a16:creationId xmlns:a16="http://schemas.microsoft.com/office/drawing/2014/main" id="{A15C927B-3422-F1A0-EEB8-DBA02555C9B5}"/>
                  </a:ext>
                </a:extLst>
              </p:cNvPr>
              <p:cNvSpPr txBox="1">
                <a:spLocks noRot="1" noChangeAspect="1" noMove="1" noResize="1" noEditPoints="1" noAdjustHandles="1" noChangeArrowheads="1" noChangeShapeType="1" noTextEdit="1"/>
              </p:cNvSpPr>
              <p:nvPr/>
            </p:nvSpPr>
            <p:spPr>
              <a:xfrm>
                <a:off x="1161974" y="5634837"/>
                <a:ext cx="2364029" cy="794256"/>
              </a:xfrm>
              <a:prstGeom prst="rect">
                <a:avLst/>
              </a:prstGeom>
              <a:blipFill>
                <a:blip r:embed="rId22"/>
                <a:stretch>
                  <a:fillRect/>
                </a:stretch>
              </a:blipFill>
            </p:spPr>
            <p:txBody>
              <a:bodyPr/>
              <a:lstStyle/>
              <a:p>
                <a:r>
                  <a:rPr lang="pt-BR">
                    <a:noFill/>
                  </a:rPr>
                  <a:t> </a:t>
                </a:r>
              </a:p>
            </p:txBody>
          </p:sp>
        </mc:Fallback>
      </mc:AlternateContent>
      <p:sp>
        <p:nvSpPr>
          <p:cNvPr id="34" name="CaixaDeTexto 33">
            <a:extLst>
              <a:ext uri="{FF2B5EF4-FFF2-40B4-BE49-F238E27FC236}">
                <a16:creationId xmlns:a16="http://schemas.microsoft.com/office/drawing/2014/main" id="{60DA8235-591F-55FE-F9E2-AFF701BBDB95}"/>
              </a:ext>
            </a:extLst>
          </p:cNvPr>
          <p:cNvSpPr txBox="1"/>
          <p:nvPr/>
        </p:nvSpPr>
        <p:spPr>
          <a:xfrm>
            <a:off x="1161201" y="5354733"/>
            <a:ext cx="1526650" cy="338554"/>
          </a:xfrm>
          <a:prstGeom prst="rect">
            <a:avLst/>
          </a:prstGeom>
          <a:noFill/>
        </p:spPr>
        <p:txBody>
          <a:bodyPr wrap="square">
            <a:spAutoFit/>
          </a:bodyPr>
          <a:lstStyle>
            <a:defPPr>
              <a:defRPr lang="pt-BR"/>
            </a:defPPr>
            <a:lvl1pPr>
              <a:defRPr sz="1600"/>
            </a:lvl1pPr>
          </a:lstStyle>
          <a:p>
            <a:r>
              <a:rPr lang="en-US"/>
              <a:t>Recalling that,</a:t>
            </a:r>
            <a:endParaRPr lang="pt-BR"/>
          </a:p>
        </p:txBody>
      </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D591BF2E-8C0A-C419-B04A-191ACA539A58}"/>
                  </a:ext>
                </a:extLst>
              </p:cNvPr>
              <p:cNvSpPr txBox="1"/>
              <p:nvPr/>
            </p:nvSpPr>
            <p:spPr>
              <a:xfrm>
                <a:off x="11098833" y="4955409"/>
                <a:ext cx="748631"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𝑁</m:t>
                      </m:r>
                      <m:r>
                        <a:rPr lang="pt-BR" sz="1400" b="0" i="1" smtClean="0">
                          <a:latin typeface="Cambria Math" panose="02040503050406030204" pitchFamily="18" charset="0"/>
                        </a:rPr>
                        <m:t>×</m:t>
                      </m:r>
                      <m:r>
                        <a:rPr lang="pt-BR" sz="1400" b="0" i="1" smtClean="0">
                          <a:latin typeface="Cambria Math" panose="02040503050406030204" pitchFamily="18" charset="0"/>
                        </a:rPr>
                        <m:t>𝑁</m:t>
                      </m:r>
                    </m:oMath>
                  </m:oMathPara>
                </a14:m>
                <a:endParaRPr lang="pt-BR" sz="1400"/>
              </a:p>
            </p:txBody>
          </p:sp>
        </mc:Choice>
        <mc:Fallback xmlns="">
          <p:sp>
            <p:nvSpPr>
              <p:cNvPr id="46" name="CaixaDeTexto 45">
                <a:extLst>
                  <a:ext uri="{FF2B5EF4-FFF2-40B4-BE49-F238E27FC236}">
                    <a16:creationId xmlns:a16="http://schemas.microsoft.com/office/drawing/2014/main" id="{D591BF2E-8C0A-C419-B04A-191ACA539A58}"/>
                  </a:ext>
                </a:extLst>
              </p:cNvPr>
              <p:cNvSpPr txBox="1">
                <a:spLocks noRot="1" noChangeAspect="1" noMove="1" noResize="1" noEditPoints="1" noAdjustHandles="1" noChangeArrowheads="1" noChangeShapeType="1" noTextEdit="1"/>
              </p:cNvSpPr>
              <p:nvPr/>
            </p:nvSpPr>
            <p:spPr>
              <a:xfrm>
                <a:off x="11098833" y="4955409"/>
                <a:ext cx="748631" cy="307777"/>
              </a:xfrm>
              <a:prstGeom prst="rect">
                <a:avLst/>
              </a:prstGeom>
              <a:blipFill>
                <a:blip r:embed="rId23"/>
                <a:stretch>
                  <a:fillRect/>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31E53CA0-E714-7094-B530-33F2094ADC33}"/>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8159DE5-800D-81D3-82D1-7C41B2419835}"/>
                  </a:ext>
                </a:extLst>
              </p:cNvPr>
              <p:cNvSpPr txBox="1"/>
              <p:nvPr/>
            </p:nvSpPr>
            <p:spPr>
              <a:xfrm>
                <a:off x="11208568" y="2150716"/>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5)</m:t>
                      </m:r>
                    </m:oMath>
                  </m:oMathPara>
                </a14:m>
                <a:endParaRPr lang="en-US" sz="1200"/>
              </a:p>
            </p:txBody>
          </p:sp>
        </mc:Choice>
        <mc:Fallback xmlns="">
          <p:sp>
            <p:nvSpPr>
              <p:cNvPr id="10" name="CaixaDeTexto 9">
                <a:extLst>
                  <a:ext uri="{FF2B5EF4-FFF2-40B4-BE49-F238E27FC236}">
                    <a16:creationId xmlns:a16="http://schemas.microsoft.com/office/drawing/2014/main" id="{28159DE5-800D-81D3-82D1-7C41B2419835}"/>
                  </a:ext>
                </a:extLst>
              </p:cNvPr>
              <p:cNvSpPr txBox="1">
                <a:spLocks noRot="1" noChangeAspect="1" noMove="1" noResize="1" noEditPoints="1" noAdjustHandles="1" noChangeArrowheads="1" noChangeShapeType="1" noTextEdit="1"/>
              </p:cNvSpPr>
              <p:nvPr/>
            </p:nvSpPr>
            <p:spPr>
              <a:xfrm>
                <a:off x="11208568" y="2150716"/>
                <a:ext cx="468052" cy="276999"/>
              </a:xfrm>
              <a:prstGeom prst="rect">
                <a:avLst/>
              </a:prstGeom>
              <a:blipFill>
                <a:blip r:embed="rId24"/>
                <a:stretch>
                  <a:fillRect b="-8889"/>
                </a:stretch>
              </a:blipFill>
            </p:spPr>
            <p:txBody>
              <a:bodyPr/>
              <a:lstStyle/>
              <a:p>
                <a:r>
                  <a:rPr lang="pt-BR">
                    <a:noFill/>
                  </a:rPr>
                  <a:t> </a:t>
                </a:r>
              </a:p>
            </p:txBody>
          </p:sp>
        </mc:Fallback>
      </mc:AlternateContent>
    </p:spTree>
    <p:extLst>
      <p:ext uri="{BB962C8B-B14F-4D97-AF65-F5344CB8AC3E}">
        <p14:creationId xmlns:p14="http://schemas.microsoft.com/office/powerpoint/2010/main" val="4288203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DA8CF963-DFBA-191D-6226-8C319EF88352}"/>
                  </a:ext>
                </a:extLst>
              </p:cNvPr>
              <p:cNvSpPr txBox="1"/>
              <p:nvPr/>
            </p:nvSpPr>
            <p:spPr>
              <a:xfrm>
                <a:off x="510280" y="1956213"/>
                <a:ext cx="5549716" cy="680699"/>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r>
                                    <a:rPr lang="pt-BR" b="0" i="1" smtClean="0">
                                      <a:latin typeface="Cambria Math" panose="02040503050406030204" pitchFamily="18" charset="0"/>
                                    </a:rPr>
                                    <m:t>𝑘</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sSubSup>
                                    <m:sSubSupPr>
                                      <m:ctrlPr>
                                        <a:rPr lang="pt-BR" b="0" i="1" smtClean="0">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𝒥</m:t>
                                      </m:r>
                                    </m:e>
                                    <m:sub>
                                      <m:d>
                                        <m:dPr>
                                          <m:begChr m:val="|"/>
                                          <m:endChr m:val="|"/>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m:t>
                                      </m:r>
                                    </m:sup>
                                  </m:sSubSup>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r>
                                    <a:rPr lang="pt-BR" b="0" i="1" smtClean="0">
                                      <a:latin typeface="Cambria Math" panose="02040503050406030204" pitchFamily="18" charset="0"/>
                                    </a:rPr>
                                    <m:t>𝜇</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b="0" i="1" smtClean="0">
                                          <a:latin typeface="Cambria Math" panose="02040503050406030204" pitchFamily="18" charset="0"/>
                                        </a:rPr>
                                      </m:ctrlPr>
                                    </m:sSubPr>
                                    <m:e>
                                      <m:r>
                                        <a:rPr lang="pt-BR" i="1">
                                          <a:latin typeface="Cambria Math" panose="02040503050406030204" pitchFamily="18" charset="0"/>
                                        </a:rPr>
                                        <m:t>𝜇</m:t>
                                      </m:r>
                                    </m:e>
                                    <m:sub>
                                      <m:r>
                                        <a:rPr lang="pt-BR" b="0" i="1" smtClean="0">
                                          <a:latin typeface="Cambria Math" panose="02040503050406030204" pitchFamily="18" charset="0"/>
                                        </a:rPr>
                                        <m:t>0</m:t>
                                      </m:r>
                                    </m:sub>
                                  </m:sSub>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den>
                              </m:f>
                            </m:e>
                          </m:d>
                        </m:e>
                        <m:sup>
                          <m:r>
                            <a:rPr lang="pt-BR" b="0" i="1" smtClean="0">
                              <a:latin typeface="Cambria Math" panose="02040503050406030204" pitchFamily="18" charset="0"/>
                            </a:rPr>
                            <m:t> </m:t>
                          </m:r>
                        </m:sup>
                      </m:sSup>
                    </m:oMath>
                  </m:oMathPara>
                </a14:m>
                <a:endParaRPr lang="en-US" i="1"/>
              </a:p>
            </p:txBody>
          </p:sp>
        </mc:Choice>
        <mc:Fallback xmlns="">
          <p:sp>
            <p:nvSpPr>
              <p:cNvPr id="2" name="CaixaDeTexto 1">
                <a:extLst>
                  <a:ext uri="{FF2B5EF4-FFF2-40B4-BE49-F238E27FC236}">
                    <a16:creationId xmlns:a16="http://schemas.microsoft.com/office/drawing/2014/main" id="{DA8CF963-DFBA-191D-6226-8C319EF88352}"/>
                  </a:ext>
                </a:extLst>
              </p:cNvPr>
              <p:cNvSpPr txBox="1">
                <a:spLocks noRot="1" noChangeAspect="1" noMove="1" noResize="1" noEditPoints="1" noAdjustHandles="1" noChangeArrowheads="1" noChangeShapeType="1" noTextEdit="1"/>
              </p:cNvSpPr>
              <p:nvPr/>
            </p:nvSpPr>
            <p:spPr>
              <a:xfrm>
                <a:off x="510280" y="1956213"/>
                <a:ext cx="5549716" cy="68069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ECC959B-2CB3-08E2-D335-48580B8FCF25}"/>
                  </a:ext>
                </a:extLst>
              </p:cNvPr>
              <p:cNvSpPr txBox="1"/>
              <p:nvPr/>
            </p:nvSpPr>
            <p:spPr>
              <a:xfrm>
                <a:off x="479376" y="2724030"/>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11,</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0" name="CaixaDeTexto 9">
                <a:extLst>
                  <a:ext uri="{FF2B5EF4-FFF2-40B4-BE49-F238E27FC236}">
                    <a16:creationId xmlns:a16="http://schemas.microsoft.com/office/drawing/2014/main" id="{2ECC959B-2CB3-08E2-D335-48580B8FCF25}"/>
                  </a:ext>
                </a:extLst>
              </p:cNvPr>
              <p:cNvSpPr txBox="1">
                <a:spLocks noRot="1" noChangeAspect="1" noMove="1" noResize="1" noEditPoints="1" noAdjustHandles="1" noChangeArrowheads="1" noChangeShapeType="1" noTextEdit="1"/>
              </p:cNvSpPr>
              <p:nvPr/>
            </p:nvSpPr>
            <p:spPr>
              <a:xfrm>
                <a:off x="479376" y="2724030"/>
                <a:ext cx="5506167" cy="668966"/>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86EAF052-B16C-E1BE-D275-B3CA6D5CD179}"/>
                  </a:ext>
                </a:extLst>
              </p:cNvPr>
              <p:cNvSpPr txBox="1"/>
              <p:nvPr/>
            </p:nvSpPr>
            <p:spPr>
              <a:xfrm>
                <a:off x="479376" y="3516118"/>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12,</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sub>
                                  </m:sSub>
                                  <m:r>
                                    <a:rPr lang="pt-BR" i="1">
                                      <a:latin typeface="Cambria Math" panose="02040503050406030204" pitchFamily="18" charset="0"/>
                                    </a:rPr>
                                    <m:t>,</m:t>
                                  </m:r>
                                  <m:r>
                                    <a:rPr lang="pt-BR" b="0" i="1" smtClean="0">
                                      <a:latin typeface="Cambria Math" panose="02040503050406030204" pitchFamily="18" charset="0"/>
                                    </a:rPr>
                                    <m:t> </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2" name="CaixaDeTexto 11">
                <a:extLst>
                  <a:ext uri="{FF2B5EF4-FFF2-40B4-BE49-F238E27FC236}">
                    <a16:creationId xmlns:a16="http://schemas.microsoft.com/office/drawing/2014/main" id="{86EAF052-B16C-E1BE-D275-B3CA6D5CD179}"/>
                  </a:ext>
                </a:extLst>
              </p:cNvPr>
              <p:cNvSpPr txBox="1">
                <a:spLocks noRot="1" noChangeAspect="1" noMove="1" noResize="1" noEditPoints="1" noAdjustHandles="1" noChangeArrowheads="1" noChangeShapeType="1" noTextEdit="1"/>
              </p:cNvSpPr>
              <p:nvPr/>
            </p:nvSpPr>
            <p:spPr>
              <a:xfrm>
                <a:off x="479376" y="3516118"/>
                <a:ext cx="5506167" cy="668966"/>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AC6F5E15-18DC-4E9E-DF3F-AA1C67C44FC4}"/>
                  </a:ext>
                </a:extLst>
              </p:cNvPr>
              <p:cNvSpPr txBox="1"/>
              <p:nvPr/>
            </p:nvSpPr>
            <p:spPr>
              <a:xfrm>
                <a:off x="479376" y="4344210"/>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21,</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 </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3" name="CaixaDeTexto 12">
                <a:extLst>
                  <a:ext uri="{FF2B5EF4-FFF2-40B4-BE49-F238E27FC236}">
                    <a16:creationId xmlns:a16="http://schemas.microsoft.com/office/drawing/2014/main" id="{AC6F5E15-18DC-4E9E-DF3F-AA1C67C44FC4}"/>
                  </a:ext>
                </a:extLst>
              </p:cNvPr>
              <p:cNvSpPr txBox="1">
                <a:spLocks noRot="1" noChangeAspect="1" noMove="1" noResize="1" noEditPoints="1" noAdjustHandles="1" noChangeArrowheads="1" noChangeShapeType="1" noTextEdit="1"/>
              </p:cNvSpPr>
              <p:nvPr/>
            </p:nvSpPr>
            <p:spPr>
              <a:xfrm>
                <a:off x="479376" y="4344210"/>
                <a:ext cx="5506167" cy="668966"/>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48FA6079-991B-4683-141A-93E337636B1A}"/>
                  </a:ext>
                </a:extLst>
              </p:cNvPr>
              <p:cNvSpPr txBox="1"/>
              <p:nvPr/>
            </p:nvSpPr>
            <p:spPr>
              <a:xfrm>
                <a:off x="479376" y="5136298"/>
                <a:ext cx="5190639"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22,</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6" name="CaixaDeTexto 15">
                <a:extLst>
                  <a:ext uri="{FF2B5EF4-FFF2-40B4-BE49-F238E27FC236}">
                    <a16:creationId xmlns:a16="http://schemas.microsoft.com/office/drawing/2014/main" id="{48FA6079-991B-4683-141A-93E337636B1A}"/>
                  </a:ext>
                </a:extLst>
              </p:cNvPr>
              <p:cNvSpPr txBox="1">
                <a:spLocks noRot="1" noChangeAspect="1" noMove="1" noResize="1" noEditPoints="1" noAdjustHandles="1" noChangeArrowheads="1" noChangeShapeType="1" noTextEdit="1"/>
              </p:cNvSpPr>
              <p:nvPr/>
            </p:nvSpPr>
            <p:spPr>
              <a:xfrm>
                <a:off x="479376" y="5136298"/>
                <a:ext cx="5190639" cy="668966"/>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07CEF847-8888-F5EF-1FA6-DDC6B4A36C1B}"/>
                  </a:ext>
                </a:extLst>
              </p:cNvPr>
              <p:cNvSpPr txBox="1"/>
              <p:nvPr/>
            </p:nvSpPr>
            <p:spPr>
              <a:xfrm>
                <a:off x="6126649" y="2069344"/>
                <a:ext cx="5190639" cy="384144"/>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b="0" i="1" smtClean="0">
                          <a:latin typeface="Cambria Math" panose="02040503050406030204" pitchFamily="18" charset="0"/>
                        </a:rPr>
                        <m:t>(</m:t>
                      </m:r>
                      <m:r>
                        <a:rPr lang="pt-BR" b="0" i="1" smtClean="0">
                          <a:latin typeface="Cambria Math" panose="02040503050406030204" pitchFamily="18" charset="0"/>
                        </a:rPr>
                        <m:t>𝛼</m:t>
                      </m:r>
                      <m:r>
                        <a:rPr lang="pt-BR" b="0" i="1" smtClean="0">
                          <a:latin typeface="Cambria Math" panose="02040503050406030204" pitchFamily="18" charset="0"/>
                        </a:rPr>
                        <m:t>, </m:t>
                      </m:r>
                      <m:r>
                        <a:rPr lang="pt-BR" b="0" i="1" smtClean="0">
                          <a:latin typeface="Cambria Math" panose="02040503050406030204" pitchFamily="18" charset="0"/>
                        </a:rPr>
                        <m:t>𝛽</m:t>
                      </m:r>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𝛽</m:t>
                          </m:r>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e>
                          </m:d>
                        </m:e>
                        <m:sup>
                          <m:r>
                            <a:rPr lang="pt-BR" b="0" i="1" smtClean="0">
                              <a:latin typeface="Cambria Math" panose="02040503050406030204" pitchFamily="18" charset="0"/>
                            </a:rPr>
                            <m:t> </m:t>
                          </m:r>
                        </m:sup>
                      </m:sSup>
                    </m:oMath>
                  </m:oMathPara>
                </a14:m>
                <a:endParaRPr lang="en-US" i="1"/>
              </a:p>
            </p:txBody>
          </p:sp>
        </mc:Choice>
        <mc:Fallback xmlns="">
          <p:sp>
            <p:nvSpPr>
              <p:cNvPr id="17" name="CaixaDeTexto 16">
                <a:extLst>
                  <a:ext uri="{FF2B5EF4-FFF2-40B4-BE49-F238E27FC236}">
                    <a16:creationId xmlns:a16="http://schemas.microsoft.com/office/drawing/2014/main" id="{07CEF847-8888-F5EF-1FA6-DDC6B4A36C1B}"/>
                  </a:ext>
                </a:extLst>
              </p:cNvPr>
              <p:cNvSpPr txBox="1">
                <a:spLocks noRot="1" noChangeAspect="1" noMove="1" noResize="1" noEditPoints="1" noAdjustHandles="1" noChangeArrowheads="1" noChangeShapeType="1" noTextEdit="1"/>
              </p:cNvSpPr>
              <p:nvPr/>
            </p:nvSpPr>
            <p:spPr>
              <a:xfrm>
                <a:off x="6126649" y="2069344"/>
                <a:ext cx="5190639" cy="384144"/>
              </a:xfrm>
              <a:prstGeom prst="rect">
                <a:avLst/>
              </a:prstGeom>
              <a:blipFill>
                <a:blip r:embed="rId9"/>
                <a:stretch>
                  <a:fillRect b="-31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0F9B6F9-FE68-B0A1-8D70-A34D008534BB}"/>
                  </a:ext>
                </a:extLst>
              </p:cNvPr>
              <p:cNvSpPr txBox="1"/>
              <p:nvPr/>
            </p:nvSpPr>
            <p:spPr>
              <a:xfrm>
                <a:off x="6126649" y="2539218"/>
                <a:ext cx="5190639" cy="36651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r>
                        <a:rPr lang="pt-BR" b="0" i="1" smtClean="0">
                          <a:latin typeface="Cambria Math" panose="02040503050406030204" pitchFamily="18" charset="0"/>
                        </a:rPr>
                        <m:t>(</m:t>
                      </m:r>
                      <m:r>
                        <a:rPr lang="pt-BR" b="0" i="1" smtClean="0">
                          <a:latin typeface="Cambria Math" panose="02040503050406030204" pitchFamily="18" charset="0"/>
                        </a:rPr>
                        <m:t>𝛼</m:t>
                      </m:r>
                      <m:r>
                        <a:rPr lang="pt-BR" b="0" i="1" smtClean="0">
                          <a:latin typeface="Cambria Math" panose="02040503050406030204" pitchFamily="18" charset="0"/>
                        </a:rPr>
                        <m:t>, </m:t>
                      </m:r>
                      <m:r>
                        <a:rPr lang="pt-BR" b="0" i="1" smtClean="0">
                          <a:latin typeface="Cambria Math" panose="02040503050406030204" pitchFamily="18" charset="0"/>
                        </a:rPr>
                        <m:t>𝛽</m:t>
                      </m:r>
                      <m:r>
                        <a:rPr lang="pt-BR" b="0" i="1" smtClean="0">
                          <a:latin typeface="Cambria Math" panose="02040503050406030204" pitchFamily="18" charset="0"/>
                        </a:rPr>
                        <m:t>)=</m:t>
                      </m:r>
                      <m:sSup>
                        <m:sSupPr>
                          <m:ctrlPr>
                            <a:rPr lang="pt-BR" i="1">
                              <a:latin typeface="Cambria Math" panose="02040503050406030204" pitchFamily="18" charset="0"/>
                            </a:rPr>
                          </m:ctrlPr>
                        </m:sSupPr>
                        <m:e>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𝛼</m:t>
                              </m:r>
                            </m:e>
                          </m:d>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𝛽</m:t>
                              </m:r>
                            </m:e>
                          </m:d>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e>
                        <m:sup>
                          <m:r>
                            <a:rPr lang="pt-BR" b="0" i="1" smtClean="0">
                              <a:latin typeface="Cambria Math" panose="02040503050406030204" pitchFamily="18" charset="0"/>
                            </a:rPr>
                            <m:t> </m:t>
                          </m:r>
                        </m:sup>
                      </m:sSup>
                    </m:oMath>
                  </m:oMathPara>
                </a14:m>
                <a:endParaRPr lang="en-US" i="1"/>
              </a:p>
            </p:txBody>
          </p:sp>
        </mc:Choice>
        <mc:Fallback xmlns="">
          <p:sp>
            <p:nvSpPr>
              <p:cNvPr id="27" name="CaixaDeTexto 26">
                <a:extLst>
                  <a:ext uri="{FF2B5EF4-FFF2-40B4-BE49-F238E27FC236}">
                    <a16:creationId xmlns:a16="http://schemas.microsoft.com/office/drawing/2014/main" id="{50F9B6F9-FE68-B0A1-8D70-A34D008534BB}"/>
                  </a:ext>
                </a:extLst>
              </p:cNvPr>
              <p:cNvSpPr txBox="1">
                <a:spLocks noRot="1" noChangeAspect="1" noMove="1" noResize="1" noEditPoints="1" noAdjustHandles="1" noChangeArrowheads="1" noChangeShapeType="1" noTextEdit="1"/>
              </p:cNvSpPr>
              <p:nvPr/>
            </p:nvSpPr>
            <p:spPr>
              <a:xfrm>
                <a:off x="6126649" y="2539218"/>
                <a:ext cx="5190639" cy="366511"/>
              </a:xfrm>
              <a:prstGeom prst="rect">
                <a:avLst/>
              </a:prstGeom>
              <a:blipFill>
                <a:blip r:embed="rId10"/>
                <a:stretch>
                  <a:fillRect b="-3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0E950DE1-C6C8-5F2E-4F3E-042649CB4B1C}"/>
                  </a:ext>
                </a:extLst>
              </p:cNvPr>
              <p:cNvSpPr txBox="1"/>
              <p:nvPr/>
            </p:nvSpPr>
            <p:spPr>
              <a:xfrm>
                <a:off x="6126649" y="3032956"/>
                <a:ext cx="5190639" cy="390492"/>
              </a:xfrm>
              <a:prstGeom prst="rect">
                <a:avLst/>
              </a:prstGeom>
              <a:noFill/>
            </p:spPr>
            <p:txBody>
              <a:bodyPr wrap="square">
                <a:spAutoFit/>
              </a:bodyPr>
              <a:lstStyle>
                <a:defPPr>
                  <a:defRPr lang="pt-BR"/>
                </a:defPPr>
                <a:lvl1pPr>
                  <a:defRPr sz="1600"/>
                </a:lvl1pPr>
              </a:lstStyle>
              <a:p>
                <a14:m>
                  <m:oMath xmlns:m="http://schemas.openxmlformats.org/officeDocument/2006/math">
                    <m:r>
                      <a:rPr lang="pt-BR" i="1" smtClean="0">
                        <a:latin typeface="Cambria Math" panose="02040503050406030204" pitchFamily="18" charset="0"/>
                      </a:rPr>
                      <m:t>𝑘</m:t>
                    </m:r>
                    <m:r>
                      <a:rPr lang="pt-BR" b="0" i="1" smtClean="0">
                        <a:latin typeface="Cambria Math" panose="02040503050406030204" pitchFamily="18" charset="0"/>
                      </a:rPr>
                      <m:t>=</m:t>
                    </m:r>
                    <m:rad>
                      <m:radPr>
                        <m:degHide m:val="on"/>
                        <m:ctrlPr>
                          <a:rPr lang="pt-BR" b="0" i="1" smtClean="0">
                            <a:latin typeface="Cambria Math" panose="02040503050406030204" pitchFamily="18" charset="0"/>
                          </a:rPr>
                        </m:ctrlPr>
                      </m:radPr>
                      <m:deg/>
                      <m:e>
                        <m:r>
                          <a:rPr lang="pt-BR" b="0" i="1" smtClean="0">
                            <a:latin typeface="Cambria Math" panose="02040503050406030204" pitchFamily="18" charset="0"/>
                          </a:rPr>
                          <m:t>𝜔𝜇</m:t>
                        </m:r>
                        <m:r>
                          <a:rPr lang="pt-BR" b="0" i="1" smtClean="0">
                            <a:latin typeface="Cambria Math" panose="02040503050406030204" pitchFamily="18" charset="0"/>
                          </a:rPr>
                          <m:t>(</m:t>
                        </m:r>
                        <m:r>
                          <a:rPr lang="pt-BR" b="0" i="1" smtClean="0">
                            <a:latin typeface="Cambria Math" panose="02040503050406030204" pitchFamily="18" charset="0"/>
                          </a:rPr>
                          <m:t>𝜔𝜀</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𝜎</m:t>
                        </m:r>
                        <m:r>
                          <a:rPr lang="pt-BR" b="0" i="1" smtClean="0">
                            <a:latin typeface="Cambria Math" panose="02040503050406030204" pitchFamily="18" charset="0"/>
                          </a:rPr>
                          <m:t>)</m:t>
                        </m:r>
                      </m:e>
                    </m:rad>
                  </m:oMath>
                </a14:m>
                <a:r>
                  <a:rPr lang="en-US" i="1"/>
                  <a:t>,     </a:t>
                </a:r>
                <a14:m>
                  <m:oMath xmlns:m="http://schemas.openxmlformats.org/officeDocument/2006/math">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r>
                      <a:rPr lang="pt-BR" i="1">
                        <a:latin typeface="Cambria Math" panose="02040503050406030204" pitchFamily="18" charset="0"/>
                      </a:rPr>
                      <m:t>=</m:t>
                    </m:r>
                    <m:r>
                      <a:rPr lang="pt-BR" i="1">
                        <a:latin typeface="Cambria Math" panose="02040503050406030204" pitchFamily="18" charset="0"/>
                      </a:rPr>
                      <m:t>𝜔</m:t>
                    </m:r>
                    <m:rad>
                      <m:radPr>
                        <m:degHide m:val="on"/>
                        <m:ctrlPr>
                          <a:rPr lang="pt-BR" i="1">
                            <a:latin typeface="Cambria Math" panose="02040503050406030204" pitchFamily="18" charset="0"/>
                          </a:rPr>
                        </m:ctrlPr>
                      </m:radPr>
                      <m:deg/>
                      <m:e>
                        <m:sSub>
                          <m:sSubPr>
                            <m:ctrlPr>
                              <a:rPr lang="pt-BR" b="0" i="1" smtClean="0">
                                <a:latin typeface="Cambria Math" panose="02040503050406030204" pitchFamily="18" charset="0"/>
                              </a:rPr>
                            </m:ctrlPr>
                          </m:sSubPr>
                          <m:e>
                            <m:r>
                              <a:rPr lang="pt-BR" i="1">
                                <a:latin typeface="Cambria Math" panose="02040503050406030204" pitchFamily="18" charset="0"/>
                              </a:rPr>
                              <m:t>𝜇</m:t>
                            </m:r>
                          </m:e>
                          <m:sub>
                            <m:r>
                              <a:rPr lang="pt-BR" b="0" i="1" smtClean="0">
                                <a:latin typeface="Cambria Math" panose="02040503050406030204" pitchFamily="18" charset="0"/>
                              </a:rPr>
                              <m:t>0</m:t>
                            </m:r>
                          </m:sub>
                        </m:sSub>
                        <m:sSub>
                          <m:sSubPr>
                            <m:ctrlPr>
                              <a:rPr lang="pt-BR" b="0"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e>
                    </m:rad>
                  </m:oMath>
                </a14:m>
                <a:endParaRPr lang="en-US" i="1"/>
              </a:p>
            </p:txBody>
          </p:sp>
        </mc:Choice>
        <mc:Fallback xmlns="">
          <p:sp>
            <p:nvSpPr>
              <p:cNvPr id="47" name="CaixaDeTexto 46">
                <a:extLst>
                  <a:ext uri="{FF2B5EF4-FFF2-40B4-BE49-F238E27FC236}">
                    <a16:creationId xmlns:a16="http://schemas.microsoft.com/office/drawing/2014/main" id="{0E950DE1-C6C8-5F2E-4F3E-042649CB4B1C}"/>
                  </a:ext>
                </a:extLst>
              </p:cNvPr>
              <p:cNvSpPr txBox="1">
                <a:spLocks noRot="1" noChangeAspect="1" noMove="1" noResize="1" noEditPoints="1" noAdjustHandles="1" noChangeArrowheads="1" noChangeShapeType="1" noTextEdit="1"/>
              </p:cNvSpPr>
              <p:nvPr/>
            </p:nvSpPr>
            <p:spPr>
              <a:xfrm>
                <a:off x="6126649" y="3032956"/>
                <a:ext cx="5190639" cy="390492"/>
              </a:xfrm>
              <a:prstGeom prst="rect">
                <a:avLst/>
              </a:prstGeom>
              <a:blipFill>
                <a:blip r:embed="rId11"/>
                <a:stretch>
                  <a:fillRect b="-1718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C2B293B5-7F56-F9D2-9B12-0AD0544FF3FC}"/>
                  </a:ext>
                </a:extLst>
              </p:cNvPr>
              <p:cNvSpPr txBox="1"/>
              <p:nvPr/>
            </p:nvSpPr>
            <p:spPr>
              <a:xfrm>
                <a:off x="479425" y="1365250"/>
                <a:ext cx="5603676" cy="400110"/>
              </a:xfrm>
              <a:prstGeom prst="rect">
                <a:avLst/>
              </a:prstGeom>
              <a:noFill/>
            </p:spPr>
            <p:txBody>
              <a:bodyPr wrap="square">
                <a:spAutoFit/>
              </a:bodyPr>
              <a:lstStyle>
                <a:defPPr>
                  <a:defRPr lang="pt-BR"/>
                </a:defPPr>
                <a:lvl1pPr>
                  <a:defRPr sz="1600"/>
                </a:lvl1pPr>
              </a:lstStyle>
              <a:p>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1" i="1" smtClean="0">
                            <a:latin typeface="Cambria Math" panose="02040503050406030204" pitchFamily="18" charset="0"/>
                          </a:rPr>
                          <m:t>𝒑</m:t>
                        </m:r>
                        <m:r>
                          <a:rPr lang="pt-BR" b="1" i="1" smtClean="0">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diagonal matrices with entries:</a:t>
                </a:r>
                <a:endParaRPr lang="pt-BR"/>
              </a:p>
            </p:txBody>
          </p:sp>
        </mc:Choice>
        <mc:Fallback xmlns="">
          <p:sp>
            <p:nvSpPr>
              <p:cNvPr id="51" name="CaixaDeTexto 50">
                <a:extLst>
                  <a:ext uri="{FF2B5EF4-FFF2-40B4-BE49-F238E27FC236}">
                    <a16:creationId xmlns:a16="http://schemas.microsoft.com/office/drawing/2014/main" id="{C2B293B5-7F56-F9D2-9B12-0AD0544FF3FC}"/>
                  </a:ext>
                </a:extLst>
              </p:cNvPr>
              <p:cNvSpPr txBox="1">
                <a:spLocks noRot="1" noChangeAspect="1" noMove="1" noResize="1" noEditPoints="1" noAdjustHandles="1" noChangeArrowheads="1" noChangeShapeType="1" noTextEdit="1"/>
              </p:cNvSpPr>
              <p:nvPr/>
            </p:nvSpPr>
            <p:spPr>
              <a:xfrm>
                <a:off x="479425" y="1365250"/>
                <a:ext cx="5603676" cy="400110"/>
              </a:xfrm>
              <a:prstGeom prst="rect">
                <a:avLst/>
              </a:prstGeom>
              <a:blipFill>
                <a:blip r:embed="rId12"/>
                <a:stretch>
                  <a:fillRect b="-1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4EF34342-3A16-41A5-661C-6076FEB49EAA}"/>
                  </a:ext>
                </a:extLst>
              </p:cNvPr>
              <p:cNvSpPr txBox="1"/>
              <p:nvPr/>
            </p:nvSpPr>
            <p:spPr>
              <a:xfrm>
                <a:off x="6083100" y="3673400"/>
                <a:ext cx="5485508" cy="1903534"/>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𝒥</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 </m:t>
                        </m:r>
                      </m:sup>
                    </m:sSubSup>
                    <m:r>
                      <a:rPr lang="pt-BR" sz="1600" i="1">
                        <a:latin typeface="Cambria Math" panose="02040503050406030204" pitchFamily="18" charset="0"/>
                        <a:ea typeface="Cambria Math" panose="02040503050406030204" pitchFamily="18" charset="0"/>
                      </a:rPr>
                      <m:t>(</m:t>
                    </m:r>
                    <m:r>
                      <a:rPr lang="pt-BR" sz="1600" b="0" i="1" smtClean="0">
                        <a:latin typeface="Cambria Math" panose="02040503050406030204" pitchFamily="18" charset="0"/>
                        <a:ea typeface="Cambria Math" panose="02040503050406030204" pitchFamily="18" charset="0"/>
                      </a:rPr>
                      <m:t>.</m:t>
                    </m:r>
                    <m:r>
                      <a:rPr lang="pt-BR" sz="1600" i="1" smtClean="0">
                        <a:latin typeface="Cambria Math" panose="02040503050406030204" pitchFamily="18" charset="0"/>
                        <a:ea typeface="Cambria Math" panose="02040503050406030204" pitchFamily="18" charset="0"/>
                      </a:rPr>
                      <m:t>)</m:t>
                    </m:r>
                    <m:r>
                      <a:rPr lang="pt-BR" sz="1600" i="1">
                        <a:latin typeface="Cambria Math" panose="02040503050406030204" pitchFamily="18" charset="0"/>
                        <a:ea typeface="Cambria Math" panose="02040503050406030204" pitchFamily="18" charset="0"/>
                      </a:rPr>
                      <m:t> </m:t>
                    </m:r>
                  </m:oMath>
                </a14:m>
                <a:r>
                  <a:rPr lang="en-US"/>
                  <a:t>is the </a:t>
                </a:r>
                <a:r>
                  <a:rPr lang="en-US" i="1"/>
                  <a:t>Bessel</a:t>
                </a:r>
                <a:r>
                  <a:rPr lang="en-US"/>
                  <a:t> function of the </a:t>
                </a:r>
                <a14:m>
                  <m:oMath xmlns:m="http://schemas.openxmlformats.org/officeDocument/2006/math">
                    <m:r>
                      <a:rPr lang="en-US" i="1" smtClean="0">
                        <a:latin typeface="Cambria Math" panose="02040503050406030204" pitchFamily="18" charset="0"/>
                      </a:rPr>
                      <m:t>𝑛</m:t>
                    </m:r>
                  </m:oMath>
                </a14:m>
                <a:r>
                  <a:rPr lang="en-US"/>
                  <a:t>-th order of the first kind;</a:t>
                </a:r>
              </a:p>
              <a:p>
                <a:pPr>
                  <a:lnSpc>
                    <a:spcPct val="150000"/>
                  </a:lnSpc>
                </a:pPr>
                <a14:m>
                  <m:oMath xmlns:m="http://schemas.openxmlformats.org/officeDocument/2006/math">
                    <m:sSubSup>
                      <m:sSubSupPr>
                        <m:ctrlPr>
                          <a:rPr lang="pt-BR" sz="1400" i="1" smtClean="0">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b="0" i="1" smtClean="0">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denote </a:t>
                </a:r>
                <a:r>
                  <a:rPr lang="en-US" i="1"/>
                  <a:t>Hankel</a:t>
                </a:r>
                <a:r>
                  <a:rPr lang="en-US"/>
                  <a:t> functions of the </a:t>
                </a:r>
                <a14:m>
                  <m:oMath xmlns:m="http://schemas.openxmlformats.org/officeDocument/2006/math">
                    <m:r>
                      <a:rPr lang="en-US" i="1">
                        <a:latin typeface="Cambria Math" panose="02040503050406030204" pitchFamily="18" charset="0"/>
                      </a:rPr>
                      <m:t>𝑛</m:t>
                    </m:r>
                  </m:oMath>
                </a14:m>
                <a:r>
                  <a:rPr lang="en-US"/>
                  <a:t>-th order, respectively, first and second kind;</a:t>
                </a:r>
              </a:p>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ℋ</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m:t>
                        </m:r>
                      </m:sup>
                    </m:sSubSup>
                    <m:d>
                      <m:dPr>
                        <m:ctrlPr>
                          <a:rPr lang="pt-BR" sz="1600" i="1">
                            <a:latin typeface="Cambria Math" panose="02040503050406030204" pitchFamily="18" charset="0"/>
                            <a:ea typeface="Cambria Math" panose="02040503050406030204" pitchFamily="18" charset="0"/>
                          </a:rPr>
                        </m:ctrlPr>
                      </m:dPr>
                      <m:e>
                        <m:r>
                          <a:rPr lang="pt-BR" sz="16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b="0" i="1" smtClean="0">
                            <a:latin typeface="Cambria Math" panose="02040503050406030204" pitchFamily="18" charset="0"/>
                            <a:ea typeface="Cambria Math" panose="02040503050406030204" pitchFamily="18" charset="0"/>
                          </a:rPr>
                          <m:t>′</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are the derivatives of the </a:t>
                </a:r>
                <a:r>
                  <a:rPr lang="en-US" i="1"/>
                  <a:t>Hankel</a:t>
                </a:r>
                <a:r>
                  <a:rPr lang="en-US"/>
                  <a:t> functions </a:t>
                </a:r>
                <a14:m>
                  <m:oMath xmlns:m="http://schemas.openxmlformats.org/officeDocument/2006/math">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i="1">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respectively.</a:t>
                </a:r>
                <a:endParaRPr lang="pt-BR"/>
              </a:p>
            </p:txBody>
          </p:sp>
        </mc:Choice>
        <mc:Fallback xmlns="">
          <p:sp>
            <p:nvSpPr>
              <p:cNvPr id="52" name="CaixaDeTexto 51">
                <a:extLst>
                  <a:ext uri="{FF2B5EF4-FFF2-40B4-BE49-F238E27FC236}">
                    <a16:creationId xmlns:a16="http://schemas.microsoft.com/office/drawing/2014/main" id="{4EF34342-3A16-41A5-661C-6076FEB49EAA}"/>
                  </a:ext>
                </a:extLst>
              </p:cNvPr>
              <p:cNvSpPr txBox="1">
                <a:spLocks noRot="1" noChangeAspect="1" noMove="1" noResize="1" noEditPoints="1" noAdjustHandles="1" noChangeArrowheads="1" noChangeShapeType="1" noTextEdit="1"/>
              </p:cNvSpPr>
              <p:nvPr/>
            </p:nvSpPr>
            <p:spPr>
              <a:xfrm>
                <a:off x="6083100" y="3673400"/>
                <a:ext cx="5485508" cy="1903534"/>
              </a:xfrm>
              <a:prstGeom prst="rect">
                <a:avLst/>
              </a:prstGeom>
              <a:blipFill>
                <a:blip r:embed="rId13"/>
                <a:stretch>
                  <a:fillRect l="-667" b="-320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9BC13F89-A614-8E97-21B6-C1B2DD8295AA}"/>
                  </a:ext>
                </a:extLst>
              </p:cNvPr>
              <p:cNvSpPr txBox="1"/>
              <p:nvPr/>
            </p:nvSpPr>
            <p:spPr>
              <a:xfrm>
                <a:off x="479376" y="5951786"/>
                <a:ext cx="5573027" cy="357534"/>
              </a:xfrm>
              <a:prstGeom prst="rect">
                <a:avLst/>
              </a:prstGeom>
              <a:noFill/>
            </p:spPr>
            <p:txBody>
              <a:bodyPr wrap="square">
                <a:spAutoFit/>
              </a:bodyPr>
              <a:lstStyle>
                <a:defPPr>
                  <a:defRPr lang="pt-BR"/>
                </a:defPPr>
                <a:lvl1pPr>
                  <a:defRPr sz="1600"/>
                </a:lvl1pPr>
              </a:lstStyle>
              <a:p>
                <a:r>
                  <a:rPr lang="en-US"/>
                  <a:t>for </a:t>
                </a:r>
                <a14:m>
                  <m:oMath xmlns:m="http://schemas.openxmlformats.org/officeDocument/2006/math">
                    <m:r>
                      <a:rPr lang="en-US" i="1" smtClean="0">
                        <a:latin typeface="Cambria Math" panose="02040503050406030204" pitchFamily="18" charset="0"/>
                      </a:rPr>
                      <m:t>𝑛</m:t>
                    </m:r>
                    <m:r>
                      <a:rPr lang="en-US"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 …,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oMath>
                </a14:m>
                <a:endParaRPr lang="pt-BR"/>
              </a:p>
            </p:txBody>
          </p:sp>
        </mc:Choice>
        <mc:Fallback xmlns="">
          <p:sp>
            <p:nvSpPr>
              <p:cNvPr id="53" name="CaixaDeTexto 52">
                <a:extLst>
                  <a:ext uri="{FF2B5EF4-FFF2-40B4-BE49-F238E27FC236}">
                    <a16:creationId xmlns:a16="http://schemas.microsoft.com/office/drawing/2014/main" id="{9BC13F89-A614-8E97-21B6-C1B2DD8295AA}"/>
                  </a:ext>
                </a:extLst>
              </p:cNvPr>
              <p:cNvSpPr txBox="1">
                <a:spLocks noRot="1" noChangeAspect="1" noMove="1" noResize="1" noEditPoints="1" noAdjustHandles="1" noChangeArrowheads="1" noChangeShapeType="1" noTextEdit="1"/>
              </p:cNvSpPr>
              <p:nvPr/>
            </p:nvSpPr>
            <p:spPr>
              <a:xfrm>
                <a:off x="479376" y="5951786"/>
                <a:ext cx="5573027" cy="357534"/>
              </a:xfrm>
              <a:prstGeom prst="rect">
                <a:avLst/>
              </a:prstGeom>
              <a:blipFill>
                <a:blip r:embed="rId14"/>
                <a:stretch>
                  <a:fillRect l="-656" t="-3390" b="-16949"/>
                </a:stretch>
              </a:blipFill>
            </p:spPr>
            <p:txBody>
              <a:bodyPr/>
              <a:lstStyle/>
              <a:p>
                <a:r>
                  <a:rPr lang="pt-BR">
                    <a:noFill/>
                  </a:rPr>
                  <a:t> </a:t>
                </a:r>
              </a:p>
            </p:txBody>
          </p:sp>
        </mc:Fallback>
      </mc:AlternateContent>
      <p:sp>
        <p:nvSpPr>
          <p:cNvPr id="3" name="CaixaDeTexto 2">
            <a:extLst>
              <a:ext uri="{FF2B5EF4-FFF2-40B4-BE49-F238E27FC236}">
                <a16:creationId xmlns:a16="http://schemas.microsoft.com/office/drawing/2014/main" id="{FA914AA4-F6A4-2E83-366B-BD3AD8002F3F}"/>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3354174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13</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117" name="Agrupar 116">
            <a:extLst>
              <a:ext uri="{FF2B5EF4-FFF2-40B4-BE49-F238E27FC236}">
                <a16:creationId xmlns:a16="http://schemas.microsoft.com/office/drawing/2014/main" id="{379C69B1-298F-6C27-0487-BA168B51494B}"/>
              </a:ext>
            </a:extLst>
          </p:cNvPr>
          <p:cNvGrpSpPr/>
          <p:nvPr/>
        </p:nvGrpSpPr>
        <p:grpSpPr>
          <a:xfrm>
            <a:off x="994570" y="1172202"/>
            <a:ext cx="4739350" cy="2148786"/>
            <a:chOff x="994570" y="1172202"/>
            <a:chExt cx="4739350" cy="2148786"/>
          </a:xfrm>
        </p:grpSpPr>
        <p:sp>
          <p:nvSpPr>
            <p:cNvPr id="14" name="Elipse 13">
              <a:extLst>
                <a:ext uri="{FF2B5EF4-FFF2-40B4-BE49-F238E27FC236}">
                  <a16:creationId xmlns:a16="http://schemas.microsoft.com/office/drawing/2014/main" id="{94D5144B-E0E6-8D48-55E3-0B5A16C49B15}"/>
                </a:ext>
              </a:extLst>
            </p:cNvPr>
            <p:cNvSpPr/>
            <p:nvPr/>
          </p:nvSpPr>
          <p:spPr>
            <a:xfrm>
              <a:off x="994570" y="1583628"/>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2106500"/>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2106500"/>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1838058"/>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1583628"/>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1857948"/>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1991985"/>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1991985"/>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2195845"/>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1275851"/>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1275851"/>
                  <a:ext cx="630301" cy="307777"/>
                </a:xfrm>
                <a:prstGeom prst="rect">
                  <a:avLst/>
                </a:prstGeom>
                <a:blipFill>
                  <a:blip r:embed="rId7"/>
                  <a:stretch>
                    <a:fillRect/>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2032032"/>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1224267"/>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1224267"/>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1172202"/>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1172202"/>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1550866"/>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1550866"/>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1737227"/>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3448"/>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2924944"/>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2543703"/>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2543703"/>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2213928"/>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p:grpSp>
      <p:sp>
        <p:nvSpPr>
          <p:cNvPr id="69" name="CaixaDeTexto 68">
            <a:extLst>
              <a:ext uri="{FF2B5EF4-FFF2-40B4-BE49-F238E27FC236}">
                <a16:creationId xmlns:a16="http://schemas.microsoft.com/office/drawing/2014/main" id="{FC60B356-1ADE-381F-211A-58EAAC72A0C0}"/>
              </a:ext>
            </a:extLst>
          </p:cNvPr>
          <p:cNvSpPr txBox="1"/>
          <p:nvPr/>
        </p:nvSpPr>
        <p:spPr>
          <a:xfrm>
            <a:off x="994570" y="3753036"/>
            <a:ext cx="4824536" cy="2554545"/>
          </a:xfrm>
          <a:prstGeom prst="rect">
            <a:avLst/>
          </a:prstGeom>
          <a:noFill/>
        </p:spPr>
        <p:txBody>
          <a:bodyPr wrap="square">
            <a:spAutoFit/>
          </a:bodyPr>
          <a:lstStyle>
            <a:defPPr>
              <a:defRPr lang="pt-BR"/>
            </a:defPPr>
            <a:lvl1pPr>
              <a:defRPr sz="1600"/>
            </a:lvl1pPr>
          </a:lstStyle>
          <a:p>
            <a:pPr algn="just"/>
            <a:r>
              <a:rPr lang="en-US"/>
              <a:t>In essence, the surface admittance concept is a simpler representation of the conductor which will allow us to simplify our original problem, just like </a:t>
            </a:r>
            <a:r>
              <a:rPr lang="en-US" u="sng"/>
              <a:t>Norton theorem</a:t>
            </a:r>
            <a:r>
              <a:rPr lang="en-US"/>
              <a:t> helps simplify a circuit.</a:t>
            </a:r>
          </a:p>
          <a:p>
            <a:pPr algn="just"/>
            <a:endParaRPr lang="en-US"/>
          </a:p>
          <a:p>
            <a:pPr algn="just"/>
            <a:r>
              <a:rPr lang="en-US"/>
              <a:t>Using the surface admittance relationship, one can replace the conductor by an equivalent current source. Analogously, the surface admittance operator is the ratio of equivalent current and the electric fields on the boundary of the conductor. </a:t>
            </a:r>
            <a:endParaRPr lang="pt-BR"/>
          </a:p>
        </p:txBody>
      </p:sp>
      <mc:AlternateContent xmlns:mc="http://schemas.openxmlformats.org/markup-compatibility/2006" xmlns:a14="http://schemas.microsoft.com/office/drawing/2010/main">
        <mc:Choice Requires="a14">
          <p:sp>
            <p:nvSpPr>
              <p:cNvPr id="10" name="Fluxograma: Processo 9">
                <a:extLst>
                  <a:ext uri="{FF2B5EF4-FFF2-40B4-BE49-F238E27FC236}">
                    <a16:creationId xmlns:a16="http://schemas.microsoft.com/office/drawing/2014/main" id="{00F59AF1-A885-285E-7083-E5E2D4B1F00C}"/>
                  </a:ext>
                </a:extLst>
              </p:cNvPr>
              <p:cNvSpPr/>
              <p:nvPr/>
            </p:nvSpPr>
            <p:spPr>
              <a:xfrm>
                <a:off x="6523161" y="3260019"/>
                <a:ext cx="2036187"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10" name="Fluxograma: Processo 9">
                <a:extLst>
                  <a:ext uri="{FF2B5EF4-FFF2-40B4-BE49-F238E27FC236}">
                    <a16:creationId xmlns:a16="http://schemas.microsoft.com/office/drawing/2014/main" id="{00F59AF1-A885-285E-7083-E5E2D4B1F00C}"/>
                  </a:ext>
                </a:extLst>
              </p:cNvPr>
              <p:cNvSpPr>
                <a:spLocks noRot="1" noChangeAspect="1" noMove="1" noResize="1" noEditPoints="1" noAdjustHandles="1" noChangeArrowheads="1" noChangeShapeType="1" noTextEdit="1"/>
              </p:cNvSpPr>
              <p:nvPr/>
            </p:nvSpPr>
            <p:spPr>
              <a:xfrm>
                <a:off x="6523161" y="3260019"/>
                <a:ext cx="2036187" cy="612648"/>
              </a:xfrm>
              <a:prstGeom prst="flowChartProcess">
                <a:avLst/>
              </a:prstGeom>
              <a:blipFill>
                <a:blip r:embed="rId14"/>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Fluxograma: Processo 16">
                <a:extLst>
                  <a:ext uri="{FF2B5EF4-FFF2-40B4-BE49-F238E27FC236}">
                    <a16:creationId xmlns:a16="http://schemas.microsoft.com/office/drawing/2014/main" id="{6CD08D51-2273-AF57-C7BA-599C5CC23C35}"/>
                  </a:ext>
                </a:extLst>
              </p:cNvPr>
              <p:cNvSpPr/>
              <p:nvPr/>
            </p:nvSpPr>
            <p:spPr>
              <a:xfrm>
                <a:off x="8843565" y="2144530"/>
                <a:ext cx="2292995" cy="60753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Apply the Equivalence Principle and introduce an equivalent surface current density, </a:t>
                </a:r>
                <a14:m>
                  <m:oMath xmlns:m="http://schemas.openxmlformats.org/officeDocument/2006/math">
                    <m:sSub>
                      <m:sSubPr>
                        <m:ctrlPr>
                          <a:rPr lang="pt-BR" sz="1200" i="1" smtClean="0">
                            <a:solidFill>
                              <a:schemeClr val="tx1"/>
                            </a:solidFill>
                            <a:latin typeface="Cambria Math" panose="02040503050406030204" pitchFamily="18" charset="0"/>
                          </a:rPr>
                        </m:ctrlPr>
                      </m:sSubPr>
                      <m:e>
                        <m:r>
                          <a:rPr lang="pt-BR" sz="1200" i="1" smtClean="0">
                            <a:solidFill>
                              <a:schemeClr val="tx1"/>
                            </a:solidFill>
                            <a:latin typeface="Cambria Math" panose="02040503050406030204" pitchFamily="18" charset="0"/>
                          </a:rPr>
                          <m:t>𝑱</m:t>
                        </m:r>
                      </m:e>
                      <m:sub>
                        <m:r>
                          <a:rPr lang="pt-BR" sz="1200" i="1" smtClean="0">
                            <a:solidFill>
                              <a:schemeClr val="tx1"/>
                            </a:solidFill>
                            <a:latin typeface="Cambria Math" panose="02040503050406030204" pitchFamily="18" charset="0"/>
                          </a:rPr>
                          <m:t>𝑆</m:t>
                        </m:r>
                      </m:sub>
                    </m:sSub>
                  </m:oMath>
                </a14:m>
                <a:endParaRPr lang="pt-BR" sz="1200">
                  <a:solidFill>
                    <a:schemeClr val="tx1"/>
                  </a:solidFill>
                </a:endParaRPr>
              </a:p>
            </p:txBody>
          </p:sp>
        </mc:Choice>
        <mc:Fallback xmlns="">
          <p:sp>
            <p:nvSpPr>
              <p:cNvPr id="17" name="Fluxograma: Processo 16">
                <a:extLst>
                  <a:ext uri="{FF2B5EF4-FFF2-40B4-BE49-F238E27FC236}">
                    <a16:creationId xmlns:a16="http://schemas.microsoft.com/office/drawing/2014/main" id="{6CD08D51-2273-AF57-C7BA-599C5CC23C35}"/>
                  </a:ext>
                </a:extLst>
              </p:cNvPr>
              <p:cNvSpPr>
                <a:spLocks noRot="1" noChangeAspect="1" noMove="1" noResize="1" noEditPoints="1" noAdjustHandles="1" noChangeArrowheads="1" noChangeShapeType="1" noTextEdit="1"/>
              </p:cNvSpPr>
              <p:nvPr/>
            </p:nvSpPr>
            <p:spPr>
              <a:xfrm>
                <a:off x="8843565" y="2144530"/>
                <a:ext cx="2292995" cy="607539"/>
              </a:xfrm>
              <a:prstGeom prst="flowChartProcess">
                <a:avLst/>
              </a:prstGeom>
              <a:blipFill>
                <a:blip r:embed="rId15"/>
                <a:stretch>
                  <a:fillRect t="-1980" b="-9901"/>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48" name="Fluxograma: Terminação 47">
            <a:extLst>
              <a:ext uri="{FF2B5EF4-FFF2-40B4-BE49-F238E27FC236}">
                <a16:creationId xmlns:a16="http://schemas.microsoft.com/office/drawing/2014/main" id="{9EFD82CC-AB35-FA12-36EE-8EF805E477A1}"/>
              </a:ext>
            </a:extLst>
          </p:cNvPr>
          <p:cNvSpPr/>
          <p:nvPr/>
        </p:nvSpPr>
        <p:spPr>
          <a:xfrm>
            <a:off x="7752184" y="1124744"/>
            <a:ext cx="1908212" cy="556197"/>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a:solidFill>
                  <a:schemeClr val="tx1"/>
                </a:solidFill>
              </a:rPr>
              <a:t>Multiconductor</a:t>
            </a:r>
          </a:p>
          <a:p>
            <a:pPr algn="ctr"/>
            <a:r>
              <a:rPr lang="pt-BR" sz="1200">
                <a:solidFill>
                  <a:schemeClr val="tx1"/>
                </a:solidFill>
              </a:rPr>
              <a:t>Transmission Line</a:t>
            </a:r>
          </a:p>
        </p:txBody>
      </p:sp>
      <mc:AlternateContent xmlns:mc="http://schemas.openxmlformats.org/markup-compatibility/2006" xmlns:a14="http://schemas.microsoft.com/office/drawing/2010/main">
        <mc:Choice Requires="a14">
          <p:sp>
            <p:nvSpPr>
              <p:cNvPr id="49" name="Fluxograma: Processo Predefinido 48">
                <a:extLst>
                  <a:ext uri="{FF2B5EF4-FFF2-40B4-BE49-F238E27FC236}">
                    <a16:creationId xmlns:a16="http://schemas.microsoft.com/office/drawing/2014/main" id="{AE455C1F-9EF1-E8A2-D8B1-295562EE37B0}"/>
                  </a:ext>
                </a:extLst>
              </p:cNvPr>
              <p:cNvSpPr/>
              <p:nvPr/>
            </p:nvSpPr>
            <p:spPr>
              <a:xfrm>
                <a:off x="6523161" y="2124300"/>
                <a:ext cx="2036187" cy="627769"/>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subject to a Dirichlet boundary condition</a:t>
                </a:r>
                <a:endParaRPr lang="pt-BR" sz="1200">
                  <a:solidFill>
                    <a:schemeClr val="tx1"/>
                  </a:solidFill>
                </a:endParaRPr>
              </a:p>
            </p:txBody>
          </p:sp>
        </mc:Choice>
        <mc:Fallback xmlns="">
          <p:sp>
            <p:nvSpPr>
              <p:cNvPr id="49" name="Fluxograma: Processo Predefinido 48">
                <a:extLst>
                  <a:ext uri="{FF2B5EF4-FFF2-40B4-BE49-F238E27FC236}">
                    <a16:creationId xmlns:a16="http://schemas.microsoft.com/office/drawing/2014/main" id="{AE455C1F-9EF1-E8A2-D8B1-295562EE37B0}"/>
                  </a:ext>
                </a:extLst>
              </p:cNvPr>
              <p:cNvSpPr>
                <a:spLocks noRot="1" noChangeAspect="1" noMove="1" noResize="1" noEditPoints="1" noAdjustHandles="1" noChangeArrowheads="1" noChangeShapeType="1" noTextEdit="1"/>
              </p:cNvSpPr>
              <p:nvPr/>
            </p:nvSpPr>
            <p:spPr>
              <a:xfrm>
                <a:off x="6523161" y="2124300"/>
                <a:ext cx="2036187" cy="627769"/>
              </a:xfrm>
              <a:prstGeom prst="flowChartPredefinedProcess">
                <a:avLst/>
              </a:prstGeom>
              <a:blipFill>
                <a:blip r:embed="rId16"/>
                <a:stretch>
                  <a:fillRect b="-10476"/>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cxnSp>
        <p:nvCxnSpPr>
          <p:cNvPr id="58" name="Conector: Angulado 57">
            <a:extLst>
              <a:ext uri="{FF2B5EF4-FFF2-40B4-BE49-F238E27FC236}">
                <a16:creationId xmlns:a16="http://schemas.microsoft.com/office/drawing/2014/main" id="{D945C55D-3848-1373-B102-5C37F05427A9}"/>
              </a:ext>
            </a:extLst>
          </p:cNvPr>
          <p:cNvCxnSpPr>
            <a:stCxn id="48" idx="1"/>
            <a:endCxn id="49" idx="0"/>
          </p:cNvCxnSpPr>
          <p:nvPr/>
        </p:nvCxnSpPr>
        <p:spPr>
          <a:xfrm rot="10800000" flipV="1">
            <a:off x="7541256" y="1402842"/>
            <a:ext cx="210929" cy="721457"/>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70" name="Conector: Angulado 69">
            <a:extLst>
              <a:ext uri="{FF2B5EF4-FFF2-40B4-BE49-F238E27FC236}">
                <a16:creationId xmlns:a16="http://schemas.microsoft.com/office/drawing/2014/main" id="{96710692-2685-604B-8381-B74C26191C82}"/>
              </a:ext>
            </a:extLst>
          </p:cNvPr>
          <p:cNvCxnSpPr>
            <a:cxnSpLocks/>
            <a:stCxn id="48" idx="3"/>
            <a:endCxn id="17" idx="0"/>
          </p:cNvCxnSpPr>
          <p:nvPr/>
        </p:nvCxnSpPr>
        <p:spPr>
          <a:xfrm>
            <a:off x="9660396" y="1402843"/>
            <a:ext cx="329667" cy="7416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Fluxograma: Processo 85">
            <a:extLst>
              <a:ext uri="{FF2B5EF4-FFF2-40B4-BE49-F238E27FC236}">
                <a16:creationId xmlns:a16="http://schemas.microsoft.com/office/drawing/2014/main" id="{E886A292-326E-B7FA-8FCE-8F572A808D99}"/>
              </a:ext>
            </a:extLst>
          </p:cNvPr>
          <p:cNvSpPr/>
          <p:nvPr/>
        </p:nvSpPr>
        <p:spPr>
          <a:xfrm>
            <a:off x="7155793" y="4833156"/>
            <a:ext cx="3085491" cy="75288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algn="ctr" rtl="0" eaLnBrk="1" latinLnBrk="0" hangingPunct="1">
              <a:spcBef>
                <a:spcPts val="0"/>
              </a:spcBef>
              <a:spcAft>
                <a:spcPts val="0"/>
              </a:spcAft>
            </a:pPr>
            <a:r>
              <a:rPr lang="en-US" sz="1200" kern="1200">
                <a:solidFill>
                  <a:srgbClr val="000000"/>
                </a:solidFill>
                <a:effectLst/>
                <a:latin typeface="Aptos" panose="020B0004020202020204" pitchFamily="34" charset="0"/>
                <a:ea typeface="+mn-ea"/>
                <a:cs typeface="+mn-cs"/>
              </a:rPr>
              <a:t>Apply the boundary conditions to the tangential field components (Uniqueness Theorem)</a:t>
            </a:r>
            <a:endParaRPr lang="pt-BR" sz="1200">
              <a:solidFill>
                <a:schemeClr val="tx1"/>
              </a:solidFill>
            </a:endParaRPr>
          </a:p>
        </p:txBody>
      </p:sp>
      <mc:AlternateContent xmlns:mc="http://schemas.openxmlformats.org/markup-compatibility/2006" xmlns:a14="http://schemas.microsoft.com/office/drawing/2010/main">
        <mc:Choice Requires="a14">
          <p:sp>
            <p:nvSpPr>
              <p:cNvPr id="87" name="Fluxograma: Processo 86">
                <a:extLst>
                  <a:ext uri="{FF2B5EF4-FFF2-40B4-BE49-F238E27FC236}">
                    <a16:creationId xmlns:a16="http://schemas.microsoft.com/office/drawing/2014/main" id="{25F8E8E1-B801-574E-38BC-CF8C449AE2B3}"/>
                  </a:ext>
                </a:extLst>
              </p:cNvPr>
              <p:cNvSpPr/>
              <p:nvPr/>
            </p:nvSpPr>
            <p:spPr>
              <a:xfrm>
                <a:off x="8854206" y="3260019"/>
                <a:ext cx="2282354"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i="1">
                            <a:solidFill>
                              <a:schemeClr val="tx1"/>
                            </a:solidFill>
                            <a:latin typeface="Cambria Math" panose="02040503050406030204" pitchFamily="18" charset="0"/>
                          </a:rPr>
                        </m:ctrlPr>
                      </m:sSubSupPr>
                      <m:e>
                        <m:r>
                          <a:rPr lang="pt-BR" sz="1200" i="1">
                            <a:solidFill>
                              <a:schemeClr val="tx1"/>
                            </a:solidFill>
                            <a:latin typeface="Cambria Math" panose="02040503050406030204" pitchFamily="18" charset="0"/>
                          </a:rPr>
                          <m:t>𝐽</m:t>
                        </m:r>
                      </m:e>
                      <m:sub>
                        <m:r>
                          <a:rPr lang="pt-BR" sz="1200" i="1">
                            <a:solidFill>
                              <a:schemeClr val="tx1"/>
                            </a:solidFill>
                            <a:latin typeface="Cambria Math" panose="02040503050406030204" pitchFamily="18" charset="0"/>
                          </a:rPr>
                          <m:t>𝑠</m:t>
                        </m:r>
                      </m:sub>
                      <m: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𝑝</m:t>
                        </m:r>
                        <m:r>
                          <a:rPr lang="pt-BR" sz="1200" i="1">
                            <a:solidFill>
                              <a:schemeClr val="tx1"/>
                            </a:solidFill>
                            <a:latin typeface="Cambria Math" panose="02040503050406030204" pitchFamily="18" charset="0"/>
                          </a:rPr>
                          <m:t>)</m:t>
                        </m:r>
                      </m:sup>
                    </m:sSub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𝜃</m:t>
                    </m:r>
                    <m:r>
                      <a:rPr lang="pt-BR" sz="1200" i="1">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87" name="Fluxograma: Processo 86">
                <a:extLst>
                  <a:ext uri="{FF2B5EF4-FFF2-40B4-BE49-F238E27FC236}">
                    <a16:creationId xmlns:a16="http://schemas.microsoft.com/office/drawing/2014/main" id="{25F8E8E1-B801-574E-38BC-CF8C449AE2B3}"/>
                  </a:ext>
                </a:extLst>
              </p:cNvPr>
              <p:cNvSpPr>
                <a:spLocks noRot="1" noChangeAspect="1" noMove="1" noResize="1" noEditPoints="1" noAdjustHandles="1" noChangeArrowheads="1" noChangeShapeType="1" noTextEdit="1"/>
              </p:cNvSpPr>
              <p:nvPr/>
            </p:nvSpPr>
            <p:spPr>
              <a:xfrm>
                <a:off x="8854206" y="3260019"/>
                <a:ext cx="2282354" cy="612648"/>
              </a:xfrm>
              <a:prstGeom prst="flowChartProcess">
                <a:avLst/>
              </a:prstGeom>
              <a:blipFill>
                <a:blip r:embed="rId17"/>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72" name="Fluxograma: Conector 71">
            <a:extLst>
              <a:ext uri="{FF2B5EF4-FFF2-40B4-BE49-F238E27FC236}">
                <a16:creationId xmlns:a16="http://schemas.microsoft.com/office/drawing/2014/main" id="{A0DE604E-C84F-EAFA-4FA1-F7FC4E671D22}"/>
              </a:ext>
            </a:extLst>
          </p:cNvPr>
          <p:cNvSpPr/>
          <p:nvPr/>
        </p:nvSpPr>
        <p:spPr>
          <a:xfrm>
            <a:off x="8557984" y="4232707"/>
            <a:ext cx="274320" cy="27432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B5AF6105-5354-083B-07E3-CFBE433AC7A3}"/>
                  </a:ext>
                </a:extLst>
              </p:cNvPr>
              <p:cNvSpPr txBox="1"/>
              <p:nvPr/>
            </p:nvSpPr>
            <p:spPr>
              <a:xfrm>
                <a:off x="8458641" y="5877272"/>
                <a:ext cx="479796" cy="30777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𝕐</m:t>
                          </m:r>
                        </m:e>
                        <m:sub>
                          <m:r>
                            <a:rPr lang="pt-BR" sz="1400" b="1" i="1">
                              <a:latin typeface="Cambria Math" panose="02040503050406030204" pitchFamily="18" charset="0"/>
                              <a:ea typeface="Cambria Math" panose="02040503050406030204" pitchFamily="18" charset="0"/>
                            </a:rPr>
                            <m:t>𝒔</m:t>
                          </m:r>
                        </m:sub>
                      </m:sSub>
                    </m:oMath>
                  </m:oMathPara>
                </a14:m>
                <a:endParaRPr lang="en-US" sz="1400" i="1"/>
              </a:p>
            </p:txBody>
          </p:sp>
        </mc:Choice>
        <mc:Fallback xmlns="">
          <p:sp>
            <p:nvSpPr>
              <p:cNvPr id="88" name="CaixaDeTexto 87">
                <a:extLst>
                  <a:ext uri="{FF2B5EF4-FFF2-40B4-BE49-F238E27FC236}">
                    <a16:creationId xmlns:a16="http://schemas.microsoft.com/office/drawing/2014/main" id="{B5AF6105-5354-083B-07E3-CFBE433AC7A3}"/>
                  </a:ext>
                </a:extLst>
              </p:cNvPr>
              <p:cNvSpPr txBox="1">
                <a:spLocks noRot="1" noChangeAspect="1" noMove="1" noResize="1" noEditPoints="1" noAdjustHandles="1" noChangeArrowheads="1" noChangeShapeType="1" noTextEdit="1"/>
              </p:cNvSpPr>
              <p:nvPr/>
            </p:nvSpPr>
            <p:spPr>
              <a:xfrm>
                <a:off x="8458641" y="5877272"/>
                <a:ext cx="479796" cy="307777"/>
              </a:xfrm>
              <a:prstGeom prst="rect">
                <a:avLst/>
              </a:prstGeom>
              <a:blipFill>
                <a:blip r:embed="rId18"/>
                <a:stretch>
                  <a:fillRect/>
                </a:stretch>
              </a:blipFill>
            </p:spPr>
            <p:txBody>
              <a:bodyPr/>
              <a:lstStyle/>
              <a:p>
                <a:r>
                  <a:rPr lang="pt-BR">
                    <a:noFill/>
                  </a:rPr>
                  <a:t> </a:t>
                </a:r>
              </a:p>
            </p:txBody>
          </p:sp>
        </mc:Fallback>
      </mc:AlternateContent>
      <p:cxnSp>
        <p:nvCxnSpPr>
          <p:cNvPr id="96" name="Conector: Angulado 95">
            <a:extLst>
              <a:ext uri="{FF2B5EF4-FFF2-40B4-BE49-F238E27FC236}">
                <a16:creationId xmlns:a16="http://schemas.microsoft.com/office/drawing/2014/main" id="{299CA8EB-97A8-D228-77CA-129CB38A5A2F}"/>
              </a:ext>
            </a:extLst>
          </p:cNvPr>
          <p:cNvCxnSpPr>
            <a:stCxn id="10" idx="2"/>
            <a:endCxn id="72" idx="2"/>
          </p:cNvCxnSpPr>
          <p:nvPr/>
        </p:nvCxnSpPr>
        <p:spPr>
          <a:xfrm rot="16200000" flipH="1">
            <a:off x="7801019" y="3612902"/>
            <a:ext cx="497200" cy="10167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ector: Angulado 99">
            <a:extLst>
              <a:ext uri="{FF2B5EF4-FFF2-40B4-BE49-F238E27FC236}">
                <a16:creationId xmlns:a16="http://schemas.microsoft.com/office/drawing/2014/main" id="{2D114163-D9CF-5D61-9D3B-997208C115AC}"/>
              </a:ext>
            </a:extLst>
          </p:cNvPr>
          <p:cNvCxnSpPr>
            <a:cxnSpLocks/>
            <a:stCxn id="87" idx="2"/>
            <a:endCxn id="72" idx="6"/>
          </p:cNvCxnSpPr>
          <p:nvPr/>
        </p:nvCxnSpPr>
        <p:spPr>
          <a:xfrm rot="5400000">
            <a:off x="9165244" y="3539728"/>
            <a:ext cx="497200" cy="116307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Conector de Seta Reta 101">
            <a:extLst>
              <a:ext uri="{FF2B5EF4-FFF2-40B4-BE49-F238E27FC236}">
                <a16:creationId xmlns:a16="http://schemas.microsoft.com/office/drawing/2014/main" id="{F7485E65-2DC9-E888-38BA-9161DCB5FEE2}"/>
              </a:ext>
            </a:extLst>
          </p:cNvPr>
          <p:cNvCxnSpPr>
            <a:stCxn id="49" idx="2"/>
            <a:endCxn id="10" idx="0"/>
          </p:cNvCxnSpPr>
          <p:nvPr/>
        </p:nvCxnSpPr>
        <p:spPr>
          <a:xfrm>
            <a:off x="7541255" y="2752069"/>
            <a:ext cx="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Conector de Seta Reta 103">
            <a:extLst>
              <a:ext uri="{FF2B5EF4-FFF2-40B4-BE49-F238E27FC236}">
                <a16:creationId xmlns:a16="http://schemas.microsoft.com/office/drawing/2014/main" id="{DF2CF84B-2D60-4D3F-E249-6FC0B0074AB3}"/>
              </a:ext>
            </a:extLst>
          </p:cNvPr>
          <p:cNvCxnSpPr>
            <a:stCxn id="17" idx="2"/>
            <a:endCxn id="87" idx="0"/>
          </p:cNvCxnSpPr>
          <p:nvPr/>
        </p:nvCxnSpPr>
        <p:spPr>
          <a:xfrm>
            <a:off x="9990063" y="2752069"/>
            <a:ext cx="532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5" name="Fluxograma: Terminação 104">
            <a:extLst>
              <a:ext uri="{FF2B5EF4-FFF2-40B4-BE49-F238E27FC236}">
                <a16:creationId xmlns:a16="http://schemas.microsoft.com/office/drawing/2014/main" id="{0FD7C22D-A8EB-F3E1-30E1-82227D2B3989}"/>
              </a:ext>
            </a:extLst>
          </p:cNvPr>
          <p:cNvSpPr/>
          <p:nvPr/>
        </p:nvSpPr>
        <p:spPr>
          <a:xfrm>
            <a:off x="8292244" y="5844584"/>
            <a:ext cx="812590" cy="369332"/>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p:cxnSp>
        <p:nvCxnSpPr>
          <p:cNvPr id="111" name="Conector de Seta Reta 110">
            <a:extLst>
              <a:ext uri="{FF2B5EF4-FFF2-40B4-BE49-F238E27FC236}">
                <a16:creationId xmlns:a16="http://schemas.microsoft.com/office/drawing/2014/main" id="{F8631A54-C828-83DC-2328-6BC19344F967}"/>
              </a:ext>
            </a:extLst>
          </p:cNvPr>
          <p:cNvCxnSpPr>
            <a:cxnSpLocks/>
            <a:stCxn id="72" idx="4"/>
            <a:endCxn id="86" idx="0"/>
          </p:cNvCxnSpPr>
          <p:nvPr/>
        </p:nvCxnSpPr>
        <p:spPr>
          <a:xfrm>
            <a:off x="8695144" y="4507027"/>
            <a:ext cx="3395" cy="3261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ector de Seta Reta 115">
            <a:extLst>
              <a:ext uri="{FF2B5EF4-FFF2-40B4-BE49-F238E27FC236}">
                <a16:creationId xmlns:a16="http://schemas.microsoft.com/office/drawing/2014/main" id="{735F2BF1-C6B8-AE5E-FF48-02134FF63963}"/>
              </a:ext>
            </a:extLst>
          </p:cNvPr>
          <p:cNvCxnSpPr>
            <a:cxnSpLocks/>
            <a:stCxn id="86" idx="2"/>
            <a:endCxn id="105" idx="0"/>
          </p:cNvCxnSpPr>
          <p:nvPr/>
        </p:nvCxnSpPr>
        <p:spPr>
          <a:xfrm>
            <a:off x="8698539" y="5586045"/>
            <a:ext cx="0" cy="258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CaixaDeTexto 1">
            <a:extLst>
              <a:ext uri="{FF2B5EF4-FFF2-40B4-BE49-F238E27FC236}">
                <a16:creationId xmlns:a16="http://schemas.microsoft.com/office/drawing/2014/main" id="{B6385A72-E44A-2278-DEFD-C98CB1E468FF}"/>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942069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14</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p:sp>
        <p:nvSpPr>
          <p:cNvPr id="69" name="CaixaDeTexto 68">
            <a:extLst>
              <a:ext uri="{FF2B5EF4-FFF2-40B4-BE49-F238E27FC236}">
                <a16:creationId xmlns:a16="http://schemas.microsoft.com/office/drawing/2014/main" id="{FC60B356-1ADE-381F-211A-58EAAC72A0C0}"/>
              </a:ext>
            </a:extLst>
          </p:cNvPr>
          <p:cNvSpPr txBox="1"/>
          <p:nvPr/>
        </p:nvSpPr>
        <p:spPr>
          <a:xfrm>
            <a:off x="6113617" y="1340768"/>
            <a:ext cx="5526999" cy="584775"/>
          </a:xfrm>
          <a:prstGeom prst="rect">
            <a:avLst/>
          </a:prstGeom>
          <a:noFill/>
        </p:spPr>
        <p:txBody>
          <a:bodyPr wrap="square">
            <a:spAutoFit/>
          </a:bodyPr>
          <a:lstStyle>
            <a:defPPr>
              <a:defRPr lang="pt-BR"/>
            </a:defPPr>
            <a:lvl1pPr>
              <a:defRPr sz="1600"/>
            </a:lvl1pPr>
          </a:lstStyle>
          <a:p>
            <a:r>
              <a:rPr lang="en-US"/>
              <a:t>The effect of the equivalent current sources onto surrounding medium is modelled with the Electric Field Integral Equation:</a:t>
            </a:r>
            <a:endParaRPr lang="pt-BR"/>
          </a:p>
        </p:txBody>
      </p:sp>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083102" y="1952836"/>
                <a:ext cx="5242956" cy="56053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a:rPr lang="pt-BR" b="0" i="1">
                              <a:latin typeface="Cambria Math" panose="02040503050406030204" pitchFamily="18" charset="0"/>
                            </a:rPr>
                            <m:t>ℰ</m:t>
                          </m:r>
                        </m:e>
                        <m:sub>
                          <m:r>
                            <m:rPr>
                              <m:sty m:val="p"/>
                            </m:rPr>
                            <a:rPr lang="pt-BR" b="0" i="0" smtClean="0">
                              <a:latin typeface="Cambria Math" panose="02040503050406030204" pitchFamily="18" charset="0"/>
                            </a:rPr>
                            <m:t>z</m:t>
                          </m:r>
                        </m:sub>
                        <m:sup>
                          <m:r>
                            <a:rPr lang="pt-BR" b="0" i="1" smtClean="0">
                              <a:latin typeface="Cambria Math" panose="02040503050406030204" pitchFamily="18" charset="0"/>
                            </a:rPr>
                            <m:t> </m:t>
                          </m:r>
                        </m:sup>
                      </m:sSubSup>
                      <m:d>
                        <m:dPr>
                          <m:ctrlPr>
                            <a:rPr lang="pt-BR" b="0" i="1" smtClean="0">
                              <a:latin typeface="Cambria Math" panose="02040503050406030204" pitchFamily="18" charset="0"/>
                            </a:rPr>
                          </m:ctrlPr>
                        </m:dPr>
                        <m:e>
                          <m:r>
                            <a:rPr lang="pt-BR" b="1" i="1" smtClean="0">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𝒜</m:t>
                          </m:r>
                        </m:e>
                        <m:sub>
                          <m:r>
                            <a:rPr lang="pt-BR" b="0" i="1" smtClean="0">
                              <a:latin typeface="Cambria Math" panose="02040503050406030204" pitchFamily="18" charset="0"/>
                            </a:rPr>
                            <m:t>𝑧</m:t>
                          </m:r>
                        </m:sub>
                      </m:sSub>
                      <m:d>
                        <m:dPr>
                          <m:ctrlPr>
                            <a:rPr lang="pt-BR" b="0" i="1" smtClean="0">
                              <a:latin typeface="Cambria Math" panose="02040503050406030204" pitchFamily="18" charset="0"/>
                            </a:rPr>
                          </m:ctrlPr>
                        </m:dPr>
                        <m:e>
                          <m:r>
                            <a:rPr lang="pt-BR" b="1" i="1" smtClean="0">
                              <a:latin typeface="Cambria Math" panose="02040503050406030204" pitchFamily="18" charset="0"/>
                            </a:rPr>
                            <m:t>𝒓</m:t>
                          </m:r>
                        </m:e>
                      </m:d>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m:t>
                          </m:r>
                          <m:r>
                            <a:rPr lang="pt-BR" b="0" i="1" smtClean="0">
                              <a:latin typeface="Cambria Math" panose="02040503050406030204" pitchFamily="18" charset="0"/>
                            </a:rPr>
                            <m:t>𝑉</m:t>
                          </m:r>
                        </m:num>
                        <m:den>
                          <m:r>
                            <a:rPr lang="pt-BR" b="0" i="1" smtClean="0">
                              <a:latin typeface="Cambria Math" panose="02040503050406030204" pitchFamily="18" charset="0"/>
                            </a:rPr>
                            <m:t>𝜕</m:t>
                          </m:r>
                          <m:r>
                            <a:rPr lang="pt-BR" b="0" i="1" smtClean="0">
                              <a:latin typeface="Cambria Math" panose="02040503050406030204" pitchFamily="18" charset="0"/>
                            </a:rPr>
                            <m:t>𝑧</m:t>
                          </m:r>
                        </m:den>
                      </m:f>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083102" y="1952836"/>
                <a:ext cx="5242956" cy="560538"/>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559109" y="2564904"/>
                <a:ext cx="5261527" cy="1532920"/>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sSubSup>
                      <m:sSubSupPr>
                        <m:ctrlPr>
                          <a:rPr lang="pt-BR" i="1" smtClean="0">
                            <a:latin typeface="Cambria Math" panose="02040503050406030204" pitchFamily="18" charset="0"/>
                          </a:rPr>
                        </m:ctrlPr>
                      </m:sSubSupPr>
                      <m:e>
                        <m:r>
                          <a:rPr lang="pt-BR" b="0" i="1">
                            <a:latin typeface="Cambria Math" panose="02040503050406030204" pitchFamily="18" charset="0"/>
                          </a:rPr>
                          <m:t>ℰ</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is the electric field </a:t>
                </a:r>
                <a14:m>
                  <m:oMath xmlns:m="http://schemas.openxmlformats.org/officeDocument/2006/math">
                    <m:r>
                      <a:rPr lang="en-US" i="1" smtClean="0">
                        <a:latin typeface="Cambria Math" panose="02040503050406030204" pitchFamily="18" charset="0"/>
                      </a:rPr>
                      <m:t>𝑧</m:t>
                    </m:r>
                  </m:oMath>
                </a14:m>
                <a:r>
                  <a:rPr lang="en-US"/>
                  <a:t>-component at position </a:t>
                </a:r>
                <a14:m>
                  <m:oMath xmlns:m="http://schemas.openxmlformats.org/officeDocument/2006/math">
                    <m:r>
                      <a:rPr lang="en-US" b="1" i="1" smtClean="0">
                        <a:latin typeface="Cambria Math" panose="02040503050406030204" pitchFamily="18" charset="0"/>
                      </a:rPr>
                      <m:t>𝒓</m:t>
                    </m:r>
                    <m:r>
                      <a:rPr lang="pt-BR" b="1" i="1" smtClean="0">
                        <a:latin typeface="Cambria Math" panose="02040503050406030204" pitchFamily="18" charset="0"/>
                      </a:rPr>
                      <m:t>(</m:t>
                    </m:r>
                    <m:r>
                      <a:rPr lang="pt-BR" b="0" i="1" smtClean="0">
                        <a:latin typeface="Cambria Math" panose="02040503050406030204" pitchFamily="18" charset="0"/>
                      </a:rPr>
                      <m:t>𝜃</m:t>
                    </m:r>
                    <m:r>
                      <a:rPr lang="pt-BR" b="1" i="1" smtClean="0">
                        <a:latin typeface="Cambria Math" panose="02040503050406030204" pitchFamily="18" charset="0"/>
                      </a:rPr>
                      <m:t>)</m:t>
                    </m:r>
                  </m:oMath>
                </a14:m>
                <a:r>
                  <a:rPr lang="en-US"/>
                  <a:t>; </a:t>
                </a:r>
              </a:p>
              <a:p>
                <a:pPr>
                  <a:lnSpc>
                    <a:spcPct val="150000"/>
                  </a:lnSpc>
                </a:pPr>
                <a14:m>
                  <m:oMath xmlns:m="http://schemas.openxmlformats.org/officeDocument/2006/math">
                    <m:sSubSup>
                      <m:sSubSupPr>
                        <m:ctrlPr>
                          <a:rPr lang="pt-BR" i="1">
                            <a:latin typeface="Cambria Math" panose="02040503050406030204" pitchFamily="18" charset="0"/>
                          </a:rPr>
                        </m:ctrlPr>
                      </m:sSubSupPr>
                      <m:e>
                        <m:r>
                          <a:rPr lang="pt-BR" b="0" i="1" smtClean="0">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1" i="1">
                        <a:latin typeface="Cambria Math" panose="02040503050406030204" pitchFamily="18" charset="0"/>
                      </a:rPr>
                      <m:t> </m:t>
                    </m:r>
                  </m:oMath>
                </a14:m>
                <a:r>
                  <a:rPr lang="en-US"/>
                  <a:t>is the magnetic vector potential </a:t>
                </a:r>
                <a14:m>
                  <m:oMath xmlns:m="http://schemas.openxmlformats.org/officeDocument/2006/math">
                    <m:r>
                      <a:rPr lang="en-US" i="1">
                        <a:latin typeface="Cambria Math" panose="02040503050406030204" pitchFamily="18" charset="0"/>
                      </a:rPr>
                      <m:t>𝑧</m:t>
                    </m:r>
                  </m:oMath>
                </a14:m>
                <a:r>
                  <a:rPr lang="en-US"/>
                  <a:t>-component at position </a:t>
                </a:r>
                <a14:m>
                  <m:oMath xmlns:m="http://schemas.openxmlformats.org/officeDocument/2006/math">
                    <m:r>
                      <a:rPr lang="en-US" b="1" i="1">
                        <a:latin typeface="Cambria Math" panose="02040503050406030204" pitchFamily="18" charset="0"/>
                      </a:rPr>
                      <m:t>𝒓</m:t>
                    </m:r>
                    <m:r>
                      <a:rPr lang="pt-BR" b="1" i="1">
                        <a:latin typeface="Cambria Math" panose="02040503050406030204" pitchFamily="18" charset="0"/>
                      </a:rPr>
                      <m:t>(</m:t>
                    </m:r>
                    <m:r>
                      <a:rPr lang="pt-BR" i="1">
                        <a:latin typeface="Cambria Math" panose="02040503050406030204" pitchFamily="18" charset="0"/>
                      </a:rPr>
                      <m:t>𝜃</m:t>
                    </m:r>
                    <m:r>
                      <a:rPr lang="pt-BR" b="1" i="1">
                        <a:latin typeface="Cambria Math" panose="02040503050406030204" pitchFamily="18" charset="0"/>
                      </a:rPr>
                      <m:t>)</m:t>
                    </m:r>
                  </m:oMath>
                </a14:m>
                <a:r>
                  <a:rPr lang="en-US"/>
                  <a:t>. </a:t>
                </a:r>
              </a:p>
              <a:p>
                <a:pPr>
                  <a:lnSpc>
                    <a:spcPct val="150000"/>
                  </a:lnSpc>
                </a:pPr>
                <a14:m>
                  <m:oMath xmlns:m="http://schemas.openxmlformats.org/officeDocument/2006/math">
                    <m:r>
                      <a:rPr lang="pt-BR" i="1" smtClean="0">
                        <a:latin typeface="Cambria Math" panose="02040503050406030204" pitchFamily="18" charset="0"/>
                      </a:rPr>
                      <m:t>𝑉</m:t>
                    </m:r>
                  </m:oMath>
                </a14:m>
                <a:r>
                  <a:rPr lang="en-US"/>
                  <a:t> is the scalar potential. </a:t>
                </a:r>
                <a:endParaRPr lang="pt-BR"/>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559109" y="2564904"/>
                <a:ext cx="5261527" cy="1532920"/>
              </a:xfrm>
              <a:prstGeom prst="rect">
                <a:avLst/>
              </a:prstGeom>
              <a:blipFill>
                <a:blip r:embed="rId5"/>
                <a:stretch>
                  <a:fillRect l="-695" b="-4382"/>
                </a:stretch>
              </a:blipFill>
            </p:spPr>
            <p:txBody>
              <a:bodyPr/>
              <a:lstStyle/>
              <a:p>
                <a:r>
                  <a:rPr lang="pt-BR">
                    <a:noFill/>
                  </a:rPr>
                  <a:t> </a:t>
                </a:r>
              </a:p>
            </p:txBody>
          </p:sp>
        </mc:Fallback>
      </mc:AlternateContent>
      <p:sp>
        <p:nvSpPr>
          <p:cNvPr id="3" name="Elipse 2">
            <a:extLst>
              <a:ext uri="{FF2B5EF4-FFF2-40B4-BE49-F238E27FC236}">
                <a16:creationId xmlns:a16="http://schemas.microsoft.com/office/drawing/2014/main" id="{FC7BF6EB-E00D-7E0D-3F84-3147A5BB41DE}"/>
              </a:ext>
            </a:extLst>
          </p:cNvPr>
          <p:cNvSpPr/>
          <p:nvPr/>
        </p:nvSpPr>
        <p:spPr>
          <a:xfrm>
            <a:off x="2063552" y="1578545"/>
            <a:ext cx="1367980" cy="1384807"/>
          </a:xfrm>
          <a:prstGeom prst="ellipse">
            <a:avLst/>
          </a:prstGeom>
          <a:solidFill>
            <a:schemeClr val="accent1">
              <a:alpha val="7000"/>
            </a:schemeClr>
          </a:solidFill>
          <a:ln w="19050">
            <a:solidFill>
              <a:schemeClr val="tx2">
                <a:lumMod val="90000"/>
                <a:lumOff val="1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5" name="Conector reto 4">
            <a:extLst>
              <a:ext uri="{FF2B5EF4-FFF2-40B4-BE49-F238E27FC236}">
                <a16:creationId xmlns:a16="http://schemas.microsoft.com/office/drawing/2014/main" id="{54F71E4B-75EB-F637-034E-CAB06CB4CE21}"/>
              </a:ext>
            </a:extLst>
          </p:cNvPr>
          <p:cNvCxnSpPr>
            <a:cxnSpLocks/>
            <a:stCxn id="16" idx="7"/>
            <a:endCxn id="3" idx="7"/>
          </p:cNvCxnSpPr>
          <p:nvPr/>
        </p:nvCxnSpPr>
        <p:spPr>
          <a:xfrm flipV="1">
            <a:off x="2765041" y="1781346"/>
            <a:ext cx="466154" cy="451021"/>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Conector reto 6">
            <a:extLst>
              <a:ext uri="{FF2B5EF4-FFF2-40B4-BE49-F238E27FC236}">
                <a16:creationId xmlns:a16="http://schemas.microsoft.com/office/drawing/2014/main" id="{8C19D695-CCF3-5C67-A0D8-DF1B321042AE}"/>
              </a:ext>
            </a:extLst>
          </p:cNvPr>
          <p:cNvCxnSpPr>
            <a:cxnSpLocks/>
          </p:cNvCxnSpPr>
          <p:nvPr/>
        </p:nvCxnSpPr>
        <p:spPr>
          <a:xfrm>
            <a:off x="2743058" y="2267973"/>
            <a:ext cx="690265" cy="546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Arco 9">
            <a:extLst>
              <a:ext uri="{FF2B5EF4-FFF2-40B4-BE49-F238E27FC236}">
                <a16:creationId xmlns:a16="http://schemas.microsoft.com/office/drawing/2014/main" id="{27E47613-2086-8889-2DA3-636737A44255}"/>
              </a:ext>
            </a:extLst>
          </p:cNvPr>
          <p:cNvSpPr/>
          <p:nvPr/>
        </p:nvSpPr>
        <p:spPr>
          <a:xfrm>
            <a:off x="2094642" y="1999939"/>
            <a:ext cx="843413" cy="719048"/>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9DD0510-2C0C-9065-7A68-228BD95F2AB2}"/>
                  </a:ext>
                </a:extLst>
              </p:cNvPr>
              <p:cNvSpPr txBox="1"/>
              <p:nvPr/>
            </p:nvSpPr>
            <p:spPr>
              <a:xfrm>
                <a:off x="2867078" y="2004471"/>
                <a:ext cx="248101" cy="2746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11" name="CaixaDeTexto 10">
                <a:extLst>
                  <a:ext uri="{FF2B5EF4-FFF2-40B4-BE49-F238E27FC236}">
                    <a16:creationId xmlns:a16="http://schemas.microsoft.com/office/drawing/2014/main" id="{E9DD0510-2C0C-9065-7A68-228BD95F2AB2}"/>
                  </a:ext>
                </a:extLst>
              </p:cNvPr>
              <p:cNvSpPr txBox="1">
                <a:spLocks noRot="1" noChangeAspect="1" noMove="1" noResize="1" noEditPoints="1" noAdjustHandles="1" noChangeArrowheads="1" noChangeShapeType="1" noTextEdit="1"/>
              </p:cNvSpPr>
              <p:nvPr/>
            </p:nvSpPr>
            <p:spPr>
              <a:xfrm>
                <a:off x="2867078" y="2004471"/>
                <a:ext cx="248101" cy="274627"/>
              </a:xfrm>
              <a:prstGeom prst="rect">
                <a:avLst/>
              </a:prstGeom>
              <a:blipFill>
                <a:blip r:embed="rId6"/>
                <a:stretch>
                  <a:fillRect r="-73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E8174C7E-53F8-CB03-B52A-3A7136E340D3}"/>
                  </a:ext>
                </a:extLst>
              </p:cNvPr>
              <p:cNvSpPr txBox="1"/>
              <p:nvPr/>
            </p:nvSpPr>
            <p:spPr>
              <a:xfrm>
                <a:off x="2681920" y="1716422"/>
                <a:ext cx="236189"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12" name="CaixaDeTexto 11">
                <a:extLst>
                  <a:ext uri="{FF2B5EF4-FFF2-40B4-BE49-F238E27FC236}">
                    <a16:creationId xmlns:a16="http://schemas.microsoft.com/office/drawing/2014/main" id="{E8174C7E-53F8-CB03-B52A-3A7136E340D3}"/>
                  </a:ext>
                </a:extLst>
              </p:cNvPr>
              <p:cNvSpPr txBox="1">
                <a:spLocks noRot="1" noChangeAspect="1" noMove="1" noResize="1" noEditPoints="1" noAdjustHandles="1" noChangeArrowheads="1" noChangeShapeType="1" noTextEdit="1"/>
              </p:cNvSpPr>
              <p:nvPr/>
            </p:nvSpPr>
            <p:spPr>
              <a:xfrm>
                <a:off x="2681920" y="1716422"/>
                <a:ext cx="236189" cy="302675"/>
              </a:xfrm>
              <a:prstGeom prst="rect">
                <a:avLst/>
              </a:prstGeom>
              <a:blipFill>
                <a:blip r:embed="rId7"/>
                <a:stretch>
                  <a:fillRect r="-17949"/>
                </a:stretch>
              </a:blipFill>
            </p:spPr>
            <p:txBody>
              <a:bodyPr/>
              <a:lstStyle/>
              <a:p>
                <a:r>
                  <a:rPr lang="pt-BR">
                    <a:noFill/>
                  </a:rPr>
                  <a:t> </a:t>
                </a:r>
              </a:p>
            </p:txBody>
          </p:sp>
        </mc:Fallback>
      </mc:AlternateContent>
      <p:cxnSp>
        <p:nvCxnSpPr>
          <p:cNvPr id="13" name="Conector de Seta Reta 12">
            <a:extLst>
              <a:ext uri="{FF2B5EF4-FFF2-40B4-BE49-F238E27FC236}">
                <a16:creationId xmlns:a16="http://schemas.microsoft.com/office/drawing/2014/main" id="{77C55F1C-5BD5-DF76-2F5F-1ED7DF903812}"/>
              </a:ext>
            </a:extLst>
          </p:cNvPr>
          <p:cNvCxnSpPr>
            <a:cxnSpLocks/>
            <a:stCxn id="20" idx="1"/>
            <a:endCxn id="3" idx="7"/>
          </p:cNvCxnSpPr>
          <p:nvPr/>
        </p:nvCxnSpPr>
        <p:spPr>
          <a:xfrm flipH="1" flipV="1">
            <a:off x="3231196" y="1781345"/>
            <a:ext cx="920124" cy="13763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86092138-BD00-A438-4A5E-61F36D663977}"/>
                  </a:ext>
                </a:extLst>
              </p:cNvPr>
              <p:cNvSpPr txBox="1"/>
              <p:nvPr/>
            </p:nvSpPr>
            <p:spPr>
              <a:xfrm>
                <a:off x="3647600" y="2183099"/>
                <a:ext cx="307794" cy="3270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r>
                            <a:rPr lang="pt-BR" sz="1400" b="1" i="1" smtClean="0">
                              <a:latin typeface="Cambria Math" panose="02040503050406030204" pitchFamily="18" charset="0"/>
                            </a:rPr>
                            <m:t>𝒓</m:t>
                          </m:r>
                        </m:e>
                        <m:sub>
                          <m:r>
                            <a:rPr lang="pt-BR" sz="1400" b="1" i="1" smtClean="0">
                              <a:latin typeface="Cambria Math" panose="02040503050406030204" pitchFamily="18" charset="0"/>
                            </a:rPr>
                            <m:t>𝒑</m:t>
                          </m:r>
                        </m:sub>
                      </m:sSub>
                    </m:oMath>
                  </m:oMathPara>
                </a14:m>
                <a:endParaRPr lang="pt-BR" sz="1400" b="1"/>
              </a:p>
            </p:txBody>
          </p:sp>
        </mc:Choice>
        <mc:Fallback xmlns="">
          <p:sp>
            <p:nvSpPr>
              <p:cNvPr id="15" name="CaixaDeTexto 14">
                <a:extLst>
                  <a:ext uri="{FF2B5EF4-FFF2-40B4-BE49-F238E27FC236}">
                    <a16:creationId xmlns:a16="http://schemas.microsoft.com/office/drawing/2014/main" id="{86092138-BD00-A438-4A5E-61F36D663977}"/>
                  </a:ext>
                </a:extLst>
              </p:cNvPr>
              <p:cNvSpPr txBox="1">
                <a:spLocks noRot="1" noChangeAspect="1" noMove="1" noResize="1" noEditPoints="1" noAdjustHandles="1" noChangeArrowheads="1" noChangeShapeType="1" noTextEdit="1"/>
              </p:cNvSpPr>
              <p:nvPr/>
            </p:nvSpPr>
            <p:spPr>
              <a:xfrm>
                <a:off x="3647600" y="2183099"/>
                <a:ext cx="307794" cy="327035"/>
              </a:xfrm>
              <a:prstGeom prst="rect">
                <a:avLst/>
              </a:prstGeom>
              <a:blipFill>
                <a:blip r:embed="rId8"/>
                <a:stretch>
                  <a:fillRect r="-1961"/>
                </a:stretch>
              </a:blipFill>
            </p:spPr>
            <p:txBody>
              <a:bodyPr/>
              <a:lstStyle/>
              <a:p>
                <a:r>
                  <a:rPr lang="pt-BR">
                    <a:noFill/>
                  </a:rPr>
                  <a:t> </a:t>
                </a:r>
              </a:p>
            </p:txBody>
          </p:sp>
        </mc:Fallback>
      </mc:AlternateContent>
      <p:sp>
        <p:nvSpPr>
          <p:cNvPr id="16" name="Elipse 15">
            <a:extLst>
              <a:ext uri="{FF2B5EF4-FFF2-40B4-BE49-F238E27FC236}">
                <a16:creationId xmlns:a16="http://schemas.microsoft.com/office/drawing/2014/main" id="{6616F89B-4506-6B3F-79BB-044E327DC70B}"/>
              </a:ext>
            </a:extLst>
          </p:cNvPr>
          <p:cNvSpPr/>
          <p:nvPr/>
        </p:nvSpPr>
        <p:spPr>
          <a:xfrm>
            <a:off x="2711967" y="2223147"/>
            <a:ext cx="62181" cy="6294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de Seta Reta 16">
            <a:extLst>
              <a:ext uri="{FF2B5EF4-FFF2-40B4-BE49-F238E27FC236}">
                <a16:creationId xmlns:a16="http://schemas.microsoft.com/office/drawing/2014/main" id="{8F91AF59-2EF3-64DF-7896-03F59E9EA565}"/>
              </a:ext>
            </a:extLst>
          </p:cNvPr>
          <p:cNvCxnSpPr>
            <a:cxnSpLocks/>
            <a:stCxn id="20" idx="1"/>
          </p:cNvCxnSpPr>
          <p:nvPr/>
        </p:nvCxnSpPr>
        <p:spPr>
          <a:xfrm flipH="1" flipV="1">
            <a:off x="2773097" y="2290663"/>
            <a:ext cx="1378223" cy="867024"/>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415B0D8E-C1BD-B522-EC7F-7F1954A89333}"/>
                  </a:ext>
                </a:extLst>
              </p:cNvPr>
              <p:cNvSpPr txBox="1"/>
              <p:nvPr/>
            </p:nvSpPr>
            <p:spPr>
              <a:xfrm>
                <a:off x="3271951" y="2724195"/>
                <a:ext cx="27492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400" b="1" i="1" smtClean="0">
                          <a:solidFill>
                            <a:srgbClr val="00B050"/>
                          </a:solidFill>
                          <a:latin typeface="Cambria Math" panose="02040503050406030204" pitchFamily="18" charset="0"/>
                        </a:rPr>
                        <m:t>𝒑</m:t>
                      </m:r>
                    </m:oMath>
                  </m:oMathPara>
                </a14:m>
                <a:endParaRPr lang="pt-BR" sz="1400" b="1">
                  <a:solidFill>
                    <a:srgbClr val="00B050"/>
                  </a:solidFill>
                </a:endParaRPr>
              </a:p>
            </p:txBody>
          </p:sp>
        </mc:Choice>
        <mc:Fallback xmlns="">
          <p:sp>
            <p:nvSpPr>
              <p:cNvPr id="18" name="CaixaDeTexto 17">
                <a:extLst>
                  <a:ext uri="{FF2B5EF4-FFF2-40B4-BE49-F238E27FC236}">
                    <a16:creationId xmlns:a16="http://schemas.microsoft.com/office/drawing/2014/main" id="{415B0D8E-C1BD-B522-EC7F-7F1954A89333}"/>
                  </a:ext>
                </a:extLst>
              </p:cNvPr>
              <p:cNvSpPr txBox="1">
                <a:spLocks noRot="1" noChangeAspect="1" noMove="1" noResize="1" noEditPoints="1" noAdjustHandles="1" noChangeArrowheads="1" noChangeShapeType="1" noTextEdit="1"/>
              </p:cNvSpPr>
              <p:nvPr/>
            </p:nvSpPr>
            <p:spPr>
              <a:xfrm>
                <a:off x="3271951" y="2724195"/>
                <a:ext cx="274929" cy="307777"/>
              </a:xfrm>
              <a:prstGeom prst="rect">
                <a:avLst/>
              </a:prstGeom>
              <a:blipFill>
                <a:blip r:embed="rId9"/>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353D303B-B035-D8BA-8D64-E4E682F56D3B}"/>
                  </a:ext>
                </a:extLst>
              </p:cNvPr>
              <p:cNvSpPr txBox="1"/>
              <p:nvPr/>
            </p:nvSpPr>
            <p:spPr>
              <a:xfrm>
                <a:off x="4065377" y="3194948"/>
                <a:ext cx="43204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𝑂</m:t>
                      </m:r>
                    </m:oMath>
                  </m:oMathPara>
                </a14:m>
                <a:endParaRPr lang="pt-BR" sz="1100"/>
              </a:p>
            </p:txBody>
          </p:sp>
        </mc:Choice>
        <mc:Fallback xmlns="">
          <p:sp>
            <p:nvSpPr>
              <p:cNvPr id="19" name="CaixaDeTexto 18">
                <a:extLst>
                  <a:ext uri="{FF2B5EF4-FFF2-40B4-BE49-F238E27FC236}">
                    <a16:creationId xmlns:a16="http://schemas.microsoft.com/office/drawing/2014/main" id="{353D303B-B035-D8BA-8D64-E4E682F56D3B}"/>
                  </a:ext>
                </a:extLst>
              </p:cNvPr>
              <p:cNvSpPr txBox="1">
                <a:spLocks noRot="1" noChangeAspect="1" noMove="1" noResize="1" noEditPoints="1" noAdjustHandles="1" noChangeArrowheads="1" noChangeShapeType="1" noTextEdit="1"/>
              </p:cNvSpPr>
              <p:nvPr/>
            </p:nvSpPr>
            <p:spPr>
              <a:xfrm>
                <a:off x="4065377" y="3194948"/>
                <a:ext cx="432048" cy="261610"/>
              </a:xfrm>
              <a:prstGeom prst="rect">
                <a:avLst/>
              </a:prstGeom>
              <a:blipFill>
                <a:blip r:embed="rId10"/>
                <a:stretch>
                  <a:fillRect/>
                </a:stretch>
              </a:blipFill>
            </p:spPr>
            <p:txBody>
              <a:bodyPr/>
              <a:lstStyle/>
              <a:p>
                <a:r>
                  <a:rPr lang="pt-BR">
                    <a:noFill/>
                  </a:rPr>
                  <a:t> </a:t>
                </a:r>
              </a:p>
            </p:txBody>
          </p:sp>
        </mc:Fallback>
      </mc:AlternateContent>
      <p:sp>
        <p:nvSpPr>
          <p:cNvPr id="20" name="Elipse 19">
            <a:extLst>
              <a:ext uri="{FF2B5EF4-FFF2-40B4-BE49-F238E27FC236}">
                <a16:creationId xmlns:a16="http://schemas.microsoft.com/office/drawing/2014/main" id="{9A43987F-E7D5-225D-1A27-E0B450B9249F}"/>
              </a:ext>
            </a:extLst>
          </p:cNvPr>
          <p:cNvSpPr/>
          <p:nvPr/>
        </p:nvSpPr>
        <p:spPr>
          <a:xfrm>
            <a:off x="4142214" y="3148469"/>
            <a:ext cx="62181" cy="6294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4" name="Agrupar 33">
            <a:extLst>
              <a:ext uri="{FF2B5EF4-FFF2-40B4-BE49-F238E27FC236}">
                <a16:creationId xmlns:a16="http://schemas.microsoft.com/office/drawing/2014/main" id="{AEEF91CA-45FB-D1F1-080F-8302C4AF77B5}"/>
              </a:ext>
            </a:extLst>
          </p:cNvPr>
          <p:cNvGrpSpPr/>
          <p:nvPr/>
        </p:nvGrpSpPr>
        <p:grpSpPr>
          <a:xfrm>
            <a:off x="1988655" y="2190162"/>
            <a:ext cx="146905" cy="148375"/>
            <a:chOff x="2999656" y="3825766"/>
            <a:chExt cx="182880" cy="182880"/>
          </a:xfrm>
        </p:grpSpPr>
        <p:sp>
          <p:nvSpPr>
            <p:cNvPr id="47" name="Elipse 46">
              <a:extLst>
                <a:ext uri="{FF2B5EF4-FFF2-40B4-BE49-F238E27FC236}">
                  <a16:creationId xmlns:a16="http://schemas.microsoft.com/office/drawing/2014/main" id="{30BF2A5A-E417-A2CB-CF9D-188CA28D7A80}"/>
                </a:ext>
              </a:extLst>
            </p:cNvPr>
            <p:cNvSpPr/>
            <p:nvPr/>
          </p:nvSpPr>
          <p:spPr>
            <a:xfrm flipH="1" flipV="1">
              <a:off x="2999656" y="3825766"/>
              <a:ext cx="182880" cy="182880"/>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2EAD996B-0C1D-1A5D-85B1-1EAEB91413A7}"/>
                </a:ext>
              </a:extLst>
            </p:cNvPr>
            <p:cNvSpPr/>
            <p:nvPr/>
          </p:nvSpPr>
          <p:spPr>
            <a:xfrm flipH="1" flipV="1">
              <a:off x="3075614" y="3901620"/>
              <a:ext cx="30964" cy="31173"/>
            </a:xfrm>
            <a:prstGeom prst="ellipse">
              <a:avLst/>
            </a:prstGeom>
            <a:solidFill>
              <a:schemeClr val="tx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0BA273BB-12B4-7B2D-3C3B-88DA6761AE3A}"/>
                  </a:ext>
                </a:extLst>
              </p:cNvPr>
              <p:cNvSpPr txBox="1"/>
              <p:nvPr/>
            </p:nvSpPr>
            <p:spPr>
              <a:xfrm>
                <a:off x="1643646" y="1921223"/>
                <a:ext cx="314501" cy="3539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46" name="CaixaDeTexto 45">
                <a:extLst>
                  <a:ext uri="{FF2B5EF4-FFF2-40B4-BE49-F238E27FC236}">
                    <a16:creationId xmlns:a16="http://schemas.microsoft.com/office/drawing/2014/main" id="{0BA273BB-12B4-7B2D-3C3B-88DA6761AE3A}"/>
                  </a:ext>
                </a:extLst>
              </p:cNvPr>
              <p:cNvSpPr txBox="1">
                <a:spLocks noRot="1" noChangeAspect="1" noMove="1" noResize="1" noEditPoints="1" noAdjustHandles="1" noChangeArrowheads="1" noChangeShapeType="1" noTextEdit="1"/>
              </p:cNvSpPr>
              <p:nvPr/>
            </p:nvSpPr>
            <p:spPr>
              <a:xfrm>
                <a:off x="1643646" y="1921223"/>
                <a:ext cx="314501" cy="353943"/>
              </a:xfrm>
              <a:prstGeom prst="rect">
                <a:avLst/>
              </a:prstGeom>
              <a:blipFill>
                <a:blip r:embed="rId11"/>
                <a:stretch>
                  <a:fillRect r="-33333" b="-344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9D306FAD-7E02-104C-B79C-EDB6ACFE4449}"/>
                  </a:ext>
                </a:extLst>
              </p:cNvPr>
              <p:cNvSpPr txBox="1"/>
              <p:nvPr/>
            </p:nvSpPr>
            <p:spPr>
              <a:xfrm>
                <a:off x="2397448" y="2447792"/>
                <a:ext cx="646012"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m:t>
                          </m:r>
                          <m:r>
                            <a:rPr lang="pt-BR" sz="1200" b="0" i="1" smtClean="0">
                              <a:latin typeface="Cambria Math" panose="02040503050406030204" pitchFamily="18" charset="0"/>
                            </a:rPr>
                            <m:t>𝑥</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 </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𝑦</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oMath>
                  </m:oMathPara>
                </a14:m>
                <a:endParaRPr lang="pt-BR" sz="1200"/>
              </a:p>
            </p:txBody>
          </p:sp>
        </mc:Choice>
        <mc:Fallback xmlns="">
          <p:sp>
            <p:nvSpPr>
              <p:cNvPr id="53" name="CaixaDeTexto 52">
                <a:extLst>
                  <a:ext uri="{FF2B5EF4-FFF2-40B4-BE49-F238E27FC236}">
                    <a16:creationId xmlns:a16="http://schemas.microsoft.com/office/drawing/2014/main" id="{9D306FAD-7E02-104C-B79C-EDB6ACFE4449}"/>
                  </a:ext>
                </a:extLst>
              </p:cNvPr>
              <p:cNvSpPr txBox="1">
                <a:spLocks noRot="1" noChangeAspect="1" noMove="1" noResize="1" noEditPoints="1" noAdjustHandles="1" noChangeArrowheads="1" noChangeShapeType="1" noTextEdit="1"/>
              </p:cNvSpPr>
              <p:nvPr/>
            </p:nvSpPr>
            <p:spPr>
              <a:xfrm>
                <a:off x="2397448" y="2447792"/>
                <a:ext cx="646012" cy="302675"/>
              </a:xfrm>
              <a:prstGeom prst="rect">
                <a:avLst/>
              </a:prstGeom>
              <a:blipFill>
                <a:blip r:embed="rId12"/>
                <a:stretch>
                  <a:fillRect r="-1887" b="-204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55C1FAED-F330-68C9-DD31-83A89821F693}"/>
                  </a:ext>
                </a:extLst>
              </p:cNvPr>
              <p:cNvSpPr txBox="1"/>
              <p:nvPr/>
            </p:nvSpPr>
            <p:spPr>
              <a:xfrm>
                <a:off x="2970095" y="1340768"/>
                <a:ext cx="236189"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𝑐</m:t>
                          </m:r>
                        </m:e>
                        <m:sub>
                          <m:r>
                            <a:rPr lang="pt-BR" sz="1200" i="1" smtClean="0">
                              <a:latin typeface="Cambria Math" panose="02040503050406030204" pitchFamily="18" charset="0"/>
                            </a:rPr>
                            <m:t>𝑝</m:t>
                          </m:r>
                        </m:sub>
                      </m:sSub>
                    </m:oMath>
                  </m:oMathPara>
                </a14:m>
                <a:endParaRPr lang="pt-BR" sz="1200"/>
              </a:p>
            </p:txBody>
          </p:sp>
        </mc:Choice>
        <mc:Fallback xmlns="">
          <p:sp>
            <p:nvSpPr>
              <p:cNvPr id="58" name="CaixaDeTexto 57">
                <a:extLst>
                  <a:ext uri="{FF2B5EF4-FFF2-40B4-BE49-F238E27FC236}">
                    <a16:creationId xmlns:a16="http://schemas.microsoft.com/office/drawing/2014/main" id="{55C1FAED-F330-68C9-DD31-83A89821F693}"/>
                  </a:ext>
                </a:extLst>
              </p:cNvPr>
              <p:cNvSpPr txBox="1">
                <a:spLocks noRot="1" noChangeAspect="1" noMove="1" noResize="1" noEditPoints="1" noAdjustHandles="1" noChangeArrowheads="1" noChangeShapeType="1" noTextEdit="1"/>
              </p:cNvSpPr>
              <p:nvPr/>
            </p:nvSpPr>
            <p:spPr>
              <a:xfrm>
                <a:off x="2970095" y="1340768"/>
                <a:ext cx="236189" cy="302675"/>
              </a:xfrm>
              <a:prstGeom prst="rect">
                <a:avLst/>
              </a:prstGeom>
              <a:blipFill>
                <a:blip r:embed="rId13"/>
                <a:stretch>
                  <a:fillRect r="-12821"/>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53BD7D7D-B52E-2B8A-1996-E3CCD928A4F8}"/>
                  </a:ext>
                </a:extLst>
              </p:cNvPr>
              <p:cNvSpPr txBox="1"/>
              <p:nvPr/>
            </p:nvSpPr>
            <p:spPr>
              <a:xfrm>
                <a:off x="6107775" y="4293096"/>
                <a:ext cx="5218284" cy="584775"/>
              </a:xfrm>
              <a:prstGeom prst="rect">
                <a:avLst/>
              </a:prstGeom>
              <a:noFill/>
            </p:spPr>
            <p:txBody>
              <a:bodyPr wrap="square">
                <a:spAutoFit/>
              </a:bodyPr>
              <a:lstStyle>
                <a:defPPr>
                  <a:defRPr lang="pt-BR"/>
                </a:defPPr>
                <a:lvl1pPr>
                  <a:defRPr sz="1600"/>
                </a:lvl1pPr>
              </a:lstStyle>
              <a:p>
                <a:r>
                  <a:rPr lang="en-US"/>
                  <a:t>Using the superposition principle, vector potential </a:t>
                </a:r>
                <a14:m>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can be expanded as</a:t>
                </a:r>
                <a:endParaRPr lang="pt-BR"/>
              </a:p>
            </p:txBody>
          </p:sp>
        </mc:Choice>
        <mc:Fallback xmlns="">
          <p:sp>
            <p:nvSpPr>
              <p:cNvPr id="24" name="CaixaDeTexto 23">
                <a:extLst>
                  <a:ext uri="{FF2B5EF4-FFF2-40B4-BE49-F238E27FC236}">
                    <a16:creationId xmlns:a16="http://schemas.microsoft.com/office/drawing/2014/main" id="{53BD7D7D-B52E-2B8A-1996-E3CCD928A4F8}"/>
                  </a:ext>
                </a:extLst>
              </p:cNvPr>
              <p:cNvSpPr txBox="1">
                <a:spLocks noRot="1" noChangeAspect="1" noMove="1" noResize="1" noEditPoints="1" noAdjustHandles="1" noChangeArrowheads="1" noChangeShapeType="1" noTextEdit="1"/>
              </p:cNvSpPr>
              <p:nvPr/>
            </p:nvSpPr>
            <p:spPr>
              <a:xfrm>
                <a:off x="6107775" y="4293096"/>
                <a:ext cx="5218284" cy="584775"/>
              </a:xfrm>
              <a:prstGeom prst="rect">
                <a:avLst/>
              </a:prstGeom>
              <a:blipFill>
                <a:blip r:embed="rId14"/>
                <a:stretch>
                  <a:fillRect l="-701"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93DD0F9A-89C8-D9DF-AE72-D16BFF9F5D13}"/>
                  </a:ext>
                </a:extLst>
              </p:cNvPr>
              <p:cNvSpPr txBox="1"/>
              <p:nvPr/>
            </p:nvSpPr>
            <p:spPr>
              <a:xfrm>
                <a:off x="6109260" y="4922393"/>
                <a:ext cx="5190639" cy="8108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i="1" smtClean="0">
                          <a:latin typeface="Cambria Math" panose="02040503050406030204" pitchFamily="18" charset="0"/>
                        </a:rPr>
                        <m:t>=</m:t>
                      </m:r>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𝑝</m:t>
                          </m:r>
                          <m:r>
                            <a:rPr lang="pt-BR" b="0" i="1" smtClean="0">
                              <a:latin typeface="Cambria Math" panose="02040503050406030204" pitchFamily="18" charset="0"/>
                            </a:rPr>
                            <m:t>=1</m:t>
                          </m:r>
                        </m:sub>
                        <m:sup>
                          <m:sSub>
                            <m:sSubPr>
                              <m:ctrlPr>
                                <a:rPr lang="pt-BR" i="1">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e>
                      </m:nary>
                    </m:oMath>
                  </m:oMathPara>
                </a14:m>
                <a:endParaRPr lang="en-US"/>
              </a:p>
            </p:txBody>
          </p:sp>
        </mc:Choice>
        <mc:Fallback xmlns="">
          <p:sp>
            <p:nvSpPr>
              <p:cNvPr id="26" name="CaixaDeTexto 25">
                <a:extLst>
                  <a:ext uri="{FF2B5EF4-FFF2-40B4-BE49-F238E27FC236}">
                    <a16:creationId xmlns:a16="http://schemas.microsoft.com/office/drawing/2014/main" id="{93DD0F9A-89C8-D9DF-AE72-D16BFF9F5D13}"/>
                  </a:ext>
                </a:extLst>
              </p:cNvPr>
              <p:cNvSpPr txBox="1">
                <a:spLocks noRot="1" noChangeAspect="1" noMove="1" noResize="1" noEditPoints="1" noAdjustHandles="1" noChangeArrowheads="1" noChangeShapeType="1" noTextEdit="1"/>
              </p:cNvSpPr>
              <p:nvPr/>
            </p:nvSpPr>
            <p:spPr>
              <a:xfrm>
                <a:off x="6109260" y="4922393"/>
                <a:ext cx="5190639" cy="810863"/>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AE1D638E-B05C-4489-6A35-F46D56C9BB75}"/>
                  </a:ext>
                </a:extLst>
              </p:cNvPr>
              <p:cNvSpPr txBox="1"/>
              <p:nvPr/>
            </p:nvSpPr>
            <p:spPr>
              <a:xfrm>
                <a:off x="6107775" y="5810787"/>
                <a:ext cx="5218284" cy="622735"/>
              </a:xfrm>
              <a:prstGeom prst="rect">
                <a:avLst/>
              </a:prstGeom>
              <a:noFill/>
            </p:spPr>
            <p:txBody>
              <a:bodyPr wrap="square">
                <a:spAutoFit/>
              </a:bodyPr>
              <a:lstStyle>
                <a:defPPr>
                  <a:defRPr lang="pt-BR"/>
                </a:defPPr>
                <a:lvl1pPr>
                  <a:defRPr sz="1600"/>
                </a:lvl1pPr>
              </a:lstStyle>
              <a:p>
                <a14:m>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is the contribution due to the equivalent currents on the </a:t>
                </a:r>
                <a14:m>
                  <m:oMath xmlns:m="http://schemas.openxmlformats.org/officeDocument/2006/math">
                    <m:r>
                      <a:rPr lang="pt-BR" i="1">
                        <a:latin typeface="Cambria Math" panose="02040503050406030204" pitchFamily="18" charset="0"/>
                      </a:rPr>
                      <m:t>𝑝</m:t>
                    </m:r>
                  </m:oMath>
                </a14:m>
                <a:r>
                  <a:rPr lang="pt-BR"/>
                  <a:t>-th surface conductor,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i="1">
                            <a:latin typeface="Cambria Math" panose="02040503050406030204" pitchFamily="18" charset="0"/>
                          </a:rPr>
                          <m:t>𝑝</m:t>
                        </m:r>
                      </m:sub>
                    </m:sSub>
                  </m:oMath>
                </a14:m>
                <a:r>
                  <a:rPr lang="pt-BR"/>
                  <a:t>.</a:t>
                </a:r>
              </a:p>
            </p:txBody>
          </p:sp>
        </mc:Choice>
        <mc:Fallback xmlns="">
          <p:sp>
            <p:nvSpPr>
              <p:cNvPr id="27" name="CaixaDeTexto 26">
                <a:extLst>
                  <a:ext uri="{FF2B5EF4-FFF2-40B4-BE49-F238E27FC236}">
                    <a16:creationId xmlns:a16="http://schemas.microsoft.com/office/drawing/2014/main" id="{AE1D638E-B05C-4489-6A35-F46D56C9BB75}"/>
                  </a:ext>
                </a:extLst>
              </p:cNvPr>
              <p:cNvSpPr txBox="1">
                <a:spLocks noRot="1" noChangeAspect="1" noMove="1" noResize="1" noEditPoints="1" noAdjustHandles="1" noChangeArrowheads="1" noChangeShapeType="1" noTextEdit="1"/>
              </p:cNvSpPr>
              <p:nvPr/>
            </p:nvSpPr>
            <p:spPr>
              <a:xfrm>
                <a:off x="6107775" y="5810787"/>
                <a:ext cx="5218284" cy="622735"/>
              </a:xfrm>
              <a:prstGeom prst="rect">
                <a:avLst/>
              </a:prstGeom>
              <a:blipFill>
                <a:blip r:embed="rId16"/>
                <a:stretch>
                  <a:fillRect l="-701" t="-1961" b="-980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AE22C686-6973-7C5C-4F22-F824EBC72058}"/>
                  </a:ext>
                </a:extLst>
              </p:cNvPr>
              <p:cNvSpPr txBox="1"/>
              <p:nvPr/>
            </p:nvSpPr>
            <p:spPr>
              <a:xfrm>
                <a:off x="479375" y="5542858"/>
                <a:ext cx="4032449" cy="6584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1" i="1" smtClean="0">
                              <a:latin typeface="Cambria Math" panose="02040503050406030204" pitchFamily="18" charset="0"/>
                            </a:rPr>
                            <m:t>𝒓</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d>
                      <m:r>
                        <a:rPr lang="pt-BR" sz="1600" b="0" i="1" smtClean="0">
                          <a:latin typeface="Cambria Math" panose="02040503050406030204" pitchFamily="18" charset="0"/>
                        </a:rPr>
                        <m:t>=</m:t>
                      </m:r>
                      <m:r>
                        <a:rPr lang="pt-BR" sz="1600" b="1" i="1" smtClean="0">
                          <a:solidFill>
                            <a:schemeClr val="tx1"/>
                          </a:solidFill>
                          <a:latin typeface="Cambria Math" panose="02040503050406030204" pitchFamily="18" charset="0"/>
                        </a:rPr>
                        <m:t>𝒑</m:t>
                      </m:r>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1" i="1" smtClean="0">
                              <a:latin typeface="Cambria Math" panose="02040503050406030204" pitchFamily="18" charset="0"/>
                            </a:rPr>
                            <m:t>𝒄</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𝜌</m:t>
                          </m:r>
                          <m:r>
                            <a:rPr lang="pt-BR" sz="1600" b="0" i="1" smtClean="0">
                              <a:latin typeface="Cambria Math" panose="02040503050406030204" pitchFamily="18" charset="0"/>
                            </a:rPr>
                            <m:t>,</m:t>
                          </m:r>
                          <m:r>
                            <a:rPr lang="pt-BR" sz="1600" b="0" i="1" smtClean="0">
                              <a:latin typeface="Cambria Math" panose="02040503050406030204" pitchFamily="18" charset="0"/>
                            </a:rPr>
                            <m:t>𝜃</m:t>
                          </m:r>
                        </m:e>
                      </m:d>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𝑥</m:t>
                          </m:r>
                        </m:sub>
                      </m:sSub>
                      <m:r>
                        <a:rPr lang="pt-BR" sz="1600" i="1">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𝑦</m:t>
                          </m:r>
                        </m:sub>
                      </m:sSub>
                    </m:oMath>
                  </m:oMathPara>
                </a14:m>
                <a:endParaRPr lang="pt-BR" sz="1600"/>
              </a:p>
            </p:txBody>
          </p:sp>
        </mc:Choice>
        <mc:Fallback xmlns="">
          <p:sp>
            <p:nvSpPr>
              <p:cNvPr id="28" name="CaixaDeTexto 27">
                <a:extLst>
                  <a:ext uri="{FF2B5EF4-FFF2-40B4-BE49-F238E27FC236}">
                    <a16:creationId xmlns:a16="http://schemas.microsoft.com/office/drawing/2014/main" id="{AE22C686-6973-7C5C-4F22-F824EBC72058}"/>
                  </a:ext>
                </a:extLst>
              </p:cNvPr>
              <p:cNvSpPr txBox="1">
                <a:spLocks noRot="1" noChangeAspect="1" noMove="1" noResize="1" noEditPoints="1" noAdjustHandles="1" noChangeArrowheads="1" noChangeShapeType="1" noTextEdit="1"/>
              </p:cNvSpPr>
              <p:nvPr/>
            </p:nvSpPr>
            <p:spPr>
              <a:xfrm>
                <a:off x="479375" y="5542858"/>
                <a:ext cx="4032449" cy="658450"/>
              </a:xfrm>
              <a:prstGeom prst="rect">
                <a:avLst/>
              </a:prstGeom>
              <a:blipFill>
                <a:blip r:embed="rId17"/>
                <a:stretch>
                  <a:fillRect b="-9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120F725B-3414-4F72-505D-C3B7EBFD2D0A}"/>
                  </a:ext>
                </a:extLst>
              </p:cNvPr>
              <p:cNvSpPr txBox="1"/>
              <p:nvPr/>
            </p:nvSpPr>
            <p:spPr>
              <a:xfrm>
                <a:off x="538630" y="4415696"/>
                <a:ext cx="1753750" cy="357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1" i="1" smtClean="0">
                          <a:solidFill>
                            <a:schemeClr val="tx1"/>
                          </a:solidFill>
                          <a:latin typeface="Cambria Math" panose="02040503050406030204" pitchFamily="18" charset="0"/>
                        </a:rPr>
                        <m:t>𝒑</m:t>
                      </m:r>
                      <m:r>
                        <a:rPr lang="pt-BR" sz="1600" b="0" i="1" smtClean="0">
                          <a:solidFill>
                            <a:schemeClr val="tx1"/>
                          </a:solidFill>
                          <a:latin typeface="Cambria Math" panose="02040503050406030204" pitchFamily="18" charset="0"/>
                        </a:rPr>
                        <m:t>=</m:t>
                      </m:r>
                      <m:sSub>
                        <m:sSubPr>
                          <m:ctrlPr>
                            <a:rPr lang="pt-BR" sz="1600" i="1" smtClean="0">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𝑥</m:t>
                          </m:r>
                        </m:e>
                        <m:sub>
                          <m:r>
                            <a:rPr lang="pt-BR" sz="1600" b="0" i="1" smtClean="0">
                              <a:solidFill>
                                <a:schemeClr val="tx1"/>
                              </a:solidFill>
                              <a:latin typeface="Cambria Math" panose="02040503050406030204" pitchFamily="18" charset="0"/>
                            </a:rPr>
                            <m:t>𝑝</m:t>
                          </m:r>
                        </m:sub>
                      </m:sSub>
                      <m:sSub>
                        <m:sSubPr>
                          <m:ctrlPr>
                            <a:rPr lang="pt-BR" sz="1600" b="0" i="1" smtClean="0">
                              <a:solidFill>
                                <a:schemeClr val="tx1"/>
                              </a:solidFill>
                              <a:latin typeface="Cambria Math" panose="02040503050406030204" pitchFamily="18" charset="0"/>
                            </a:rPr>
                          </m:ctrlPr>
                        </m:sSubPr>
                        <m:e>
                          <m:r>
                            <a:rPr lang="pt-BR" sz="1600" b="1" i="1" smtClean="0">
                              <a:solidFill>
                                <a:schemeClr val="tx1"/>
                              </a:solidFill>
                              <a:latin typeface="Cambria Math" panose="02040503050406030204" pitchFamily="18" charset="0"/>
                            </a:rPr>
                            <m:t>𝒖</m:t>
                          </m:r>
                        </m:e>
                        <m:sub>
                          <m:r>
                            <a:rPr lang="pt-BR" sz="1600" b="0" i="1" smtClean="0">
                              <a:solidFill>
                                <a:schemeClr val="tx1"/>
                              </a:solidFill>
                              <a:latin typeface="Cambria Math" panose="02040503050406030204" pitchFamily="18" charset="0"/>
                            </a:rPr>
                            <m:t>𝑥</m:t>
                          </m:r>
                        </m:sub>
                      </m:sSub>
                      <m:r>
                        <a:rPr lang="pt-BR" sz="1600" i="1">
                          <a:solidFill>
                            <a:schemeClr val="tx1"/>
                          </a:solidFill>
                          <a:latin typeface="Cambria Math" panose="02040503050406030204" pitchFamily="18" charset="0"/>
                        </a:rPr>
                        <m:t>+</m:t>
                      </m:r>
                      <m:sSub>
                        <m:sSubPr>
                          <m:ctrlPr>
                            <a:rPr lang="pt-BR" sz="1600" i="1">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𝑦</m:t>
                          </m:r>
                        </m:e>
                        <m:sub>
                          <m:r>
                            <a:rPr lang="pt-BR" sz="1600" b="0" i="1" smtClean="0">
                              <a:solidFill>
                                <a:schemeClr val="tx1"/>
                              </a:solidFill>
                              <a:latin typeface="Cambria Math" panose="02040503050406030204" pitchFamily="18" charset="0"/>
                            </a:rPr>
                            <m:t>𝑝</m:t>
                          </m:r>
                        </m:sub>
                      </m:sSub>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𝑦</m:t>
                          </m:r>
                        </m:sub>
                      </m:sSub>
                    </m:oMath>
                  </m:oMathPara>
                </a14:m>
                <a:endParaRPr lang="pt-BR" sz="1600">
                  <a:solidFill>
                    <a:schemeClr val="tx1"/>
                  </a:solidFill>
                </a:endParaRPr>
              </a:p>
            </p:txBody>
          </p:sp>
        </mc:Choice>
        <mc:Fallback xmlns="">
          <p:sp>
            <p:nvSpPr>
              <p:cNvPr id="35" name="CaixaDeTexto 34">
                <a:extLst>
                  <a:ext uri="{FF2B5EF4-FFF2-40B4-BE49-F238E27FC236}">
                    <a16:creationId xmlns:a16="http://schemas.microsoft.com/office/drawing/2014/main" id="{120F725B-3414-4F72-505D-C3B7EBFD2D0A}"/>
                  </a:ext>
                </a:extLst>
              </p:cNvPr>
              <p:cNvSpPr txBox="1">
                <a:spLocks noRot="1" noChangeAspect="1" noMove="1" noResize="1" noEditPoints="1" noAdjustHandles="1" noChangeArrowheads="1" noChangeShapeType="1" noTextEdit="1"/>
              </p:cNvSpPr>
              <p:nvPr/>
            </p:nvSpPr>
            <p:spPr>
              <a:xfrm>
                <a:off x="538630" y="4415696"/>
                <a:ext cx="1753750" cy="357983"/>
              </a:xfrm>
              <a:prstGeom prst="rect">
                <a:avLst/>
              </a:prstGeom>
              <a:blipFill>
                <a:blip r:embed="rId18"/>
                <a:stretch>
                  <a:fillRect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6B448B38-FEF0-9677-808E-32AB0F8FA830}"/>
                  </a:ext>
                </a:extLst>
              </p:cNvPr>
              <p:cNvSpPr txBox="1"/>
              <p:nvPr/>
            </p:nvSpPr>
            <p:spPr>
              <a:xfrm>
                <a:off x="479376" y="4940725"/>
                <a:ext cx="4801764" cy="3604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r>
                            <a:rPr lang="pt-BR" sz="1600" b="1" i="1" smtClean="0">
                              <a:latin typeface="Cambria Math" panose="02040503050406030204" pitchFamily="18" charset="0"/>
                            </a:rPr>
                            <m:t>𝒄</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r>
                        <a:rPr lang="pt-BR" sz="1600" b="0" i="1" smtClean="0">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b="0" i="1" smtClean="0">
                              <a:solidFill>
                                <a:schemeClr val="tx1"/>
                              </a:solidFill>
                              <a:latin typeface="Cambria Math" panose="02040503050406030204" pitchFamily="18" charset="0"/>
                            </a:rPr>
                            <m:t>𝜌</m:t>
                          </m:r>
                        </m:e>
                        <m:sub>
                          <m:r>
                            <a:rPr lang="pt-BR" sz="1600" b="0" i="1" smtClean="0">
                              <a:solidFill>
                                <a:schemeClr val="tx1"/>
                              </a:solidFill>
                              <a:latin typeface="Cambria Math" panose="02040503050406030204" pitchFamily="18" charset="0"/>
                            </a:rPr>
                            <m:t>𝑝</m:t>
                          </m:r>
                        </m:sub>
                      </m:sSub>
                      <m:sSub>
                        <m:sSubPr>
                          <m:ctrlPr>
                            <a:rPr lang="pt-BR" sz="1600" b="0" i="1" smtClean="0">
                              <a:solidFill>
                                <a:schemeClr val="tx1"/>
                              </a:solidFill>
                              <a:latin typeface="Cambria Math" panose="02040503050406030204" pitchFamily="18" charset="0"/>
                            </a:rPr>
                          </m:ctrlPr>
                        </m:sSubPr>
                        <m:e>
                          <m:r>
                            <a:rPr lang="pt-BR" sz="1600" b="1" i="1" smtClean="0">
                              <a:solidFill>
                                <a:schemeClr val="tx1"/>
                              </a:solidFill>
                              <a:latin typeface="Cambria Math" panose="02040503050406030204" pitchFamily="18" charset="0"/>
                            </a:rPr>
                            <m:t>𝒖</m:t>
                          </m:r>
                        </m:e>
                        <m:sub>
                          <m:r>
                            <a:rPr lang="pt-BR" sz="1600" b="0" i="1" smtClean="0">
                              <a:solidFill>
                                <a:schemeClr val="tx1"/>
                              </a:solidFill>
                              <a:latin typeface="Cambria Math" panose="02040503050406030204" pitchFamily="18" charset="0"/>
                            </a:rPr>
                            <m:t>𝜌</m:t>
                          </m:r>
                        </m:sub>
                      </m:sSub>
                      <m:r>
                        <a:rPr lang="pt-BR" sz="1600" i="1">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i="1" smtClean="0">
                              <a:solidFill>
                                <a:schemeClr val="tx1"/>
                              </a:solidFill>
                              <a:latin typeface="Cambria Math" panose="02040503050406030204" pitchFamily="18" charset="0"/>
                            </a:rPr>
                            <m:t>𝜃</m:t>
                          </m:r>
                        </m:e>
                        <m:sub>
                          <m:r>
                            <a:rPr lang="pt-BR" sz="1600" b="0" i="1" smtClean="0">
                              <a:solidFill>
                                <a:schemeClr val="tx1"/>
                              </a:solidFill>
                              <a:latin typeface="Cambria Math" panose="02040503050406030204" pitchFamily="18" charset="0"/>
                            </a:rPr>
                            <m:t>𝑝</m:t>
                          </m:r>
                        </m:sub>
                      </m:sSub>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𝜃</m:t>
                          </m:r>
                        </m:sub>
                      </m:sSub>
                      <m:r>
                        <a:rPr lang="pt-BR" sz="1600" b="1" i="1" smtClean="0">
                          <a:solidFill>
                            <a:schemeClr val="tx1"/>
                          </a:solidFill>
                          <a:latin typeface="Cambria Math" panose="02040503050406030204" pitchFamily="18" charset="0"/>
                        </a:rPr>
                        <m:t>=</m:t>
                      </m:r>
                      <m:sSub>
                        <m:sSubPr>
                          <m:ctrlPr>
                            <a:rPr lang="pt-BR" sz="1600" i="1" smtClean="0">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𝑥</m:t>
                          </m:r>
                        </m:sub>
                      </m:sSub>
                      <m:r>
                        <a:rPr lang="pt-BR" sz="1600" i="1">
                          <a:latin typeface="Cambria Math" panose="02040503050406030204" pitchFamily="18" charset="0"/>
                        </a:rPr>
                        <m:t>+</m:t>
                      </m:r>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𝑦</m:t>
                          </m:r>
                        </m:sub>
                      </m:sSub>
                      <m:r>
                        <a:rPr lang="pt-BR" sz="1600" b="1" i="1" smtClean="0">
                          <a:latin typeface="Cambria Math" panose="02040503050406030204" pitchFamily="18" charset="0"/>
                        </a:rPr>
                        <m:t>)</m:t>
                      </m:r>
                    </m:oMath>
                  </m:oMathPara>
                </a14:m>
                <a:endParaRPr lang="pt-BR" sz="1600">
                  <a:solidFill>
                    <a:schemeClr val="tx1"/>
                  </a:solidFill>
                </a:endParaRPr>
              </a:p>
            </p:txBody>
          </p:sp>
        </mc:Choice>
        <mc:Fallback xmlns="">
          <p:sp>
            <p:nvSpPr>
              <p:cNvPr id="36" name="CaixaDeTexto 35">
                <a:extLst>
                  <a:ext uri="{FF2B5EF4-FFF2-40B4-BE49-F238E27FC236}">
                    <a16:creationId xmlns:a16="http://schemas.microsoft.com/office/drawing/2014/main" id="{6B448B38-FEF0-9677-808E-32AB0F8FA830}"/>
                  </a:ext>
                </a:extLst>
              </p:cNvPr>
              <p:cNvSpPr txBox="1">
                <a:spLocks noRot="1" noChangeAspect="1" noMove="1" noResize="1" noEditPoints="1" noAdjustHandles="1" noChangeArrowheads="1" noChangeShapeType="1" noTextEdit="1"/>
              </p:cNvSpPr>
              <p:nvPr/>
            </p:nvSpPr>
            <p:spPr>
              <a:xfrm>
                <a:off x="479376" y="4940725"/>
                <a:ext cx="4801764" cy="360483"/>
              </a:xfrm>
              <a:prstGeom prst="rect">
                <a:avLst/>
              </a:prstGeom>
              <a:blipFill>
                <a:blip r:embed="rId19"/>
                <a:stretch>
                  <a:fillRect b="-3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0CAF2F66-E424-C1B0-5270-A8EACDB9A98F}"/>
                  </a:ext>
                </a:extLst>
              </p:cNvPr>
              <p:cNvSpPr txBox="1"/>
              <p:nvPr/>
            </p:nvSpPr>
            <p:spPr>
              <a:xfrm>
                <a:off x="481167" y="3645024"/>
                <a:ext cx="5506821" cy="622735"/>
              </a:xfrm>
              <a:prstGeom prst="rect">
                <a:avLst/>
              </a:prstGeom>
              <a:noFill/>
            </p:spPr>
            <p:txBody>
              <a:bodyPr wrap="square">
                <a:spAutoFit/>
              </a:bodyPr>
              <a:lstStyle>
                <a:defPPr>
                  <a:defRPr lang="pt-BR"/>
                </a:defPPr>
                <a:lvl1pPr>
                  <a:defRPr sz="1600"/>
                </a:lvl1pPr>
              </a:lstStyle>
              <a:p>
                <a:r>
                  <a:rPr lang="pt-BR"/>
                  <a:t>The </a:t>
                </a:r>
                <a14:m>
                  <m:oMath xmlns:m="http://schemas.openxmlformats.org/officeDocument/2006/math">
                    <m:r>
                      <a:rPr lang="pt-BR" i="1">
                        <a:latin typeface="Cambria Math" panose="02040503050406030204" pitchFamily="18" charset="0"/>
                      </a:rPr>
                      <m:t>𝑝</m:t>
                    </m:r>
                  </m:oMath>
                </a14:m>
                <a:r>
                  <a:rPr lang="pt-BR"/>
                  <a:t>-th surface conductor, </a:t>
                </a:r>
                <a14:m>
                  <m:oMath xmlns:m="http://schemas.openxmlformats.org/officeDocument/2006/math">
                    <m:sSub>
                      <m:sSubPr>
                        <m:ctrlPr>
                          <a:rPr lang="pt-BR" b="0" i="1" smtClean="0">
                            <a:latin typeface="Cambria Math" panose="02040503050406030204" pitchFamily="18" charset="0"/>
                          </a:rPr>
                        </m:ctrlPr>
                      </m:sSubPr>
                      <m:e>
                        <m:r>
                          <a:rPr lang="pt-BR" i="1" smtClean="0">
                            <a:latin typeface="Cambria Math" panose="02040503050406030204" pitchFamily="18" charset="0"/>
                          </a:rPr>
                          <m:t>𝑐</m:t>
                        </m:r>
                      </m:e>
                      <m:sub>
                        <m:r>
                          <a:rPr lang="pt-BR" i="1" smtClean="0">
                            <a:latin typeface="Cambria Math" panose="02040503050406030204" pitchFamily="18" charset="0"/>
                          </a:rPr>
                          <m:t>𝑝</m:t>
                        </m:r>
                      </m:sub>
                    </m:sSub>
                  </m:oMath>
                </a14:m>
                <a:r>
                  <a:rPr lang="pt-BR"/>
                  <a:t>, can be traced by the position vector </a:t>
                </a:r>
                <a14:m>
                  <m:oMath xmlns:m="http://schemas.openxmlformats.org/officeDocument/2006/math">
                    <m:sSub>
                      <m:sSubPr>
                        <m:ctrlPr>
                          <a:rPr lang="pt-BR" b="0" i="1" smtClean="0">
                            <a:latin typeface="Cambria Math" panose="02040503050406030204" pitchFamily="18" charset="0"/>
                          </a:rPr>
                        </m:ctrlPr>
                      </m:sSubPr>
                      <m:e>
                        <m:r>
                          <a:rPr lang="pt-BR" b="1" i="1" smtClean="0">
                            <a:latin typeface="Cambria Math" panose="02040503050406030204" pitchFamily="18" charset="0"/>
                          </a:rPr>
                          <m:t>𝒓</m:t>
                        </m:r>
                      </m:e>
                      <m:sub>
                        <m:r>
                          <a:rPr lang="pt-BR" i="1" smtClean="0">
                            <a:latin typeface="Cambria Math" panose="02040503050406030204" pitchFamily="18" charset="0"/>
                          </a:rPr>
                          <m:t>𝑝</m:t>
                        </m:r>
                      </m:sub>
                    </m:sSub>
                    <m:r>
                      <a:rPr lang="pt-BR" i="1" smtClean="0">
                        <a:latin typeface="Cambria Math" panose="02040503050406030204" pitchFamily="18" charset="0"/>
                      </a:rPr>
                      <m:t>(</m:t>
                    </m:r>
                    <m:sSub>
                      <m:sSubPr>
                        <m:ctrlPr>
                          <a:rPr lang="pt-BR" b="0" i="1" smtClean="0">
                            <a:latin typeface="Cambria Math" panose="02040503050406030204" pitchFamily="18" charset="0"/>
                          </a:rPr>
                        </m:ctrlPr>
                      </m:sSubPr>
                      <m:e>
                        <m:r>
                          <a:rPr lang="pt-BR" i="1" smtClean="0">
                            <a:latin typeface="Cambria Math" panose="02040503050406030204" pitchFamily="18" charset="0"/>
                          </a:rPr>
                          <m:t>𝜃</m:t>
                        </m:r>
                      </m:e>
                      <m:sub>
                        <m:r>
                          <a:rPr lang="pt-BR" i="1" smtClean="0">
                            <a:latin typeface="Cambria Math" panose="02040503050406030204" pitchFamily="18" charset="0"/>
                          </a:rPr>
                          <m:t>𝑝</m:t>
                        </m:r>
                      </m:sub>
                    </m:sSub>
                    <m:r>
                      <a:rPr lang="pt-BR" i="1" smtClean="0">
                        <a:latin typeface="Cambria Math" panose="02040503050406030204" pitchFamily="18" charset="0"/>
                      </a:rPr>
                      <m:t>)</m:t>
                    </m:r>
                  </m:oMath>
                </a14:m>
                <a:r>
                  <a:rPr lang="pt-BR"/>
                  <a:t> in a cylindrical coordinate system:</a:t>
                </a:r>
              </a:p>
            </p:txBody>
          </p:sp>
        </mc:Choice>
        <mc:Fallback xmlns="">
          <p:sp>
            <p:nvSpPr>
              <p:cNvPr id="37" name="CaixaDeTexto 36">
                <a:extLst>
                  <a:ext uri="{FF2B5EF4-FFF2-40B4-BE49-F238E27FC236}">
                    <a16:creationId xmlns:a16="http://schemas.microsoft.com/office/drawing/2014/main" id="{0CAF2F66-E424-C1B0-5270-A8EACDB9A98F}"/>
                  </a:ext>
                </a:extLst>
              </p:cNvPr>
              <p:cNvSpPr txBox="1">
                <a:spLocks noRot="1" noChangeAspect="1" noMove="1" noResize="1" noEditPoints="1" noAdjustHandles="1" noChangeArrowheads="1" noChangeShapeType="1" noTextEdit="1"/>
              </p:cNvSpPr>
              <p:nvPr/>
            </p:nvSpPr>
            <p:spPr>
              <a:xfrm>
                <a:off x="481167" y="3645024"/>
                <a:ext cx="5506821" cy="622735"/>
              </a:xfrm>
              <a:prstGeom prst="rect">
                <a:avLst/>
              </a:prstGeom>
              <a:blipFill>
                <a:blip r:embed="rId20"/>
                <a:stretch>
                  <a:fillRect l="-664" t="-1961" r="-443" b="-980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1D3744D2-3268-3825-E90C-D882D5915201}"/>
                  </a:ext>
                </a:extLst>
              </p:cNvPr>
              <p:cNvSpPr txBox="1"/>
              <p:nvPr/>
            </p:nvSpPr>
            <p:spPr>
              <a:xfrm>
                <a:off x="11230780" y="2103179"/>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6)</m:t>
                      </m:r>
                    </m:oMath>
                  </m:oMathPara>
                </a14:m>
                <a:endParaRPr lang="en-US" sz="1200"/>
              </a:p>
            </p:txBody>
          </p:sp>
        </mc:Choice>
        <mc:Fallback xmlns="">
          <p:sp>
            <p:nvSpPr>
              <p:cNvPr id="14" name="CaixaDeTexto 13">
                <a:extLst>
                  <a:ext uri="{FF2B5EF4-FFF2-40B4-BE49-F238E27FC236}">
                    <a16:creationId xmlns:a16="http://schemas.microsoft.com/office/drawing/2014/main" id="{1D3744D2-3268-3825-E90C-D882D5915201}"/>
                  </a:ext>
                </a:extLst>
              </p:cNvPr>
              <p:cNvSpPr txBox="1">
                <a:spLocks noRot="1" noChangeAspect="1" noMove="1" noResize="1" noEditPoints="1" noAdjustHandles="1" noChangeArrowheads="1" noChangeShapeType="1" noTextEdit="1"/>
              </p:cNvSpPr>
              <p:nvPr/>
            </p:nvSpPr>
            <p:spPr>
              <a:xfrm>
                <a:off x="11230780" y="2103179"/>
                <a:ext cx="468052" cy="276999"/>
              </a:xfrm>
              <a:prstGeom prst="rect">
                <a:avLst/>
              </a:prstGeom>
              <a:blipFill>
                <a:blip r:embed="rId21"/>
                <a:stretch>
                  <a:fillRect b="-8889"/>
                </a:stretch>
              </a:blipFill>
            </p:spPr>
            <p:txBody>
              <a:bodyPr/>
              <a:lstStyle/>
              <a:p>
                <a:r>
                  <a:rPr lang="pt-BR">
                    <a:noFill/>
                  </a:rPr>
                  <a:t> </a:t>
                </a:r>
              </a:p>
            </p:txBody>
          </p:sp>
        </mc:Fallback>
      </mc:AlternateContent>
    </p:spTree>
    <p:extLst>
      <p:ext uri="{BB962C8B-B14F-4D97-AF65-F5344CB8AC3E}">
        <p14:creationId xmlns:p14="http://schemas.microsoft.com/office/powerpoint/2010/main" val="2053630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15</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499858" y="1388358"/>
                <a:ext cx="5221373" cy="338554"/>
              </a:xfrm>
              <a:prstGeom prst="rect">
                <a:avLst/>
              </a:prstGeom>
              <a:noFill/>
            </p:spPr>
            <p:txBody>
              <a:bodyPr wrap="square">
                <a:spAutoFit/>
              </a:bodyPr>
              <a:lstStyle>
                <a:defPPr>
                  <a:defRPr lang="pt-BR"/>
                </a:defPPr>
                <a:lvl1pPr>
                  <a:defRPr sz="1600"/>
                </a:lvl1pPr>
              </a:lstStyle>
              <a:p>
                <a:r>
                  <a:rPr lang="en-US"/>
                  <a:t>If conductor </a:t>
                </a:r>
                <a14:m>
                  <m:oMath xmlns:m="http://schemas.openxmlformats.org/officeDocument/2006/math">
                    <m:r>
                      <a:rPr lang="en-US" i="1" smtClean="0">
                        <a:latin typeface="Cambria Math" panose="02040503050406030204" pitchFamily="18" charset="0"/>
                      </a:rPr>
                      <m:t>𝑝</m:t>
                    </m:r>
                  </m:oMath>
                </a14:m>
                <a:r>
                  <a:rPr lang="en-US"/>
                  <a:t> is solid, then</a:t>
                </a:r>
                <a:endParaRPr lang="pt-B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499858" y="1388358"/>
                <a:ext cx="5221373" cy="338554"/>
              </a:xfrm>
              <a:prstGeom prst="rect">
                <a:avLst/>
              </a:prstGeom>
              <a:blipFill>
                <a:blip r:embed="rId4"/>
                <a:stretch>
                  <a:fillRect l="-700"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494015" y="1826688"/>
                <a:ext cx="5218284" cy="66620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d>
                            <m:dPr>
                              <m:ctrlPr>
                                <a:rPr lang="pt-BR" b="0" i="1" smtClean="0">
                                  <a:latin typeface="Cambria Math" panose="02040503050406030204" pitchFamily="18" charset="0"/>
                                </a:rPr>
                              </m:ctrlPr>
                            </m:dPr>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𝜃</m:t>
                                  </m:r>
                                </m:e>
                                <m:sub>
                                  <m:r>
                                    <a:rPr lang="pt-BR" b="0" i="1" smtClean="0">
                                      <a:latin typeface="Cambria Math" panose="02040503050406030204" pitchFamily="18" charset="0"/>
                                    </a:rPr>
                                    <m:t>𝑝</m:t>
                                  </m:r>
                                </m:sub>
                                <m:sup>
                                  <m:r>
                                    <a:rPr lang="pt-BR" b="0" i="1" smtClean="0">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1" i="1" smtClean="0">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𝑝</m:t>
                              </m:r>
                            </m:sub>
                          </m:sSub>
                          <m:d>
                            <m:dPr>
                              <m:ctrlPr>
                                <a:rPr lang="pt-BR" b="0" i="1" smtClean="0">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𝑝</m:t>
                                  </m:r>
                                </m:sub>
                                <m:sup>
                                  <m:r>
                                    <a:rPr lang="pt-BR" i="1">
                                      <a:latin typeface="Cambria Math" panose="02040503050406030204" pitchFamily="18" charset="0"/>
                                    </a:rPr>
                                    <m:t>′</m:t>
                                  </m:r>
                                </m:sup>
                              </m:sSubSup>
                            </m:e>
                          </m:d>
                        </m:e>
                      </m:d>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m:t>
                          </m:r>
                        </m:sup>
                      </m:sSubSup>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494015" y="1826688"/>
                <a:ext cx="5218284" cy="666208"/>
              </a:xfrm>
              <a:prstGeom prst="rect">
                <a:avLst/>
              </a:prstGeom>
              <a:blipFill>
                <a:blip r:embed="rId5"/>
                <a:stretch>
                  <a:fillRect/>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BF8FFA2B-2776-DE3F-679E-227563589BD9}"/>
                  </a:ext>
                </a:extLst>
              </p:cNvPr>
              <p:cNvSpPr txBox="1"/>
              <p:nvPr/>
            </p:nvSpPr>
            <p:spPr>
              <a:xfrm>
                <a:off x="508790" y="2633980"/>
                <a:ext cx="5212441" cy="338554"/>
              </a:xfrm>
              <a:prstGeom prst="rect">
                <a:avLst/>
              </a:prstGeom>
              <a:noFill/>
            </p:spPr>
            <p:txBody>
              <a:bodyPr wrap="square">
                <a:spAutoFit/>
              </a:bodyPr>
              <a:lstStyle>
                <a:defPPr>
                  <a:defRPr lang="pt-BR"/>
                </a:defPPr>
                <a:lvl1pPr>
                  <a:defRPr sz="1600"/>
                </a:lvl1pPr>
              </a:lstStyle>
              <a:p>
                <a:r>
                  <a:rPr lang="en-US"/>
                  <a:t>while, if conductor </a:t>
                </a:r>
                <a14:m>
                  <m:oMath xmlns:m="http://schemas.openxmlformats.org/officeDocument/2006/math">
                    <m:r>
                      <a:rPr lang="en-US" i="1" smtClean="0">
                        <a:latin typeface="Cambria Math" panose="02040503050406030204" pitchFamily="18" charset="0"/>
                      </a:rPr>
                      <m:t>𝑞</m:t>
                    </m:r>
                  </m:oMath>
                </a14:m>
                <a:r>
                  <a:rPr lang="en-US"/>
                  <a:t> is hollow</a:t>
                </a:r>
                <a:endParaRPr lang="pt-BR"/>
              </a:p>
            </p:txBody>
          </p:sp>
        </mc:Choice>
        <mc:Fallback xmlns="">
          <p:sp>
            <p:nvSpPr>
              <p:cNvPr id="21" name="CaixaDeTexto 20">
                <a:extLst>
                  <a:ext uri="{FF2B5EF4-FFF2-40B4-BE49-F238E27FC236}">
                    <a16:creationId xmlns:a16="http://schemas.microsoft.com/office/drawing/2014/main" id="{BF8FFA2B-2776-DE3F-679E-227563589BD9}"/>
                  </a:ext>
                </a:extLst>
              </p:cNvPr>
              <p:cNvSpPr txBox="1">
                <a:spLocks noRot="1" noChangeAspect="1" noMove="1" noResize="1" noEditPoints="1" noAdjustHandles="1" noChangeArrowheads="1" noChangeShapeType="1" noTextEdit="1"/>
              </p:cNvSpPr>
              <p:nvPr/>
            </p:nvSpPr>
            <p:spPr>
              <a:xfrm>
                <a:off x="508790" y="2633980"/>
                <a:ext cx="5212441" cy="338554"/>
              </a:xfrm>
              <a:prstGeom prst="rect">
                <a:avLst/>
              </a:prstGeom>
              <a:blipFill>
                <a:blip r:embed="rId6"/>
                <a:stretch>
                  <a:fillRect l="-584"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29CCD146-9179-887E-B55D-A39C4FE7F7F6}"/>
                  </a:ext>
                </a:extLst>
              </p:cNvPr>
              <p:cNvSpPr txBox="1"/>
              <p:nvPr/>
            </p:nvSpPr>
            <p:spPr>
              <a:xfrm>
                <a:off x="502947" y="3032956"/>
                <a:ext cx="5209352" cy="146476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𝑞</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𝑞</m:t>
                                  </m:r>
                                </m:e>
                              </m:d>
                            </m:sup>
                          </m:sSubSup>
                          <m:d>
                            <m:dPr>
                              <m:ctrlPr>
                                <a:rPr lang="pt-BR" b="0" i="1" smtClean="0">
                                  <a:latin typeface="Cambria Math" panose="02040503050406030204" pitchFamily="18" charset="0"/>
                                </a:rPr>
                              </m:ctrlPr>
                            </m:dPr>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𝜃</m:t>
                                  </m:r>
                                </m:e>
                                <m:sub>
                                  <m:r>
                                    <a:rPr lang="pt-BR" b="0" i="1" smtClean="0">
                                      <a:latin typeface="Cambria Math" panose="02040503050406030204" pitchFamily="18" charset="0"/>
                                    </a:rPr>
                                    <m:t>𝑞</m:t>
                                  </m:r>
                                </m:sub>
                                <m:sup>
                                  <m:r>
                                    <a:rPr lang="pt-BR" b="0" i="1" smtClean="0">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1" i="1" smtClean="0">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𝑞</m:t>
                              </m:r>
                            </m:sub>
                          </m:sSub>
                          <m:d>
                            <m:dPr>
                              <m:ctrlPr>
                                <a:rPr lang="pt-BR" b="0" i="1" smtClean="0">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d>
                        </m:e>
                      </m:d>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b="0"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b="0" i="1" smtClean="0">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𝒓</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𝑟</m:t>
                              </m:r>
                            </m:sub>
                          </m:sSub>
                          <m:d>
                            <m:dPr>
                              <m:ctrlPr>
                                <a:rPr lang="pt-BR" i="1">
                                  <a:latin typeface="Cambria Math" panose="02040503050406030204" pitchFamily="18" charset="0"/>
                                  <a:ea typeface="Cambria Math" panose="02040503050406030204" pitchFamily="18" charset="0"/>
                                </a:rPr>
                              </m:ctrlPr>
                            </m:d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𝑟</m:t>
                                  </m:r>
                                </m:sub>
                              </m:sSub>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e>
                          </m:d>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𝑟</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oMath>
                  </m:oMathPara>
                </a14:m>
                <a:endParaRPr lang="en-US"/>
              </a:p>
            </p:txBody>
          </p:sp>
        </mc:Choice>
        <mc:Fallback xmlns="">
          <p:sp>
            <p:nvSpPr>
              <p:cNvPr id="22" name="CaixaDeTexto 21">
                <a:extLst>
                  <a:ext uri="{FF2B5EF4-FFF2-40B4-BE49-F238E27FC236}">
                    <a16:creationId xmlns:a16="http://schemas.microsoft.com/office/drawing/2014/main" id="{29CCD146-9179-887E-B55D-A39C4FE7F7F6}"/>
                  </a:ext>
                </a:extLst>
              </p:cNvPr>
              <p:cNvSpPr txBox="1">
                <a:spLocks noRot="1" noChangeAspect="1" noMove="1" noResize="1" noEditPoints="1" noAdjustHandles="1" noChangeArrowheads="1" noChangeShapeType="1" noTextEdit="1"/>
              </p:cNvSpPr>
              <p:nvPr/>
            </p:nvSpPr>
            <p:spPr>
              <a:xfrm>
                <a:off x="502947" y="3032956"/>
                <a:ext cx="5209352" cy="146476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4871CC2C-EA83-BD61-5E01-2D1DEA80B420}"/>
                  </a:ext>
                </a:extLst>
              </p:cNvPr>
              <p:cNvSpPr txBox="1"/>
              <p:nvPr/>
            </p:nvSpPr>
            <p:spPr>
              <a:xfrm>
                <a:off x="3110544" y="5168556"/>
                <a:ext cx="2618074" cy="999697"/>
              </a:xfrm>
              <a:prstGeom prst="rect">
                <a:avLst/>
              </a:prstGeom>
              <a:noFill/>
            </p:spPr>
            <p:txBody>
              <a:bodyPr wrap="square">
                <a:spAutoFit/>
              </a:bodyPr>
              <a:lstStyle>
                <a:defPPr>
                  <a:defRPr lang="pt-BR"/>
                </a:defPPr>
                <a:lvl1pPr>
                  <a:defRPr sz="1600"/>
                </a:lvl1pPr>
              </a:lstStyle>
              <a:p>
                <a:r>
                  <a:rPr lang="en-US" sz="1400"/>
                  <a:t>due to the superposition of the contributions from the inner, </a:t>
                </a:r>
                <a14:m>
                  <m:oMath xmlns:m="http://schemas.openxmlformats.org/officeDocument/2006/math">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𝑠</m:t>
                        </m:r>
                      </m:sub>
                      <m:sup>
                        <m:d>
                          <m:dPr>
                            <m:ctrlPr>
                              <a:rPr lang="pt-BR" sz="1400" i="1">
                                <a:latin typeface="Cambria Math" panose="02040503050406030204" pitchFamily="18" charset="0"/>
                              </a:rPr>
                            </m:ctrlPr>
                          </m:dPr>
                          <m:e>
                            <m:r>
                              <a:rPr lang="en-US" sz="1400" b="0" i="1" smtClean="0">
                                <a:latin typeface="Cambria Math" panose="02040503050406030204" pitchFamily="18" charset="0"/>
                              </a:rPr>
                              <m:t>𝑟</m:t>
                            </m:r>
                          </m:e>
                        </m:d>
                      </m:sup>
                    </m:sSubSup>
                  </m:oMath>
                </a14:m>
                <a:r>
                  <a:rPr lang="en-US" sz="1400"/>
                  <a:t>, and outer, </a:t>
                </a:r>
                <a14:m>
                  <m:oMath xmlns:m="http://schemas.openxmlformats.org/officeDocument/2006/math">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𝑠</m:t>
                        </m:r>
                      </m:sub>
                      <m:sup>
                        <m:d>
                          <m:dPr>
                            <m:ctrlPr>
                              <a:rPr lang="pt-BR" sz="1400" i="1">
                                <a:latin typeface="Cambria Math" panose="02040503050406030204" pitchFamily="18" charset="0"/>
                              </a:rPr>
                            </m:ctrlPr>
                          </m:dPr>
                          <m:e>
                            <m:r>
                              <a:rPr lang="pt-BR" sz="1400" i="1">
                                <a:latin typeface="Cambria Math" panose="02040503050406030204" pitchFamily="18" charset="0"/>
                              </a:rPr>
                              <m:t>𝑞</m:t>
                            </m:r>
                          </m:e>
                        </m:d>
                      </m:sup>
                    </m:sSubSup>
                  </m:oMath>
                </a14:m>
                <a:r>
                  <a:rPr lang="en-US" sz="1400"/>
                  <a:t>, equivalent currents.</a:t>
                </a:r>
                <a:endParaRPr lang="pt-BR" sz="1400"/>
              </a:p>
            </p:txBody>
          </p:sp>
        </mc:Choice>
        <mc:Fallback xmlns="">
          <p:sp>
            <p:nvSpPr>
              <p:cNvPr id="23" name="CaixaDeTexto 22">
                <a:extLst>
                  <a:ext uri="{FF2B5EF4-FFF2-40B4-BE49-F238E27FC236}">
                    <a16:creationId xmlns:a16="http://schemas.microsoft.com/office/drawing/2014/main" id="{4871CC2C-EA83-BD61-5E01-2D1DEA80B420}"/>
                  </a:ext>
                </a:extLst>
              </p:cNvPr>
              <p:cNvSpPr txBox="1">
                <a:spLocks noRot="1" noChangeAspect="1" noMove="1" noResize="1" noEditPoints="1" noAdjustHandles="1" noChangeArrowheads="1" noChangeShapeType="1" noTextEdit="1"/>
              </p:cNvSpPr>
              <p:nvPr/>
            </p:nvSpPr>
            <p:spPr>
              <a:xfrm>
                <a:off x="3110544" y="5168556"/>
                <a:ext cx="2618074" cy="999697"/>
              </a:xfrm>
              <a:prstGeom prst="rect">
                <a:avLst/>
              </a:prstGeom>
              <a:blipFill>
                <a:blip r:embed="rId8"/>
                <a:stretch>
                  <a:fillRect l="-698" t="-1220" b="-4878"/>
                </a:stretch>
              </a:blipFill>
            </p:spPr>
            <p:txBody>
              <a:bodyPr/>
              <a:lstStyle/>
              <a:p>
                <a:r>
                  <a:rPr lang="pt-BR">
                    <a:noFill/>
                  </a:rPr>
                  <a:t> </a:t>
                </a:r>
              </a:p>
            </p:txBody>
          </p:sp>
        </mc:Fallback>
      </mc:AlternateContent>
      <p:grpSp>
        <p:nvGrpSpPr>
          <p:cNvPr id="66" name="Agrupar 65">
            <a:extLst>
              <a:ext uri="{FF2B5EF4-FFF2-40B4-BE49-F238E27FC236}">
                <a16:creationId xmlns:a16="http://schemas.microsoft.com/office/drawing/2014/main" id="{D1C253F6-0F54-16EE-6D6F-4C230A354028}"/>
              </a:ext>
            </a:extLst>
          </p:cNvPr>
          <p:cNvGrpSpPr/>
          <p:nvPr/>
        </p:nvGrpSpPr>
        <p:grpSpPr>
          <a:xfrm>
            <a:off x="803412" y="4581128"/>
            <a:ext cx="1919760" cy="1820260"/>
            <a:chOff x="806277" y="4574577"/>
            <a:chExt cx="1919760" cy="1820260"/>
          </a:xfrm>
        </p:grpSpPr>
        <p:sp>
          <p:nvSpPr>
            <p:cNvPr id="31" name="Elipse 30">
              <a:extLst>
                <a:ext uri="{FF2B5EF4-FFF2-40B4-BE49-F238E27FC236}">
                  <a16:creationId xmlns:a16="http://schemas.microsoft.com/office/drawing/2014/main" id="{39FD82A8-CE4F-2A20-31EB-8BC42F85E6E6}"/>
                </a:ext>
              </a:extLst>
            </p:cNvPr>
            <p:cNvSpPr/>
            <p:nvPr/>
          </p:nvSpPr>
          <p:spPr>
            <a:xfrm>
              <a:off x="806277" y="4923100"/>
              <a:ext cx="1483268" cy="1471737"/>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32" name="Elipse 31">
              <a:extLst>
                <a:ext uri="{FF2B5EF4-FFF2-40B4-BE49-F238E27FC236}">
                  <a16:creationId xmlns:a16="http://schemas.microsoft.com/office/drawing/2014/main" id="{4B03AF94-A035-1233-BEF1-D326FB9CA55B}"/>
                </a:ext>
              </a:extLst>
            </p:cNvPr>
            <p:cNvSpPr/>
            <p:nvPr/>
          </p:nvSpPr>
          <p:spPr>
            <a:xfrm>
              <a:off x="1040477" y="5155480"/>
              <a:ext cx="1014867" cy="1006978"/>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0F40E556-8CA4-5357-5DFC-570A3EC1A6C6}"/>
                    </a:ext>
                  </a:extLst>
                </p:cNvPr>
                <p:cNvSpPr txBox="1"/>
                <p:nvPr/>
              </p:nvSpPr>
              <p:spPr>
                <a:xfrm>
                  <a:off x="1311434" y="5269024"/>
                  <a:ext cx="342743" cy="2607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3" name="CaixaDeTexto 32">
                  <a:extLst>
                    <a:ext uri="{FF2B5EF4-FFF2-40B4-BE49-F238E27FC236}">
                      <a16:creationId xmlns:a16="http://schemas.microsoft.com/office/drawing/2014/main" id="{0F40E556-8CA4-5357-5DFC-570A3EC1A6C6}"/>
                    </a:ext>
                  </a:extLst>
                </p:cNvPr>
                <p:cNvSpPr txBox="1">
                  <a:spLocks noRot="1" noChangeAspect="1" noMove="1" noResize="1" noEditPoints="1" noAdjustHandles="1" noChangeArrowheads="1" noChangeShapeType="1" noTextEdit="1"/>
                </p:cNvSpPr>
                <p:nvPr/>
              </p:nvSpPr>
              <p:spPr>
                <a:xfrm>
                  <a:off x="1311434" y="5269024"/>
                  <a:ext cx="342743" cy="260721"/>
                </a:xfrm>
                <a:prstGeom prst="rect">
                  <a:avLst/>
                </a:prstGeom>
                <a:blipFill>
                  <a:blip r:embed="rId9"/>
                  <a:stretch>
                    <a:fillRect b="-6977"/>
                  </a:stretch>
                </a:blipFill>
              </p:spPr>
              <p:txBody>
                <a:bodyPr/>
                <a:lstStyle/>
                <a:p>
                  <a:r>
                    <a:rPr lang="pt-BR">
                      <a:noFill/>
                    </a:rPr>
                    <a:t> </a:t>
                  </a:r>
                </a:p>
              </p:txBody>
            </p:sp>
          </mc:Fallback>
        </mc:AlternateContent>
        <p:grpSp>
          <p:nvGrpSpPr>
            <p:cNvPr id="35" name="Agrupar 34">
              <a:extLst>
                <a:ext uri="{FF2B5EF4-FFF2-40B4-BE49-F238E27FC236}">
                  <a16:creationId xmlns:a16="http://schemas.microsoft.com/office/drawing/2014/main" id="{7C33E287-78D6-0487-4638-D70BA8AEDE6B}"/>
                </a:ext>
              </a:extLst>
            </p:cNvPr>
            <p:cNvGrpSpPr/>
            <p:nvPr/>
          </p:nvGrpSpPr>
          <p:grpSpPr>
            <a:xfrm>
              <a:off x="828036" y="5441716"/>
              <a:ext cx="719874" cy="389945"/>
              <a:chOff x="2262768" y="2266357"/>
              <a:chExt cx="1496807" cy="836851"/>
            </a:xfrm>
          </p:grpSpPr>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D2A94BD8-D75E-3292-1CD4-8A8E3116F21C}"/>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10"/>
                    <a:stretch>
                      <a:fillRect/>
                    </a:stretch>
                  </a:blipFill>
                </p:spPr>
                <p:txBody>
                  <a:bodyPr/>
                  <a:lstStyle/>
                  <a:p>
                    <a:r>
                      <a:rPr lang="pt-BR">
                        <a:noFill/>
                      </a:rPr>
                      <a:t> </a:t>
                    </a:r>
                  </a:p>
                </p:txBody>
              </p:sp>
            </mc:Fallback>
          </mc:AlternateContent>
          <p:cxnSp>
            <p:nvCxnSpPr>
              <p:cNvPr id="65" name="Conector de Seta Reta 64">
                <a:extLst>
                  <a:ext uri="{FF2B5EF4-FFF2-40B4-BE49-F238E27FC236}">
                    <a16:creationId xmlns:a16="http://schemas.microsoft.com/office/drawing/2014/main" id="{5DFA1124-B58B-77B7-23BC-EC0B63CD5021}"/>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37" name="Conector de Seta Reta 36">
              <a:extLst>
                <a:ext uri="{FF2B5EF4-FFF2-40B4-BE49-F238E27FC236}">
                  <a16:creationId xmlns:a16="http://schemas.microsoft.com/office/drawing/2014/main" id="{90EDC0F9-3D5F-27B0-2C59-7EDF1F29F43D}"/>
                </a:ext>
              </a:extLst>
            </p:cNvPr>
            <p:cNvCxnSpPr>
              <a:cxnSpLocks/>
              <a:endCxn id="32" idx="1"/>
            </p:cNvCxnSpPr>
            <p:nvPr/>
          </p:nvCxnSpPr>
          <p:spPr>
            <a:xfrm flipH="1" flipV="1">
              <a:off x="1189101" y="5302948"/>
              <a:ext cx="358810" cy="3560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B231160-A60B-E1EA-CFC8-FAC5171C6792}"/>
                    </a:ext>
                  </a:extLst>
                </p:cNvPr>
                <p:cNvSpPr txBox="1"/>
                <p:nvPr/>
              </p:nvSpPr>
              <p:spPr>
                <a:xfrm>
                  <a:off x="1381850" y="4574577"/>
                  <a:ext cx="333382" cy="2747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39" name="CaixaDeTexto 38">
                  <a:extLst>
                    <a:ext uri="{FF2B5EF4-FFF2-40B4-BE49-F238E27FC236}">
                      <a16:creationId xmlns:a16="http://schemas.microsoft.com/office/drawing/2014/main" id="{7B231160-A60B-E1EA-CFC8-FAC5171C6792}"/>
                    </a:ext>
                  </a:extLst>
                </p:cNvPr>
                <p:cNvSpPr txBox="1">
                  <a:spLocks noRot="1" noChangeAspect="1" noMove="1" noResize="1" noEditPoints="1" noAdjustHandles="1" noChangeArrowheads="1" noChangeShapeType="1" noTextEdit="1"/>
                </p:cNvSpPr>
                <p:nvPr/>
              </p:nvSpPr>
              <p:spPr>
                <a:xfrm>
                  <a:off x="1381850" y="4574577"/>
                  <a:ext cx="333382" cy="274789"/>
                </a:xfrm>
                <a:prstGeom prst="rect">
                  <a:avLst/>
                </a:prstGeom>
                <a:blipFill>
                  <a:blip r:embed="rId11"/>
                  <a:stretch>
                    <a:fillRect b="-152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FBBEFC6D-7758-F4B7-B37D-FE1F76852A2E}"/>
                    </a:ext>
                  </a:extLst>
                </p:cNvPr>
                <p:cNvSpPr txBox="1"/>
                <p:nvPr/>
              </p:nvSpPr>
              <p:spPr>
                <a:xfrm>
                  <a:off x="1396300" y="4895347"/>
                  <a:ext cx="325334" cy="2607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40" name="CaixaDeTexto 39">
                  <a:extLst>
                    <a:ext uri="{FF2B5EF4-FFF2-40B4-BE49-F238E27FC236}">
                      <a16:creationId xmlns:a16="http://schemas.microsoft.com/office/drawing/2014/main" id="{FBBEFC6D-7758-F4B7-B37D-FE1F76852A2E}"/>
                    </a:ext>
                  </a:extLst>
                </p:cNvPr>
                <p:cNvSpPr txBox="1">
                  <a:spLocks noRot="1" noChangeAspect="1" noMove="1" noResize="1" noEditPoints="1" noAdjustHandles="1" noChangeArrowheads="1" noChangeShapeType="1" noTextEdit="1"/>
                </p:cNvSpPr>
                <p:nvPr/>
              </p:nvSpPr>
              <p:spPr>
                <a:xfrm>
                  <a:off x="1396300" y="4895347"/>
                  <a:ext cx="325334" cy="260721"/>
                </a:xfrm>
                <a:prstGeom prst="rect">
                  <a:avLst/>
                </a:prstGeom>
                <a:blipFill>
                  <a:blip r:embed="rId12"/>
                  <a:stretch>
                    <a:fillRect b="-6977"/>
                  </a:stretch>
                </a:blipFill>
              </p:spPr>
              <p:txBody>
                <a:bodyPr/>
                <a:lstStyle/>
                <a:p>
                  <a:r>
                    <a:rPr lang="pt-BR">
                      <a:noFill/>
                    </a:rPr>
                    <a:t> </a:t>
                  </a:r>
                </a:p>
              </p:txBody>
            </p:sp>
          </mc:Fallback>
        </mc:AlternateContent>
        <p:grpSp>
          <p:nvGrpSpPr>
            <p:cNvPr id="42" name="Agrupar 41">
              <a:extLst>
                <a:ext uri="{FF2B5EF4-FFF2-40B4-BE49-F238E27FC236}">
                  <a16:creationId xmlns:a16="http://schemas.microsoft.com/office/drawing/2014/main" id="{32BC159E-197D-16FE-CC2A-8C0557C110DE}"/>
                </a:ext>
              </a:extLst>
            </p:cNvPr>
            <p:cNvGrpSpPr/>
            <p:nvPr/>
          </p:nvGrpSpPr>
          <p:grpSpPr>
            <a:xfrm>
              <a:off x="1729620" y="6059344"/>
              <a:ext cx="92215" cy="90887"/>
              <a:chOff x="2999656" y="3825766"/>
              <a:chExt cx="182880" cy="182880"/>
            </a:xfrm>
          </p:grpSpPr>
          <p:sp>
            <p:nvSpPr>
              <p:cNvPr id="57" name="Elipse 56">
                <a:extLst>
                  <a:ext uri="{FF2B5EF4-FFF2-40B4-BE49-F238E27FC236}">
                    <a16:creationId xmlns:a16="http://schemas.microsoft.com/office/drawing/2014/main" id="{49B497B0-C73C-6B03-D9E9-3CDEBE5CE0F1}"/>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Elipse 58">
                <a:extLst>
                  <a:ext uri="{FF2B5EF4-FFF2-40B4-BE49-F238E27FC236}">
                    <a16:creationId xmlns:a16="http://schemas.microsoft.com/office/drawing/2014/main" id="{D1B32FDA-F206-AA35-85CE-C81B8686D349}"/>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9D7EF626-A89A-6173-82AA-7801B3B9563C}"/>
                    </a:ext>
                  </a:extLst>
                </p:cNvPr>
                <p:cNvSpPr txBox="1"/>
                <p:nvPr/>
              </p:nvSpPr>
              <p:spPr>
                <a:xfrm>
                  <a:off x="1518834" y="5736390"/>
                  <a:ext cx="421572" cy="2998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43" name="CaixaDeTexto 42">
                  <a:extLst>
                    <a:ext uri="{FF2B5EF4-FFF2-40B4-BE49-F238E27FC236}">
                      <a16:creationId xmlns:a16="http://schemas.microsoft.com/office/drawing/2014/main" id="{9D7EF626-A89A-6173-82AA-7801B3B9563C}"/>
                    </a:ext>
                  </a:extLst>
                </p:cNvPr>
                <p:cNvSpPr txBox="1">
                  <a:spLocks noRot="1" noChangeAspect="1" noMove="1" noResize="1" noEditPoints="1" noAdjustHandles="1" noChangeArrowheads="1" noChangeShapeType="1" noTextEdit="1"/>
                </p:cNvSpPr>
                <p:nvPr/>
              </p:nvSpPr>
              <p:spPr>
                <a:xfrm>
                  <a:off x="1518834" y="5736390"/>
                  <a:ext cx="421572" cy="299829"/>
                </a:xfrm>
                <a:prstGeom prst="rect">
                  <a:avLst/>
                </a:prstGeom>
                <a:blipFill>
                  <a:blip r:embed="rId13"/>
                  <a:stretch>
                    <a:fillRect b="-22449"/>
                  </a:stretch>
                </a:blipFill>
              </p:spPr>
              <p:txBody>
                <a:bodyPr/>
                <a:lstStyle/>
                <a:p>
                  <a:r>
                    <a:rPr lang="pt-BR">
                      <a:noFill/>
                    </a:rPr>
                    <a:t> </a:t>
                  </a:r>
                </a:p>
              </p:txBody>
            </p:sp>
          </mc:Fallback>
        </mc:AlternateContent>
        <p:grpSp>
          <p:nvGrpSpPr>
            <p:cNvPr id="44" name="Agrupar 43">
              <a:extLst>
                <a:ext uri="{FF2B5EF4-FFF2-40B4-BE49-F238E27FC236}">
                  <a16:creationId xmlns:a16="http://schemas.microsoft.com/office/drawing/2014/main" id="{A9C968EF-A0C9-F8FF-3D13-F3E81CA5C52F}"/>
                </a:ext>
              </a:extLst>
            </p:cNvPr>
            <p:cNvGrpSpPr/>
            <p:nvPr/>
          </p:nvGrpSpPr>
          <p:grpSpPr>
            <a:xfrm>
              <a:off x="2250742" y="5457034"/>
              <a:ext cx="475295" cy="299829"/>
              <a:chOff x="2520585" y="2709335"/>
              <a:chExt cx="556716" cy="353943"/>
            </a:xfrm>
          </p:grpSpPr>
          <p:grpSp>
            <p:nvGrpSpPr>
              <p:cNvPr id="45" name="Agrupar 44">
                <a:extLst>
                  <a:ext uri="{FF2B5EF4-FFF2-40B4-BE49-F238E27FC236}">
                    <a16:creationId xmlns:a16="http://schemas.microsoft.com/office/drawing/2014/main" id="{4C676696-7F56-286C-8C0E-53F9432CD8E7}"/>
                  </a:ext>
                </a:extLst>
              </p:cNvPr>
              <p:cNvGrpSpPr/>
              <p:nvPr/>
            </p:nvGrpSpPr>
            <p:grpSpPr>
              <a:xfrm>
                <a:off x="2520585" y="2889662"/>
                <a:ext cx="108012" cy="107290"/>
                <a:chOff x="2999656" y="3825766"/>
                <a:chExt cx="182880" cy="182880"/>
              </a:xfrm>
            </p:grpSpPr>
            <p:sp>
              <p:nvSpPr>
                <p:cNvPr id="54" name="Elipse 53">
                  <a:extLst>
                    <a:ext uri="{FF2B5EF4-FFF2-40B4-BE49-F238E27FC236}">
                      <a16:creationId xmlns:a16="http://schemas.microsoft.com/office/drawing/2014/main" id="{0ED44197-7AD7-C73B-7815-29129582B413}"/>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A85520BF-4A96-F421-8500-D12BDE3DEF95}"/>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71F82FD0-16CB-50E9-175A-02D30581FF2F}"/>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4"/>
                    <a:stretch>
                      <a:fillRect b="-3448"/>
                    </a:stretch>
                  </a:blipFill>
                </p:spPr>
                <p:txBody>
                  <a:bodyPr/>
                  <a:lstStyle/>
                  <a:p>
                    <a:r>
                      <a:rPr lang="pt-BR">
                        <a:noFill/>
                      </a:rPr>
                      <a:t> </a:t>
                    </a:r>
                  </a:p>
                </p:txBody>
              </p:sp>
            </mc:Fallback>
          </mc:AlternateContent>
        </p:grpSp>
      </p:grpSp>
      <mc:AlternateContent xmlns:mc="http://schemas.openxmlformats.org/markup-compatibility/2006" xmlns:a14="http://schemas.microsoft.com/office/drawing/2010/main">
        <mc:Choice Requires="a14">
          <p:sp>
            <p:nvSpPr>
              <p:cNvPr id="68" name="CaixaDeTexto 67">
                <a:extLst>
                  <a:ext uri="{FF2B5EF4-FFF2-40B4-BE49-F238E27FC236}">
                    <a16:creationId xmlns:a16="http://schemas.microsoft.com/office/drawing/2014/main" id="{CBA9979A-1C76-3565-1FE7-302B634F70A5}"/>
                  </a:ext>
                </a:extLst>
              </p:cNvPr>
              <p:cNvSpPr txBox="1"/>
              <p:nvPr/>
            </p:nvSpPr>
            <p:spPr>
              <a:xfrm>
                <a:off x="6110017" y="2189964"/>
                <a:ext cx="5218284" cy="55496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p>
                            <m:sSupPr>
                              <m:ctrlPr>
                                <a:rPr lang="pt-BR" b="1"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𝒓</m:t>
                              </m:r>
                            </m:e>
                            <m:sup>
                              <m:r>
                                <a:rPr lang="pt-BR" b="0" i="1" smtClean="0">
                                  <a:latin typeface="Cambria Math" panose="02040503050406030204" pitchFamily="18" charset="0"/>
                                  <a:ea typeface="Cambria Math" panose="02040503050406030204" pitchFamily="18" charset="0"/>
                                </a:rPr>
                                <m:t>′</m:t>
                              </m:r>
                            </m:sup>
                          </m:sSup>
                        </m:e>
                      </m:d>
                      <m:r>
                        <a:rPr lang="pt-BR" b="0" i="1" smtClean="0">
                          <a:latin typeface="Cambria Math" panose="02040503050406030204" pitchFamily="18" charset="0"/>
                          <a:ea typeface="Cambria Math" panose="02040503050406030204" pitchFamily="18" charset="0"/>
                        </a:rPr>
                        <m:t>=</m:t>
                      </m:r>
                      <m:f>
                        <m:fPr>
                          <m:ctrlPr>
                            <a:rPr lang="pt-BR" b="0" i="1" smtClean="0">
                              <a:latin typeface="Cambria Math" panose="02040503050406030204" pitchFamily="18" charset="0"/>
                              <a:ea typeface="Cambria Math" panose="02040503050406030204" pitchFamily="18" charset="0"/>
                            </a:rPr>
                          </m:ctrlPr>
                        </m:fPr>
                        <m:num>
                          <m:r>
                            <a:rPr lang="pt-BR" b="0" i="1" smtClean="0">
                              <a:latin typeface="Cambria Math" panose="02040503050406030204" pitchFamily="18" charset="0"/>
                              <a:ea typeface="Cambria Math" panose="02040503050406030204" pitchFamily="18" charset="0"/>
                            </a:rPr>
                            <m:t>1</m:t>
                          </m:r>
                        </m:num>
                        <m:den>
                          <m:r>
                            <a:rPr lang="pt-BR" b="0" i="1" smtClean="0">
                              <a:latin typeface="Cambria Math" panose="02040503050406030204" pitchFamily="18" charset="0"/>
                              <a:ea typeface="Cambria Math" panose="02040503050406030204" pitchFamily="18" charset="0"/>
                            </a:rPr>
                            <m:t>2</m:t>
                          </m:r>
                          <m:r>
                            <a:rPr lang="pt-BR" b="0" i="1" smtClean="0">
                              <a:latin typeface="Cambria Math" panose="02040503050406030204" pitchFamily="18" charset="0"/>
                              <a:ea typeface="Cambria Math" panose="02040503050406030204" pitchFamily="18" charset="0"/>
                            </a:rPr>
                            <m:t>𝜋</m:t>
                          </m:r>
                        </m:den>
                      </m:f>
                      <m:func>
                        <m:funcPr>
                          <m:ctrlPr>
                            <a:rPr lang="pt-BR" b="0" i="1" smtClean="0">
                              <a:latin typeface="Cambria Math" panose="02040503050406030204" pitchFamily="18" charset="0"/>
                              <a:ea typeface="Cambria Math" panose="02040503050406030204" pitchFamily="18" charset="0"/>
                            </a:rPr>
                          </m:ctrlPr>
                        </m:funcPr>
                        <m:fName>
                          <m:r>
                            <m:rPr>
                              <m:sty m:val="p"/>
                            </m:rPr>
                            <a:rPr lang="pt-BR" b="0" i="0" smtClean="0">
                              <a:latin typeface="Cambria Math" panose="02040503050406030204" pitchFamily="18" charset="0"/>
                              <a:ea typeface="Cambria Math" panose="02040503050406030204" pitchFamily="18" charset="0"/>
                            </a:rPr>
                            <m:t>ln</m:t>
                          </m:r>
                        </m:fName>
                        <m:e>
                          <m:r>
                            <a:rPr lang="pt-BR" b="0" i="1" smtClean="0">
                              <a:latin typeface="Cambria Math" panose="02040503050406030204" pitchFamily="18" charset="0"/>
                              <a:ea typeface="Cambria Math" panose="02040503050406030204" pitchFamily="18" charset="0"/>
                            </a:rPr>
                            <m:t>|</m:t>
                          </m:r>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p>
                            <m:sSupPr>
                              <m:ctrlPr>
                                <a:rPr lang="pt-BR" b="0"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𝒓</m:t>
                              </m:r>
                            </m:e>
                            <m:sup>
                              <m:r>
                                <a:rPr lang="pt-BR" b="0" i="1" smtClean="0">
                                  <a:latin typeface="Cambria Math" panose="02040503050406030204" pitchFamily="18" charset="0"/>
                                  <a:ea typeface="Cambria Math" panose="02040503050406030204" pitchFamily="18" charset="0"/>
                                </a:rPr>
                                <m:t>′</m:t>
                              </m:r>
                            </m:sup>
                          </m:sSup>
                          <m:r>
                            <a:rPr lang="pt-BR" b="0" i="1" smtClean="0">
                              <a:latin typeface="Cambria Math" panose="02040503050406030204" pitchFamily="18" charset="0"/>
                              <a:ea typeface="Cambria Math" panose="02040503050406030204" pitchFamily="18" charset="0"/>
                            </a:rPr>
                            <m:t>|</m:t>
                          </m:r>
                        </m:e>
                      </m:func>
                    </m:oMath>
                  </m:oMathPara>
                </a14:m>
                <a:endParaRPr lang="en-US"/>
              </a:p>
            </p:txBody>
          </p:sp>
        </mc:Choice>
        <mc:Fallback xmlns="">
          <p:sp>
            <p:nvSpPr>
              <p:cNvPr id="68" name="CaixaDeTexto 67">
                <a:extLst>
                  <a:ext uri="{FF2B5EF4-FFF2-40B4-BE49-F238E27FC236}">
                    <a16:creationId xmlns:a16="http://schemas.microsoft.com/office/drawing/2014/main" id="{CBA9979A-1C76-3565-1FE7-302B634F70A5}"/>
                  </a:ext>
                </a:extLst>
              </p:cNvPr>
              <p:cNvSpPr txBox="1">
                <a:spLocks noRot="1" noChangeAspect="1" noMove="1" noResize="1" noEditPoints="1" noAdjustHandles="1" noChangeArrowheads="1" noChangeShapeType="1" noTextEdit="1"/>
              </p:cNvSpPr>
              <p:nvPr/>
            </p:nvSpPr>
            <p:spPr>
              <a:xfrm>
                <a:off x="6110017" y="2189964"/>
                <a:ext cx="5218284" cy="554960"/>
              </a:xfrm>
              <a:prstGeom prst="rect">
                <a:avLst/>
              </a:prstGeom>
              <a:blipFill>
                <a:blip r:embed="rId15"/>
                <a:stretch>
                  <a:fillRect/>
                </a:stretch>
              </a:blipFill>
            </p:spPr>
            <p:txBody>
              <a:bodyPr/>
              <a:lstStyle/>
              <a:p>
                <a:r>
                  <a:rPr lang="pt-BR">
                    <a:noFill/>
                  </a:rPr>
                  <a:t> </a:t>
                </a:r>
              </a:p>
            </p:txBody>
          </p:sp>
        </mc:Fallback>
      </mc:AlternateContent>
      <p:sp>
        <p:nvSpPr>
          <p:cNvPr id="70" name="CaixaDeTexto 69">
            <a:extLst>
              <a:ext uri="{FF2B5EF4-FFF2-40B4-BE49-F238E27FC236}">
                <a16:creationId xmlns:a16="http://schemas.microsoft.com/office/drawing/2014/main" id="{78B341C4-2B1A-F076-C254-B6068E0B7310}"/>
              </a:ext>
            </a:extLst>
          </p:cNvPr>
          <p:cNvSpPr txBox="1"/>
          <p:nvPr/>
        </p:nvSpPr>
        <p:spPr>
          <a:xfrm>
            <a:off x="6117409" y="1388358"/>
            <a:ext cx="5221373" cy="830997"/>
          </a:xfrm>
          <a:prstGeom prst="rect">
            <a:avLst/>
          </a:prstGeom>
          <a:noFill/>
        </p:spPr>
        <p:txBody>
          <a:bodyPr wrap="square">
            <a:spAutoFit/>
          </a:bodyPr>
          <a:lstStyle>
            <a:defPPr>
              <a:defRPr lang="pt-BR"/>
            </a:defPPr>
            <a:lvl1pPr>
              <a:defRPr sz="1600"/>
            </a:lvl1pPr>
          </a:lstStyle>
          <a:p>
            <a:r>
              <a:rPr lang="en-US"/>
              <a:t>Consider the </a:t>
            </a:r>
            <a:r>
              <a:rPr lang="en-US" u="sng"/>
              <a:t>frequency independent</a:t>
            </a:r>
            <a:r>
              <a:rPr lang="en-US"/>
              <a:t> (quasi-static) Green’s function of a two-dimensional homogeneous space:</a:t>
            </a:r>
            <a:endParaRPr lang="pt-BR"/>
          </a:p>
        </p:txBody>
      </p:sp>
      <p:sp>
        <p:nvSpPr>
          <p:cNvPr id="71" name="CaixaDeTexto 70">
            <a:extLst>
              <a:ext uri="{FF2B5EF4-FFF2-40B4-BE49-F238E27FC236}">
                <a16:creationId xmlns:a16="http://schemas.microsoft.com/office/drawing/2014/main" id="{F8094784-020E-BA2A-5628-7333DA2D0095}"/>
              </a:ext>
            </a:extLst>
          </p:cNvPr>
          <p:cNvSpPr txBox="1"/>
          <p:nvPr/>
        </p:nvSpPr>
        <p:spPr>
          <a:xfrm>
            <a:off x="6122067" y="3053278"/>
            <a:ext cx="5338530" cy="2062103"/>
          </a:xfrm>
          <a:prstGeom prst="rect">
            <a:avLst/>
          </a:prstGeom>
          <a:noFill/>
        </p:spPr>
        <p:txBody>
          <a:bodyPr wrap="square">
            <a:spAutoFit/>
          </a:bodyPr>
          <a:lstStyle>
            <a:defPPr>
              <a:defRPr lang="pt-BR"/>
            </a:defPPr>
            <a:lvl1pPr>
              <a:defRPr sz="1600"/>
            </a:lvl1pPr>
          </a:lstStyle>
          <a:p>
            <a:r>
              <a:rPr lang="en-US"/>
              <a:t>The quasi-static Green’s function is only accurate when [7]</a:t>
            </a:r>
            <a:r>
              <a:rPr lang="pt-BR"/>
              <a:t>:</a:t>
            </a:r>
          </a:p>
          <a:p>
            <a:r>
              <a:rPr lang="pt-BR"/>
              <a:t> </a:t>
            </a:r>
          </a:p>
          <a:p>
            <a:pPr marL="342900" indent="-342900">
              <a:buAutoNum type="alphaLcParenR"/>
            </a:pPr>
            <a:r>
              <a:rPr lang="en-US"/>
              <a:t>the cross-section of the cable is much smaller than a wave-length, so that the retardation effect may be neglected (the smallest wavelength of interest is 30 m at 10 MHz); and </a:t>
            </a:r>
          </a:p>
          <a:p>
            <a:pPr marL="342900" indent="-342900">
              <a:buAutoNum type="alphaLcParenR"/>
            </a:pPr>
            <a:endParaRPr lang="en-US"/>
          </a:p>
          <a:p>
            <a:pPr marL="342900" indent="-342900">
              <a:buAutoNum type="alphaLcParenR"/>
            </a:pPr>
            <a:r>
              <a:rPr lang="en-US"/>
              <a:t>the surrounding medium is lossless. </a:t>
            </a: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D6E2BBEE-A50B-3756-DF69-8E4189A5A928}"/>
                  </a:ext>
                </a:extLst>
              </p:cNvPr>
              <p:cNvSpPr txBox="1"/>
              <p:nvPr/>
            </p:nvSpPr>
            <p:spPr>
              <a:xfrm>
                <a:off x="11203741" y="2323619"/>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7)</m:t>
                      </m:r>
                    </m:oMath>
                  </m:oMathPara>
                </a14:m>
                <a:endParaRPr lang="en-US" sz="1200"/>
              </a:p>
            </p:txBody>
          </p:sp>
        </mc:Choice>
        <mc:Fallback xmlns="">
          <p:sp>
            <p:nvSpPr>
              <p:cNvPr id="3" name="CaixaDeTexto 2">
                <a:extLst>
                  <a:ext uri="{FF2B5EF4-FFF2-40B4-BE49-F238E27FC236}">
                    <a16:creationId xmlns:a16="http://schemas.microsoft.com/office/drawing/2014/main" id="{D6E2BBEE-A50B-3756-DF69-8E4189A5A928}"/>
                  </a:ext>
                </a:extLst>
              </p:cNvPr>
              <p:cNvSpPr txBox="1">
                <a:spLocks noRot="1" noChangeAspect="1" noMove="1" noResize="1" noEditPoints="1" noAdjustHandles="1" noChangeArrowheads="1" noChangeShapeType="1" noTextEdit="1"/>
              </p:cNvSpPr>
              <p:nvPr/>
            </p:nvSpPr>
            <p:spPr>
              <a:xfrm>
                <a:off x="11203741" y="2323619"/>
                <a:ext cx="468052" cy="276999"/>
              </a:xfrm>
              <a:prstGeom prst="rect">
                <a:avLst/>
              </a:prstGeom>
              <a:blipFill>
                <a:blip r:embed="rId16"/>
                <a:stretch>
                  <a:fillRect b="-6522"/>
                </a:stretch>
              </a:blipFill>
            </p:spPr>
            <p:txBody>
              <a:bodyPr/>
              <a:lstStyle/>
              <a:p>
                <a:r>
                  <a:rPr lang="pt-BR">
                    <a:noFill/>
                  </a:rPr>
                  <a:t> </a:t>
                </a:r>
              </a:p>
            </p:txBody>
          </p:sp>
        </mc:Fallback>
      </mc:AlternateContent>
    </p:spTree>
    <p:extLst>
      <p:ext uri="{BB962C8B-B14F-4D97-AF65-F5344CB8AC3E}">
        <p14:creationId xmlns:p14="http://schemas.microsoft.com/office/powerpoint/2010/main" val="709303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16</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5326743" cy="357534"/>
              </a:xfrm>
              <a:prstGeom prst="rect">
                <a:avLst/>
              </a:prstGeom>
              <a:noFill/>
            </p:spPr>
            <p:txBody>
              <a:bodyPr wrap="square">
                <a:spAutoFit/>
              </a:bodyPr>
              <a:lstStyle>
                <a:defPPr>
                  <a:defRPr lang="pt-BR"/>
                </a:defPPr>
                <a:lvl1pPr>
                  <a:defRPr sz="1600"/>
                </a:lvl1pPr>
              </a:lstStyle>
              <a:p>
                <a:r>
                  <a:rPr lang="en-US"/>
                  <a:t>On the boundary of the </a:t>
                </a:r>
                <a14:m>
                  <m:oMath xmlns:m="http://schemas.openxmlformats.org/officeDocument/2006/math">
                    <m:r>
                      <a:rPr lang="en-US" i="1" smtClean="0">
                        <a:latin typeface="Cambria Math" panose="02040503050406030204" pitchFamily="18" charset="0"/>
                      </a:rPr>
                      <m:t>𝑝</m:t>
                    </m:r>
                  </m:oMath>
                </a14:m>
                <a:r>
                  <a:rPr lang="en-US"/>
                  <a:t>-th conductor,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𝑐</m:t>
                        </m:r>
                      </m:e>
                      <m:sub>
                        <m:r>
                          <a:rPr lang="en-US" i="1" smtClean="0">
                            <a:latin typeface="Cambria Math" panose="02040503050406030204" pitchFamily="18" charset="0"/>
                          </a:rPr>
                          <m:t>𝑝</m:t>
                        </m:r>
                      </m:sub>
                    </m:sSub>
                  </m:oMath>
                </a14:m>
                <a:r>
                  <a:rPr lang="en-US"/>
                  <a:t>, EFIE reads</a:t>
                </a:r>
                <a:endParaRPr lang="pt-BR"/>
              </a:p>
            </p:txBody>
          </p:sp>
        </mc:Choice>
        <mc:Fallback xmlns="">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463028" y="1367912"/>
                <a:ext cx="5326743" cy="357534"/>
              </a:xfrm>
              <a:prstGeom prst="rect">
                <a:avLst/>
              </a:prstGeom>
              <a:blipFill>
                <a:blip r:embed="rId4"/>
                <a:stretch>
                  <a:fillRect l="-686" t="-3390" b="-1694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80555AE1-ECDF-CA6E-07DA-93B78ADB38C5}"/>
                  </a:ext>
                </a:extLst>
              </p:cNvPr>
              <p:cNvSpPr txBox="1"/>
              <p:nvPr/>
            </p:nvSpPr>
            <p:spPr>
              <a:xfrm>
                <a:off x="546815" y="1926138"/>
                <a:ext cx="5242956" cy="56675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r>
                        <a:rPr lang="pt-BR">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𝒜</m:t>
                          </m:r>
                        </m:e>
                        <m:sub>
                          <m:r>
                            <a:rPr lang="pt-BR" b="0" i="1" smtClean="0">
                              <a:latin typeface="Cambria Math" panose="02040503050406030204" pitchFamily="18" charset="0"/>
                            </a:rPr>
                            <m:t>𝑧</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𝑉</m:t>
                              </m:r>
                            </m:e>
                            <m:sub>
                              <m:r>
                                <a:rPr lang="pt-BR" b="0" i="1" smtClean="0">
                                  <a:latin typeface="Cambria Math" panose="02040503050406030204" pitchFamily="18" charset="0"/>
                                </a:rPr>
                                <m:t>𝑝</m:t>
                              </m:r>
                            </m:sub>
                          </m:sSub>
                        </m:num>
                        <m:den>
                          <m:r>
                            <a:rPr lang="pt-BR" b="0" i="1" smtClean="0">
                              <a:latin typeface="Cambria Math" panose="02040503050406030204" pitchFamily="18" charset="0"/>
                            </a:rPr>
                            <m:t>𝜕</m:t>
                          </m:r>
                          <m:r>
                            <a:rPr lang="pt-BR" b="0" i="1" smtClean="0">
                              <a:latin typeface="Cambria Math" panose="02040503050406030204" pitchFamily="18" charset="0"/>
                            </a:rPr>
                            <m:t>𝑧</m:t>
                          </m:r>
                        </m:den>
                      </m:f>
                    </m:oMath>
                  </m:oMathPara>
                </a14:m>
                <a:endParaRPr lang="en-US"/>
              </a:p>
            </p:txBody>
          </p:sp>
        </mc:Choice>
        <mc:Fallback xmlns="">
          <p:sp>
            <p:nvSpPr>
              <p:cNvPr id="38" name="CaixaDeTexto 37">
                <a:extLst>
                  <a:ext uri="{FF2B5EF4-FFF2-40B4-BE49-F238E27FC236}">
                    <a16:creationId xmlns:a16="http://schemas.microsoft.com/office/drawing/2014/main" id="{80555AE1-ECDF-CA6E-07DA-93B78ADB38C5}"/>
                  </a:ext>
                </a:extLst>
              </p:cNvPr>
              <p:cNvSpPr txBox="1">
                <a:spLocks noRot="1" noChangeAspect="1" noMove="1" noResize="1" noEditPoints="1" noAdjustHandles="1" noChangeArrowheads="1" noChangeShapeType="1" noTextEdit="1"/>
              </p:cNvSpPr>
              <p:nvPr/>
            </p:nvSpPr>
            <p:spPr>
              <a:xfrm>
                <a:off x="546815" y="1926138"/>
                <a:ext cx="5242956" cy="566758"/>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D4455AD6-940A-835D-90BA-9BF3620BADF0}"/>
                  </a:ext>
                </a:extLst>
              </p:cNvPr>
              <p:cNvSpPr txBox="1"/>
              <p:nvPr/>
            </p:nvSpPr>
            <p:spPr>
              <a:xfrm>
                <a:off x="479376" y="2681229"/>
                <a:ext cx="5326743" cy="603755"/>
              </a:xfrm>
              <a:prstGeom prst="rect">
                <a:avLst/>
              </a:prstGeom>
              <a:noFill/>
            </p:spPr>
            <p:txBody>
              <a:bodyPr wrap="square">
                <a:spAutoFit/>
              </a:bodyPr>
              <a:lstStyle>
                <a:defPPr>
                  <a:defRPr lang="pt-BR"/>
                </a:defPPr>
                <a:lvl1pPr>
                  <a:defRPr sz="1600"/>
                </a:lvl1pPr>
              </a:lstStyle>
              <a:p>
                <a:r>
                  <a:rPr lang="en-US"/>
                  <a:t>Relating the potential drop </a:t>
                </a:r>
                <a14:m>
                  <m:oMath xmlns:m="http://schemas.openxmlformats.org/officeDocument/2006/math">
                    <m:r>
                      <a:rPr lang="en-US" i="1" smtClean="0">
                        <a:latin typeface="Cambria Math" panose="02040503050406030204" pitchFamily="18" charset="0"/>
                      </a:rPr>
                      <m:t>𝜕</m:t>
                    </m:r>
                    <m:sSub>
                      <m:sSubPr>
                        <m:ctrlPr>
                          <a:rPr lang="pt-BR" b="0" i="1" smtClean="0">
                            <a:latin typeface="Cambria Math" panose="02040503050406030204" pitchFamily="18" charset="0"/>
                          </a:rPr>
                        </m:ctrlPr>
                      </m:sSubPr>
                      <m:e>
                        <m:r>
                          <a:rPr lang="en-US" i="1" smtClean="0">
                            <a:latin typeface="Cambria Math" panose="02040503050406030204" pitchFamily="18" charset="0"/>
                          </a:rPr>
                          <m:t>𝑉</m:t>
                        </m:r>
                      </m:e>
                      <m:sub>
                        <m:r>
                          <a:rPr lang="en-US" i="1" smtClean="0">
                            <a:latin typeface="Cambria Math" panose="02040503050406030204" pitchFamily="18" charset="0"/>
                          </a:rPr>
                          <m:t>𝑝</m:t>
                        </m:r>
                      </m:sub>
                    </m:sSub>
                    <m:r>
                      <a:rPr lang="en-US" i="1" smtClean="0">
                        <a:latin typeface="Cambria Math" panose="02040503050406030204" pitchFamily="18" charset="0"/>
                      </a:rPr>
                      <m:t>/</m:t>
                    </m:r>
                    <m:r>
                      <a:rPr lang="en-US" i="1" smtClean="0">
                        <a:latin typeface="Cambria Math" panose="02040503050406030204" pitchFamily="18" charset="0"/>
                      </a:rPr>
                      <m:t>𝜕</m:t>
                    </m:r>
                    <m:r>
                      <a:rPr lang="en-US" i="1" smtClean="0">
                        <a:latin typeface="Cambria Math" panose="02040503050406030204" pitchFamily="18" charset="0"/>
                      </a:rPr>
                      <m:t>𝑧</m:t>
                    </m:r>
                  </m:oMath>
                </a14:m>
                <a:r>
                  <a:rPr lang="en-US"/>
                  <a:t> to the p.u.l. impedance parameters through the Telegrapher’s equation:</a:t>
                </a:r>
                <a:endParaRPr lang="pt-BR"/>
              </a:p>
            </p:txBody>
          </p:sp>
        </mc:Choice>
        <mc:Fallback xmlns="">
          <p:sp>
            <p:nvSpPr>
              <p:cNvPr id="41" name="CaixaDeTexto 40">
                <a:extLst>
                  <a:ext uri="{FF2B5EF4-FFF2-40B4-BE49-F238E27FC236}">
                    <a16:creationId xmlns:a16="http://schemas.microsoft.com/office/drawing/2014/main" id="{D4455AD6-940A-835D-90BA-9BF3620BADF0}"/>
                  </a:ext>
                </a:extLst>
              </p:cNvPr>
              <p:cNvSpPr txBox="1">
                <a:spLocks noRot="1" noChangeAspect="1" noMove="1" noResize="1" noEditPoints="1" noAdjustHandles="1" noChangeArrowheads="1" noChangeShapeType="1" noTextEdit="1"/>
              </p:cNvSpPr>
              <p:nvPr/>
            </p:nvSpPr>
            <p:spPr>
              <a:xfrm>
                <a:off x="479376" y="2681229"/>
                <a:ext cx="5326743" cy="603755"/>
              </a:xfrm>
              <a:prstGeom prst="rect">
                <a:avLst/>
              </a:prstGeom>
              <a:blipFill>
                <a:blip r:embed="rId6"/>
                <a:stretch>
                  <a:fillRect l="-687" t="-2020" b="-1212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6CE3F873-CFD4-78FC-4F2E-CB254F51C454}"/>
                  </a:ext>
                </a:extLst>
              </p:cNvPr>
              <p:cNvSpPr txBox="1"/>
              <p:nvPr/>
            </p:nvSpPr>
            <p:spPr>
              <a:xfrm>
                <a:off x="947427" y="3429525"/>
                <a:ext cx="4603347"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d>
                      <m:r>
                        <a:rPr lang="pt-BR">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46" name="CaixaDeTexto 45">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947427" y="3429525"/>
                <a:ext cx="4603347" cy="791563"/>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8F3CC78F-F5C4-6AD3-67A2-893E206B51FF}"/>
                  </a:ext>
                </a:extLst>
              </p:cNvPr>
              <p:cNvSpPr txBox="1"/>
              <p:nvPr/>
            </p:nvSpPr>
            <p:spPr>
              <a:xfrm>
                <a:off x="479376" y="4365104"/>
                <a:ext cx="5579041" cy="603755"/>
              </a:xfrm>
              <a:prstGeom prst="rect">
                <a:avLst/>
              </a:prstGeom>
              <a:noFill/>
            </p:spPr>
            <p:txBody>
              <a:bodyPr wrap="square">
                <a:spAutoFit/>
              </a:bodyPr>
              <a:lstStyle>
                <a:defPPr>
                  <a:defRPr lang="pt-BR"/>
                </a:defPPr>
                <a:lvl1pPr>
                  <a:defRPr sz="1600"/>
                </a:lvl1pPr>
              </a:lstStyle>
              <a:p>
                <a14:m>
                  <m:oMath xmlns:m="http://schemas.openxmlformats.org/officeDocument/2006/math">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 </m:t>
                    </m:r>
                  </m:oMath>
                </a14:m>
                <a:r>
                  <a:rPr lang="en-US"/>
                  <a:t>and </a:t>
                </a:r>
                <a14:m>
                  <m:oMath xmlns:m="http://schemas.openxmlformats.org/officeDocument/2006/math">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 </m:t>
                    </m:r>
                  </m:oMath>
                </a14:m>
                <a:r>
                  <a:rPr lang="en-US"/>
                  <a:t>represent the </a:t>
                </a:r>
                <a14:m>
                  <m:oMath xmlns:m="http://schemas.openxmlformats.org/officeDocument/2006/math">
                    <m:r>
                      <a:rPr lang="en-US" i="1" smtClean="0">
                        <a:latin typeface="Cambria Math" panose="02040503050406030204" pitchFamily="18" charset="0"/>
                      </a:rPr>
                      <m:t>(</m:t>
                    </m:r>
                    <m:r>
                      <a:rPr lang="en-US" i="1" smtClean="0">
                        <a:latin typeface="Cambria Math" panose="02040503050406030204" pitchFamily="18" charset="0"/>
                      </a:rPr>
                      <m:t>𝑝</m:t>
                    </m:r>
                    <m:r>
                      <a:rPr lang="en-US" i="1" smtClean="0">
                        <a:latin typeface="Cambria Math" panose="02040503050406030204" pitchFamily="18" charset="0"/>
                      </a:rPr>
                      <m:t>, </m:t>
                    </m:r>
                    <m:r>
                      <a:rPr lang="en-US" i="1" smtClean="0">
                        <a:latin typeface="Cambria Math" panose="02040503050406030204" pitchFamily="18" charset="0"/>
                      </a:rPr>
                      <m:t>𝑞</m:t>
                    </m:r>
                    <m:r>
                      <a:rPr lang="en-US" i="1" smtClean="0">
                        <a:latin typeface="Cambria Math" panose="02040503050406030204" pitchFamily="18" charset="0"/>
                      </a:rPr>
                      <m:t>) </m:t>
                    </m:r>
                  </m:oMath>
                </a14:m>
                <a:r>
                  <a:rPr lang="en-US"/>
                  <a:t>entry of the p.u.l. resistance and inductance matrices, respectively; and</a:t>
                </a:r>
                <a:endParaRPr lang="pt-BR"/>
              </a:p>
            </p:txBody>
          </p:sp>
        </mc:Choice>
        <mc:Fallback xmlns="">
          <p:sp>
            <p:nvSpPr>
              <p:cNvPr id="47" name="CaixaDeTexto 46">
                <a:extLst>
                  <a:ext uri="{FF2B5EF4-FFF2-40B4-BE49-F238E27FC236}">
                    <a16:creationId xmlns:a16="http://schemas.microsoft.com/office/drawing/2014/main" id="{8F3CC78F-F5C4-6AD3-67A2-893E206B51FF}"/>
                  </a:ext>
                </a:extLst>
              </p:cNvPr>
              <p:cNvSpPr txBox="1">
                <a:spLocks noRot="1" noChangeAspect="1" noMove="1" noResize="1" noEditPoints="1" noAdjustHandles="1" noChangeArrowheads="1" noChangeShapeType="1" noTextEdit="1"/>
              </p:cNvSpPr>
              <p:nvPr/>
            </p:nvSpPr>
            <p:spPr>
              <a:xfrm>
                <a:off x="479376" y="4365104"/>
                <a:ext cx="5579041" cy="603755"/>
              </a:xfrm>
              <a:prstGeom prst="rect">
                <a:avLst/>
              </a:prstGeom>
              <a:blipFill>
                <a:blip r:embed="rId8"/>
                <a:stretch>
                  <a:fillRect l="-656" t="-2020" b="-1212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74F00A24-348B-E5A7-2721-AE25A6F8FA34}"/>
                  </a:ext>
                </a:extLst>
              </p:cNvPr>
              <p:cNvSpPr txBox="1"/>
              <p:nvPr/>
            </p:nvSpPr>
            <p:spPr>
              <a:xfrm>
                <a:off x="6240016" y="1484784"/>
                <a:ext cx="4932548" cy="1621791"/>
              </a:xfrm>
              <a:prstGeom prst="rect">
                <a:avLst/>
              </a:prstGeom>
              <a:noFill/>
            </p:spPr>
            <p:txBody>
              <a:bodyPr wrap="square">
                <a:spAutoFit/>
              </a:bodyPr>
              <a:lstStyle>
                <a:defPPr>
                  <a:defRPr lang="pt-BR"/>
                </a:defPPr>
                <a:lvl1pPr>
                  <a:defRPr sz="1600"/>
                </a:lvl1pPr>
              </a:lstStyle>
              <a:p>
                <a:pPr algn="just"/>
                <a:r>
                  <a:rPr lang="en-US"/>
                  <a:t>Note that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𝑝</m:t>
                        </m:r>
                      </m:sub>
                    </m:sSub>
                  </m:oMath>
                </a14:m>
                <a:r>
                  <a:rPr lang="en-US"/>
                  <a:t>, </a:t>
                </a:r>
                <a14:m>
                  <m:oMath xmlns:m="http://schemas.openxmlformats.org/officeDocument/2006/math">
                    <m:sSubSup>
                      <m:sSubSupPr>
                        <m:ctrlPr>
                          <a:rPr lang="pt-BR" i="1">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oMath>
                </a14:m>
                <a:r>
                  <a:rPr lang="en-US"/>
                  <a:t>,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𝑝</m:t>
                            </m:r>
                          </m:e>
                        </m:d>
                      </m:sup>
                    </m:sSubSup>
                    <m:r>
                      <a:rPr lang="pt-BR" i="1">
                        <a:latin typeface="Cambria Math" panose="02040503050406030204" pitchFamily="18" charset="0"/>
                      </a:rPr>
                      <m:t> </m:t>
                    </m:r>
                  </m:oMath>
                </a14:m>
                <a:r>
                  <a:rPr lang="en-US"/>
                  <a:t>and </a:t>
                </a:r>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𝒓</m:t>
                        </m:r>
                      </m:e>
                      <m:sub>
                        <m:r>
                          <a:rPr lang="en-US" i="1" smtClean="0">
                            <a:latin typeface="Cambria Math" panose="02040503050406030204" pitchFamily="18" charset="0"/>
                          </a:rPr>
                          <m:t>𝑝</m:t>
                        </m:r>
                      </m:sub>
                    </m:sSub>
                  </m:oMath>
                </a14:m>
                <a:r>
                  <a:rPr lang="en-US"/>
                  <a:t> on </a:t>
                </a:r>
                <a14:m>
                  <m:oMath xmlns:m="http://schemas.openxmlformats.org/officeDocument/2006/math">
                    <m:r>
                      <a:rPr lang="en-US" i="1" smtClean="0">
                        <a:latin typeface="Cambria Math" panose="02040503050406030204" pitchFamily="18" charset="0"/>
                      </a:rPr>
                      <m:t>𝑝</m:t>
                    </m:r>
                    <m:r>
                      <a:rPr lang="en-US" i="1" smtClean="0">
                        <a:latin typeface="Cambria Math" panose="02040503050406030204" pitchFamily="18" charset="0"/>
                      </a:rPr>
                      <m:t>=1, 2, … ,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oMath>
                </a14:m>
                <a:r>
                  <a:rPr lang="en-US"/>
                  <a:t> concern the surface of the solid conductor; those on</a:t>
                </a:r>
                <a:br>
                  <a:rPr lang="en-US"/>
                </a:br>
                <a14:m>
                  <m:oMath xmlns:m="http://schemas.openxmlformats.org/officeDocument/2006/math">
                    <m:r>
                      <a:rPr lang="en-US" i="1" smtClean="0">
                        <a:latin typeface="Cambria Math" panose="02040503050406030204" pitchFamily="18" charset="0"/>
                      </a:rPr>
                      <m:t>𝑝</m:t>
                    </m:r>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+1, </m:t>
                    </m:r>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+2, … ,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oMath>
                </a14:m>
                <a:r>
                  <a:rPr lang="en-US"/>
                  <a:t>concern the outer surface of the hollow conductor, and those on</a:t>
                </a:r>
                <a:br>
                  <a:rPr lang="en-US"/>
                </a:br>
                <a14:m>
                  <m:oMath xmlns:m="http://schemas.openxmlformats.org/officeDocument/2006/math">
                    <m:r>
                      <a:rPr lang="en-US" i="1" smtClean="0">
                        <a:latin typeface="Cambria Math" panose="02040503050406030204" pitchFamily="18" charset="0"/>
                      </a:rPr>
                      <m:t>𝑝</m:t>
                    </m:r>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r>
                      <a:rPr lang="en-US" i="1">
                        <a:latin typeface="Cambria Math" panose="02040503050406030204" pitchFamily="18" charset="0"/>
                      </a:rPr>
                      <m:t>+1, </m:t>
                    </m:r>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r>
                      <a:rPr lang="pt-BR" b="0" i="1" smtClean="0">
                        <a:latin typeface="Cambria Math" panose="02040503050406030204" pitchFamily="18" charset="0"/>
                      </a:rPr>
                      <m:t>+</m:t>
                    </m:r>
                    <m:r>
                      <a:rPr lang="en-US" i="1">
                        <a:latin typeface="Cambria Math" panose="02040503050406030204" pitchFamily="18" charset="0"/>
                      </a:rPr>
                      <m:t>2, … ,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𝑠</m:t>
                        </m:r>
                      </m:sub>
                    </m:sSub>
                  </m:oMath>
                </a14:m>
                <a:r>
                  <a:rPr lang="en-US"/>
                  <a:t> concern the inner surface of the hollow conductor.</a:t>
                </a:r>
                <a:endParaRPr lang="pt-BR"/>
              </a:p>
            </p:txBody>
          </p:sp>
        </mc:Choice>
        <mc:Fallback xmlns="">
          <p:sp>
            <p:nvSpPr>
              <p:cNvPr id="49" name="CaixaDeTexto 48">
                <a:extLst>
                  <a:ext uri="{FF2B5EF4-FFF2-40B4-BE49-F238E27FC236}">
                    <a16:creationId xmlns:a16="http://schemas.microsoft.com/office/drawing/2014/main" id="{74F00A24-348B-E5A7-2721-AE25A6F8FA34}"/>
                  </a:ext>
                </a:extLst>
              </p:cNvPr>
              <p:cNvSpPr txBox="1">
                <a:spLocks noRot="1" noChangeAspect="1" noMove="1" noResize="1" noEditPoints="1" noAdjustHandles="1" noChangeArrowheads="1" noChangeShapeType="1" noTextEdit="1"/>
              </p:cNvSpPr>
              <p:nvPr/>
            </p:nvSpPr>
            <p:spPr>
              <a:xfrm>
                <a:off x="6240016" y="1484784"/>
                <a:ext cx="4932548" cy="1621791"/>
              </a:xfrm>
              <a:prstGeom prst="rect">
                <a:avLst/>
              </a:prstGeom>
              <a:blipFill>
                <a:blip r:embed="rId9"/>
                <a:stretch>
                  <a:fillRect l="-742" r="-618" b="-3759"/>
                </a:stretch>
              </a:blipFill>
            </p:spPr>
            <p:txBody>
              <a:bodyPr/>
              <a:lstStyle/>
              <a:p>
                <a:r>
                  <a:rPr lang="pt-BR">
                    <a:noFill/>
                  </a:rPr>
                  <a:t> </a:t>
                </a:r>
              </a:p>
            </p:txBody>
          </p:sp>
        </mc:Fallback>
      </mc:AlternateContent>
      <p:sp>
        <p:nvSpPr>
          <p:cNvPr id="51" name="Retângulo: Cantos Arredondados 50">
            <a:extLst>
              <a:ext uri="{FF2B5EF4-FFF2-40B4-BE49-F238E27FC236}">
                <a16:creationId xmlns:a16="http://schemas.microsoft.com/office/drawing/2014/main" id="{D7410D5C-FA9C-5B17-2578-7758DA61F673}"/>
              </a:ext>
            </a:extLst>
          </p:cNvPr>
          <p:cNvSpPr/>
          <p:nvPr/>
        </p:nvSpPr>
        <p:spPr>
          <a:xfrm>
            <a:off x="6168008" y="1484784"/>
            <a:ext cx="5112568" cy="1621791"/>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p>
        </p:txBody>
      </p:sp>
      <p:sp>
        <p:nvSpPr>
          <p:cNvPr id="52" name="Retângulo: Cantos Arredondados 51">
            <a:extLst>
              <a:ext uri="{FF2B5EF4-FFF2-40B4-BE49-F238E27FC236}">
                <a16:creationId xmlns:a16="http://schemas.microsoft.com/office/drawing/2014/main" id="{8D68BDB9-6218-01C7-DCF0-ABD8AB5002F4}"/>
              </a:ext>
            </a:extLst>
          </p:cNvPr>
          <p:cNvSpPr/>
          <p:nvPr/>
        </p:nvSpPr>
        <p:spPr>
          <a:xfrm>
            <a:off x="947428" y="3410432"/>
            <a:ext cx="4610428" cy="82922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p>
        </p:txBody>
      </p:sp>
      <p:sp>
        <p:nvSpPr>
          <p:cNvPr id="53" name="CaixaDeTexto 52">
            <a:extLst>
              <a:ext uri="{FF2B5EF4-FFF2-40B4-BE49-F238E27FC236}">
                <a16:creationId xmlns:a16="http://schemas.microsoft.com/office/drawing/2014/main" id="{398F99E4-B5A7-6CDD-02C2-169D126C6ED8}"/>
              </a:ext>
            </a:extLst>
          </p:cNvPr>
          <p:cNvSpPr txBox="1"/>
          <p:nvPr/>
        </p:nvSpPr>
        <p:spPr>
          <a:xfrm>
            <a:off x="6985229" y="3440260"/>
            <a:ext cx="4332059" cy="830997"/>
          </a:xfrm>
          <a:prstGeom prst="rect">
            <a:avLst/>
          </a:prstGeom>
          <a:noFill/>
        </p:spPr>
        <p:txBody>
          <a:bodyPr wrap="square">
            <a:spAutoFit/>
          </a:bodyPr>
          <a:lstStyle>
            <a:defPPr>
              <a:defRPr lang="pt-BR"/>
            </a:defPPr>
            <a:lvl1pPr>
              <a:defRPr sz="1600"/>
            </a:lvl1pPr>
          </a:lstStyle>
          <a:p>
            <a:r>
              <a:rPr lang="en-US"/>
              <a:t>The main goal is to solve the p.u.l. impedance parameters, which will be done numerically by the MoM using the Fourier series expansions.</a:t>
            </a:r>
            <a:endParaRPr lang="pt-BR"/>
          </a:p>
        </p:txBody>
      </p:sp>
      <p:sp>
        <p:nvSpPr>
          <p:cNvPr id="58" name="Seta: para a Direita Listrada 57">
            <a:extLst>
              <a:ext uri="{FF2B5EF4-FFF2-40B4-BE49-F238E27FC236}">
                <a16:creationId xmlns:a16="http://schemas.microsoft.com/office/drawing/2014/main" id="{083C315A-3BF7-4F69-C2F4-35E564A4B9FC}"/>
              </a:ext>
            </a:extLst>
          </p:cNvPr>
          <p:cNvSpPr/>
          <p:nvPr/>
        </p:nvSpPr>
        <p:spPr>
          <a:xfrm>
            <a:off x="6240016" y="3694733"/>
            <a:ext cx="594066" cy="322053"/>
          </a:xfrm>
          <a:prstGeom prst="stripedRightArrow">
            <a:avLst>
              <a:gd name="adj1" fmla="val 55567"/>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BAFC1A89-B747-BA6C-AE26-BE7AE41FEF49}"/>
                  </a:ext>
                </a:extLst>
              </p:cNvPr>
              <p:cNvSpPr txBox="1"/>
              <p:nvPr/>
            </p:nvSpPr>
            <p:spPr>
              <a:xfrm>
                <a:off x="484289" y="5094306"/>
                <a:ext cx="5616575"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d>
                            </m:e>
                          </m:nary>
                          <m:r>
                            <a:rPr lang="pt-BR" b="0" i="1" smtClean="0">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smtClean="0">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𝑝</m:t>
                                  </m:r>
                                </m:sub>
                              </m:sSub>
                              <m:r>
                                <a:rPr lang="pt-BR" b="1"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𝜃</m:t>
                                  </m:r>
                                </m:e>
                                <m:sub>
                                  <m:r>
                                    <a:rPr lang="pt-BR" b="0" i="1" smtClean="0">
                                      <a:latin typeface="Cambria Math" panose="02040503050406030204" pitchFamily="18" charset="0"/>
                                      <a:ea typeface="Cambria Math" panose="02040503050406030204" pitchFamily="18" charset="0"/>
                                    </a:rPr>
                                    <m:t>𝑝</m:t>
                                  </m:r>
                                </m:sub>
                              </m:sSub>
                              <m:r>
                                <a:rPr lang="pt-BR" b="1" i="1" smtClean="0">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smtClean="0">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b="0" i="1" smtClean="0">
                                      <a:latin typeface="Cambria Math" panose="02040503050406030204" pitchFamily="18" charset="0"/>
                                      <a:ea typeface="Cambria Math" panose="02040503050406030204" pitchFamily="18" charset="0"/>
                                    </a:rPr>
                                    <m:t>𝑞</m:t>
                                  </m:r>
                                </m:sub>
                                <m:sup>
                                  <m:r>
                                    <a:rPr lang="pt-BR" b="1" i="1" smtClean="0">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nary>
                    </m:oMath>
                  </m:oMathPara>
                </a14:m>
                <a:endParaRPr lang="en-US"/>
              </a:p>
            </p:txBody>
          </p:sp>
        </mc:Choice>
        <mc:Fallback xmlns="">
          <p:sp>
            <p:nvSpPr>
              <p:cNvPr id="60" name="CaixaDeTexto 59">
                <a:extLst>
                  <a:ext uri="{FF2B5EF4-FFF2-40B4-BE49-F238E27FC236}">
                    <a16:creationId xmlns:a16="http://schemas.microsoft.com/office/drawing/2014/main" id="{BAFC1A89-B747-BA6C-AE26-BE7AE41FEF49}"/>
                  </a:ext>
                </a:extLst>
              </p:cNvPr>
              <p:cNvSpPr txBox="1">
                <a:spLocks noRot="1" noChangeAspect="1" noMove="1" noResize="1" noEditPoints="1" noAdjustHandles="1" noChangeArrowheads="1" noChangeShapeType="1" noTextEdit="1"/>
              </p:cNvSpPr>
              <p:nvPr/>
            </p:nvSpPr>
            <p:spPr>
              <a:xfrm>
                <a:off x="484289" y="5094306"/>
                <a:ext cx="5616575" cy="791563"/>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ECEB0223-961C-9ED0-FE6E-DB237DC6B2CE}"/>
                  </a:ext>
                </a:extLst>
              </p:cNvPr>
              <p:cNvSpPr txBox="1"/>
              <p:nvPr/>
            </p:nvSpPr>
            <p:spPr>
              <a:xfrm>
                <a:off x="5701921" y="3675673"/>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8)</m:t>
                      </m:r>
                    </m:oMath>
                  </m:oMathPara>
                </a14:m>
                <a:endParaRPr lang="en-US" sz="1200"/>
              </a:p>
            </p:txBody>
          </p:sp>
        </mc:Choice>
        <mc:Fallback xmlns="">
          <p:sp>
            <p:nvSpPr>
              <p:cNvPr id="3" name="CaixaDeTexto 2">
                <a:extLst>
                  <a:ext uri="{FF2B5EF4-FFF2-40B4-BE49-F238E27FC236}">
                    <a16:creationId xmlns:a16="http://schemas.microsoft.com/office/drawing/2014/main" id="{ECEB0223-961C-9ED0-FE6E-DB237DC6B2CE}"/>
                  </a:ext>
                </a:extLst>
              </p:cNvPr>
              <p:cNvSpPr txBox="1">
                <a:spLocks noRot="1" noChangeAspect="1" noMove="1" noResize="1" noEditPoints="1" noAdjustHandles="1" noChangeArrowheads="1" noChangeShapeType="1" noTextEdit="1"/>
              </p:cNvSpPr>
              <p:nvPr/>
            </p:nvSpPr>
            <p:spPr>
              <a:xfrm>
                <a:off x="5701921" y="3675673"/>
                <a:ext cx="468052" cy="276999"/>
              </a:xfrm>
              <a:prstGeom prst="rect">
                <a:avLst/>
              </a:prstGeom>
              <a:blipFill>
                <a:blip r:embed="rId11"/>
                <a:stretch>
                  <a:fillRect b="-8889"/>
                </a:stretch>
              </a:blipFill>
            </p:spPr>
            <p:txBody>
              <a:bodyPr/>
              <a:lstStyle/>
              <a:p>
                <a:r>
                  <a:rPr lang="pt-BR">
                    <a:noFill/>
                  </a:rPr>
                  <a:t> </a:t>
                </a:r>
              </a:p>
            </p:txBody>
          </p:sp>
        </mc:Fallback>
      </mc:AlternateContent>
    </p:spTree>
    <p:extLst>
      <p:ext uri="{BB962C8B-B14F-4D97-AF65-F5344CB8AC3E}">
        <p14:creationId xmlns:p14="http://schemas.microsoft.com/office/powerpoint/2010/main" val="1493695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17</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10854260" cy="584775"/>
              </a:xfrm>
              <a:prstGeom prst="rect">
                <a:avLst/>
              </a:prstGeom>
              <a:noFill/>
            </p:spPr>
            <p:txBody>
              <a:bodyPr wrap="square">
                <a:spAutoFit/>
              </a:bodyPr>
              <a:lstStyle>
                <a:defPPr>
                  <a:defRPr lang="pt-BR"/>
                </a:defPPr>
                <a:lvl1pPr>
                  <a:defRPr sz="1600"/>
                </a:lvl1pPr>
              </a:lstStyle>
              <a:p>
                <a:r>
                  <a:rPr lang="en-US"/>
                  <a:t>Given an multiconductor cylindrical geometry, one can approximate the field and the current on the </a:t>
                </a:r>
                <a14:m>
                  <m:oMath xmlns:m="http://schemas.openxmlformats.org/officeDocument/2006/math">
                    <m:r>
                      <a:rPr lang="en-US" i="1" smtClean="0">
                        <a:latin typeface="Cambria Math" panose="02040503050406030204" pitchFamily="18" charset="0"/>
                      </a:rPr>
                      <m:t>𝑝</m:t>
                    </m:r>
                  </m:oMath>
                </a14:m>
                <a:r>
                  <a:rPr lang="en-US"/>
                  <a:t>-th surface conductor by means of a </a:t>
                </a:r>
                <a:r>
                  <a:rPr lang="en-US">
                    <a:solidFill>
                      <a:srgbClr val="002060"/>
                    </a:solidFill>
                  </a:rPr>
                  <a:t>truncated Fourier series</a:t>
                </a:r>
                <a:r>
                  <a:rPr lang="en-US"/>
                  <a:t>:</a:t>
                </a:r>
                <a:endParaRPr lang="pt-BR"/>
              </a:p>
            </p:txBody>
          </p:sp>
        </mc:Choice>
        <mc:Fallback xmlns="">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463028" y="1367912"/>
                <a:ext cx="10854260" cy="584775"/>
              </a:xfrm>
              <a:prstGeom prst="rect">
                <a:avLst/>
              </a:prstGeom>
              <a:blipFill>
                <a:blip r:embed="rId4"/>
                <a:stretch>
                  <a:fillRect l="-337"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6CE3F873-CFD4-78FC-4F2E-CB254F51C454}"/>
                  </a:ext>
                </a:extLst>
              </p:cNvPr>
              <p:cNvSpPr txBox="1"/>
              <p:nvPr/>
            </p:nvSpPr>
            <p:spPr>
              <a:xfrm>
                <a:off x="479376" y="4550459"/>
                <a:ext cx="9649072"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hr m:val="∑"/>
                          <m:ctrlPr>
                            <a:rPr lang="pt-BR" i="1" smtClean="0">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𝐸</m:t>
                              </m:r>
                            </m:e>
                            <m:sub>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sup>
                          </m:sSup>
                        </m:e>
                      </m:nary>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um>
                        <m:den>
                          <m:r>
                            <a:rPr lang="pt-BR" i="1">
                              <a:latin typeface="Cambria Math" panose="02040503050406030204" pitchFamily="18" charset="0"/>
                            </a:rPr>
                            <m:t>2</m:t>
                          </m:r>
                          <m:r>
                            <a:rPr lang="pt-BR" i="1">
                              <a:latin typeface="Cambria Math" panose="02040503050406030204" pitchFamily="18" charset="0"/>
                            </a:rPr>
                            <m:t>𝜋</m:t>
                          </m:r>
                        </m:den>
                      </m:f>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46" name="CaixaDeTexto 45">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479376" y="4550459"/>
                <a:ext cx="9649072" cy="85876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A48A82B7-2AE7-1327-4758-03E3006072A0}"/>
                  </a:ext>
                </a:extLst>
              </p:cNvPr>
              <p:cNvSpPr txBox="1"/>
              <p:nvPr/>
            </p:nvSpPr>
            <p:spPr>
              <a:xfrm>
                <a:off x="491366" y="2133381"/>
                <a:ext cx="7908890"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d>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i="1">
                                          <a:latin typeface="Cambria Math" panose="02040503050406030204" pitchFamily="18" charset="0"/>
                                        </a:rPr>
                                        <m:t>𝑞</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𝜃</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𝜃</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10" name="CaixaDeTexto 9">
                <a:extLst>
                  <a:ext uri="{FF2B5EF4-FFF2-40B4-BE49-F238E27FC236}">
                    <a16:creationId xmlns:a16="http://schemas.microsoft.com/office/drawing/2014/main" id="{A48A82B7-2AE7-1327-4758-03E3006072A0}"/>
                  </a:ext>
                </a:extLst>
              </p:cNvPr>
              <p:cNvSpPr txBox="1">
                <a:spLocks noRot="1" noChangeAspect="1" noMove="1" noResize="1" noEditPoints="1" noAdjustHandles="1" noChangeArrowheads="1" noChangeShapeType="1" noTextEdit="1"/>
              </p:cNvSpPr>
              <p:nvPr/>
            </p:nvSpPr>
            <p:spPr>
              <a:xfrm>
                <a:off x="491366" y="2133381"/>
                <a:ext cx="7908890" cy="791563"/>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4F7749DF-A98E-05E9-2ED9-4D65FDA731AD}"/>
                  </a:ext>
                </a:extLst>
              </p:cNvPr>
              <p:cNvSpPr txBox="1"/>
              <p:nvPr/>
            </p:nvSpPr>
            <p:spPr>
              <a:xfrm>
                <a:off x="463028" y="3290319"/>
                <a:ext cx="9809436"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hr m:val="∑"/>
                          <m:ctrlPr>
                            <a:rPr lang="pt-BR" i="1" smtClean="0">
                              <a:solidFill>
                                <a:srgbClr val="002060"/>
                              </a:solidFill>
                              <a:latin typeface="Cambria Math" panose="02040503050406030204" pitchFamily="18" charset="0"/>
                            </a:rPr>
                          </m:ctrlPr>
                        </m:naryPr>
                        <m:sub>
                          <m:r>
                            <m:rPr>
                              <m:brk m:alnAt="23"/>
                            </m:rPr>
                            <a:rPr lang="pt-BR" i="1">
                              <a:solidFill>
                                <a:srgbClr val="002060"/>
                              </a:solidFill>
                              <a:latin typeface="Cambria Math" panose="02040503050406030204" pitchFamily="18" charset="0"/>
                            </a:rPr>
                            <m:t>𝑛</m:t>
                          </m:r>
                          <m:r>
                            <a:rPr lang="pt-BR" i="1">
                              <a:solidFill>
                                <a:srgbClr val="002060"/>
                              </a:solidFill>
                              <a:latin typeface="Cambria Math" panose="02040503050406030204" pitchFamily="18" charset="0"/>
                            </a:rPr>
                            <m:t>=−</m:t>
                          </m:r>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b>
                        <m:sup>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p>
                        <m:e>
                          <m:sSubSup>
                            <m:sSubSupPr>
                              <m:ctrlPr>
                                <a:rPr lang="pt-BR" i="1">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𝐸</m:t>
                              </m:r>
                            </m:e>
                            <m:sub>
                              <m:r>
                                <a:rPr lang="pt-BR" i="1">
                                  <a:solidFill>
                                    <a:srgbClr val="002060"/>
                                  </a:solidFill>
                                  <a:latin typeface="Cambria Math" panose="02040503050406030204" pitchFamily="18" charset="0"/>
                                </a:rPr>
                                <m:t>𝑛</m:t>
                              </m:r>
                            </m:sub>
                            <m:sup>
                              <m:r>
                                <a:rPr lang="pt-BR" i="1">
                                  <a:solidFill>
                                    <a:srgbClr val="002060"/>
                                  </a:solidFill>
                                  <a:latin typeface="Cambria Math" panose="02040503050406030204" pitchFamily="18" charset="0"/>
                                </a:rPr>
                                <m:t>(</m:t>
                              </m:r>
                              <m:r>
                                <a:rPr lang="pt-BR" i="1">
                                  <a:solidFill>
                                    <a:srgbClr val="002060"/>
                                  </a:solidFill>
                                  <a:latin typeface="Cambria Math" panose="02040503050406030204" pitchFamily="18" charset="0"/>
                                </a:rPr>
                                <m:t>𝑝</m:t>
                              </m:r>
                              <m:r>
                                <a:rPr lang="pt-BR" i="1">
                                  <a:solidFill>
                                    <a:srgbClr val="002060"/>
                                  </a:solidFill>
                                  <a:latin typeface="Cambria Math" panose="02040503050406030204" pitchFamily="18" charset="0"/>
                                </a:rPr>
                                <m:t>)</m:t>
                              </m:r>
                            </m:sup>
                          </m:sSubSup>
                          <m:sSup>
                            <m:sSupPr>
                              <m:ctrlPr>
                                <a:rPr lang="pt-BR" i="1">
                                  <a:solidFill>
                                    <a:srgbClr val="002060"/>
                                  </a:solidFill>
                                  <a:latin typeface="Cambria Math" panose="02040503050406030204" pitchFamily="18" charset="0"/>
                                </a:rPr>
                              </m:ctrlPr>
                            </m:sSupPr>
                            <m:e>
                              <m:r>
                                <a:rPr lang="pt-BR" i="1">
                                  <a:solidFill>
                                    <a:srgbClr val="002060"/>
                                  </a:solidFill>
                                  <a:latin typeface="Cambria Math" panose="02040503050406030204" pitchFamily="18" charset="0"/>
                                </a:rPr>
                                <m:t>𝑒</m:t>
                              </m:r>
                            </m:e>
                            <m:sup>
                              <m:r>
                                <a:rPr lang="pt-BR" i="1">
                                  <a:solidFill>
                                    <a:srgbClr val="002060"/>
                                  </a:solidFill>
                                  <a:latin typeface="Cambria Math" panose="02040503050406030204" pitchFamily="18" charset="0"/>
                                </a:rPr>
                                <m:t>𝑗𝑛</m:t>
                              </m:r>
                              <m:sSub>
                                <m:sSubPr>
                                  <m:ctrlPr>
                                    <a:rPr lang="pt-BR" i="1">
                                      <a:solidFill>
                                        <a:srgbClr val="002060"/>
                                      </a:solidFill>
                                      <a:latin typeface="Cambria Math" panose="02040503050406030204" pitchFamily="18" charset="0"/>
                                    </a:rPr>
                                  </m:ctrlPr>
                                </m:sSubPr>
                                <m:e>
                                  <m:r>
                                    <a:rPr lang="pt-BR" i="1">
                                      <a:solidFill>
                                        <a:srgbClr val="002060"/>
                                      </a:solidFill>
                                      <a:latin typeface="Cambria Math" panose="02040503050406030204" pitchFamily="18" charset="0"/>
                                    </a:rPr>
                                    <m:t>𝜃</m:t>
                                  </m:r>
                                </m:e>
                                <m:sub>
                                  <m:r>
                                    <a:rPr lang="pt-BR" i="1">
                                      <a:solidFill>
                                        <a:srgbClr val="002060"/>
                                      </a:solidFill>
                                      <a:latin typeface="Cambria Math" panose="02040503050406030204" pitchFamily="18" charset="0"/>
                                    </a:rPr>
                                    <m:t>𝑝</m:t>
                                  </m:r>
                                </m:sub>
                              </m:sSub>
                            </m:sup>
                          </m:sSup>
                        </m:e>
                      </m:nary>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f>
                                <m:fPr>
                                  <m:ctrlPr>
                                    <a:rPr lang="pt-BR" i="1" smtClean="0">
                                      <a:solidFill>
                                        <a:srgbClr val="002060"/>
                                      </a:solidFill>
                                      <a:latin typeface="Cambria Math" panose="02040503050406030204" pitchFamily="18" charset="0"/>
                                    </a:rPr>
                                  </m:ctrlPr>
                                </m:fPr>
                                <m:num>
                                  <m:r>
                                    <a:rPr lang="pt-BR">
                                      <a:solidFill>
                                        <a:srgbClr val="002060"/>
                                      </a:solidFill>
                                      <a:latin typeface="Cambria Math" panose="02040503050406030204" pitchFamily="18" charset="0"/>
                                    </a:rPr>
                                    <m:t>1</m:t>
                                  </m:r>
                                </m:num>
                                <m:den>
                                  <m:r>
                                    <a:rPr lang="pt-BR" i="1">
                                      <a:solidFill>
                                        <a:srgbClr val="002060"/>
                                      </a:solidFill>
                                      <a:latin typeface="Cambria Math" panose="02040503050406030204" pitchFamily="18" charset="0"/>
                                    </a:rPr>
                                    <m:t>2</m:t>
                                  </m:r>
                                  <m:r>
                                    <a:rPr lang="pt-BR" i="1">
                                      <a:solidFill>
                                        <a:srgbClr val="002060"/>
                                      </a:solidFill>
                                      <a:latin typeface="Cambria Math" panose="02040503050406030204" pitchFamily="18" charset="0"/>
                                    </a:rPr>
                                    <m:t>𝜋</m:t>
                                  </m:r>
                                  <m:sSub>
                                    <m:sSubPr>
                                      <m:ctrlPr>
                                        <a:rPr lang="pt-BR" i="1">
                                          <a:solidFill>
                                            <a:srgbClr val="002060"/>
                                          </a:solidFill>
                                          <a:latin typeface="Cambria Math" panose="02040503050406030204" pitchFamily="18" charset="0"/>
                                        </a:rPr>
                                      </m:ctrlPr>
                                    </m:sSubPr>
                                    <m:e>
                                      <m:r>
                                        <a:rPr lang="pt-BR" i="1">
                                          <a:solidFill>
                                            <a:srgbClr val="002060"/>
                                          </a:solidFill>
                                          <a:latin typeface="Cambria Math" panose="02040503050406030204" pitchFamily="18" charset="0"/>
                                        </a:rPr>
                                        <m:t>𝑎</m:t>
                                      </m:r>
                                    </m:e>
                                    <m:sub>
                                      <m:r>
                                        <a:rPr lang="pt-BR" b="0" i="1" smtClean="0">
                                          <a:solidFill>
                                            <a:srgbClr val="002060"/>
                                          </a:solidFill>
                                          <a:latin typeface="Cambria Math" panose="02040503050406030204" pitchFamily="18" charset="0"/>
                                        </a:rPr>
                                        <m:t>𝑞</m:t>
                                      </m:r>
                                    </m:sub>
                                  </m:sSub>
                                </m:den>
                              </m:f>
                              <m:nary>
                                <m:naryPr>
                                  <m:chr m:val="∑"/>
                                  <m:ctrlPr>
                                    <a:rPr lang="pt-BR" i="1">
                                      <a:solidFill>
                                        <a:srgbClr val="002060"/>
                                      </a:solidFill>
                                      <a:latin typeface="Cambria Math" panose="02040503050406030204" pitchFamily="18" charset="0"/>
                                    </a:rPr>
                                  </m:ctrlPr>
                                </m:naryPr>
                                <m:sub>
                                  <m:r>
                                    <m:rPr>
                                      <m:brk m:alnAt="23"/>
                                    </m:rPr>
                                    <a:rPr lang="pt-BR" i="1">
                                      <a:solidFill>
                                        <a:srgbClr val="002060"/>
                                      </a:solidFill>
                                      <a:latin typeface="Cambria Math" panose="02040503050406030204" pitchFamily="18" charset="0"/>
                                    </a:rPr>
                                    <m:t>𝑛</m:t>
                                  </m:r>
                                  <m:r>
                                    <a:rPr lang="pt-BR" i="1">
                                      <a:solidFill>
                                        <a:srgbClr val="002060"/>
                                      </a:solidFill>
                                      <a:latin typeface="Cambria Math" panose="02040503050406030204" pitchFamily="18" charset="0"/>
                                    </a:rPr>
                                    <m:t>=−</m:t>
                                  </m:r>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a:rPr lang="pt-BR" b="0" i="1" smtClean="0">
                                          <a:solidFill>
                                            <a:srgbClr val="002060"/>
                                          </a:solidFill>
                                          <a:latin typeface="Cambria Math" panose="02040503050406030204" pitchFamily="18" charset="0"/>
                                        </a:rPr>
                                        <m:t>𝑞</m:t>
                                      </m:r>
                                    </m:sub>
                                  </m:sSub>
                                </m:sub>
                                <m:sup>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a:rPr lang="pt-BR" b="0" i="1" smtClean="0">
                                          <a:solidFill>
                                            <a:srgbClr val="002060"/>
                                          </a:solidFill>
                                          <a:latin typeface="Cambria Math" panose="02040503050406030204" pitchFamily="18" charset="0"/>
                                        </a:rPr>
                                        <m:t>𝑞</m:t>
                                      </m:r>
                                    </m:sub>
                                  </m:sSub>
                                </m:sup>
                                <m:e>
                                  <m:sSubSup>
                                    <m:sSubSupPr>
                                      <m:ctrlPr>
                                        <a:rPr lang="pt-BR" i="1">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𝐽</m:t>
                                      </m:r>
                                    </m:e>
                                    <m:sub>
                                      <m:r>
                                        <a:rPr lang="pt-BR" i="1">
                                          <a:solidFill>
                                            <a:srgbClr val="002060"/>
                                          </a:solidFill>
                                          <a:latin typeface="Cambria Math" panose="02040503050406030204" pitchFamily="18" charset="0"/>
                                        </a:rPr>
                                        <m:t>𝑛</m:t>
                                      </m:r>
                                    </m:sub>
                                    <m:sup>
                                      <m:r>
                                        <a:rPr lang="pt-BR" i="1">
                                          <a:solidFill>
                                            <a:srgbClr val="002060"/>
                                          </a:solidFill>
                                          <a:latin typeface="Cambria Math" panose="02040503050406030204" pitchFamily="18" charset="0"/>
                                        </a:rPr>
                                        <m:t>(</m:t>
                                      </m:r>
                                      <m:r>
                                        <a:rPr lang="pt-BR" b="0" i="1" smtClean="0">
                                          <a:solidFill>
                                            <a:srgbClr val="002060"/>
                                          </a:solidFill>
                                          <a:latin typeface="Cambria Math" panose="02040503050406030204" pitchFamily="18" charset="0"/>
                                        </a:rPr>
                                        <m:t>𝑞</m:t>
                                      </m:r>
                                      <m:r>
                                        <a:rPr lang="pt-BR" i="1">
                                          <a:solidFill>
                                            <a:srgbClr val="002060"/>
                                          </a:solidFill>
                                          <a:latin typeface="Cambria Math" panose="02040503050406030204" pitchFamily="18" charset="0"/>
                                        </a:rPr>
                                        <m:t>)</m:t>
                                      </m:r>
                                    </m:sup>
                                  </m:sSubSup>
                                  <m:sSup>
                                    <m:sSupPr>
                                      <m:ctrlPr>
                                        <a:rPr lang="pt-BR" i="1">
                                          <a:solidFill>
                                            <a:srgbClr val="002060"/>
                                          </a:solidFill>
                                          <a:latin typeface="Cambria Math" panose="02040503050406030204" pitchFamily="18" charset="0"/>
                                        </a:rPr>
                                      </m:ctrlPr>
                                    </m:sSupPr>
                                    <m:e>
                                      <m:r>
                                        <a:rPr lang="pt-BR" i="1">
                                          <a:solidFill>
                                            <a:srgbClr val="002060"/>
                                          </a:solidFill>
                                          <a:latin typeface="Cambria Math" panose="02040503050406030204" pitchFamily="18" charset="0"/>
                                        </a:rPr>
                                        <m:t>𝑒</m:t>
                                      </m:r>
                                    </m:e>
                                    <m:sup>
                                      <m:r>
                                        <a:rPr lang="pt-BR" i="1">
                                          <a:solidFill>
                                            <a:srgbClr val="002060"/>
                                          </a:solidFill>
                                          <a:latin typeface="Cambria Math" panose="02040503050406030204" pitchFamily="18" charset="0"/>
                                        </a:rPr>
                                        <m:t>𝑗𝑛</m:t>
                                      </m:r>
                                      <m:sSubSup>
                                        <m:sSubSupPr>
                                          <m:ctrlPr>
                                            <a:rPr lang="pt-BR" b="0" i="1" smtClean="0">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𝜃</m:t>
                                          </m:r>
                                        </m:e>
                                        <m:sub>
                                          <m:r>
                                            <a:rPr lang="pt-BR" b="0" i="1" smtClean="0">
                                              <a:solidFill>
                                                <a:srgbClr val="002060"/>
                                              </a:solidFill>
                                              <a:latin typeface="Cambria Math" panose="02040503050406030204" pitchFamily="18" charset="0"/>
                                            </a:rPr>
                                            <m:t>𝑞</m:t>
                                          </m:r>
                                        </m:sub>
                                        <m:sup>
                                          <m:r>
                                            <a:rPr lang="pt-BR" b="0" i="1" smtClean="0">
                                              <a:solidFill>
                                                <a:srgbClr val="002060"/>
                                              </a:solidFill>
                                              <a:latin typeface="Cambria Math" panose="02040503050406030204" pitchFamily="18" charset="0"/>
                                            </a:rPr>
                                            <m:t>′</m:t>
                                          </m:r>
                                        </m:sup>
                                      </m:sSubSup>
                                    </m:sup>
                                  </m:sSup>
                                </m:e>
                              </m:nary>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𝜃</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𝜃</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11" name="CaixaDeTexto 10">
                <a:extLst>
                  <a:ext uri="{FF2B5EF4-FFF2-40B4-BE49-F238E27FC236}">
                    <a16:creationId xmlns:a16="http://schemas.microsoft.com/office/drawing/2014/main" id="{4F7749DF-A98E-05E9-2ED9-4D65FDA731AD}"/>
                  </a:ext>
                </a:extLst>
              </p:cNvPr>
              <p:cNvSpPr txBox="1">
                <a:spLocks noRot="1" noChangeAspect="1" noMove="1" noResize="1" noEditPoints="1" noAdjustHandles="1" noChangeArrowheads="1" noChangeShapeType="1" noTextEdit="1"/>
              </p:cNvSpPr>
              <p:nvPr/>
            </p:nvSpPr>
            <p:spPr>
              <a:xfrm>
                <a:off x="463028" y="3290319"/>
                <a:ext cx="9809436" cy="858761"/>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68997FA5-A91D-0242-EA20-777EEF54C76F}"/>
                  </a:ext>
                </a:extLst>
              </p:cNvPr>
              <p:cNvSpPr txBox="1"/>
              <p:nvPr/>
            </p:nvSpPr>
            <p:spPr>
              <a:xfrm>
                <a:off x="11231615" y="481056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9)</m:t>
                      </m:r>
                    </m:oMath>
                  </m:oMathPara>
                </a14:m>
                <a:endParaRPr lang="en-US" sz="1200"/>
              </a:p>
            </p:txBody>
          </p:sp>
        </mc:Choice>
        <mc:Fallback xmlns="">
          <p:sp>
            <p:nvSpPr>
              <p:cNvPr id="13" name="CaixaDeTexto 12">
                <a:extLst>
                  <a:ext uri="{FF2B5EF4-FFF2-40B4-BE49-F238E27FC236}">
                    <a16:creationId xmlns:a16="http://schemas.microsoft.com/office/drawing/2014/main" id="{68997FA5-A91D-0242-EA20-777EEF54C76F}"/>
                  </a:ext>
                </a:extLst>
              </p:cNvPr>
              <p:cNvSpPr txBox="1">
                <a:spLocks noRot="1" noChangeAspect="1" noMove="1" noResize="1" noEditPoints="1" noAdjustHandles="1" noChangeArrowheads="1" noChangeShapeType="1" noTextEdit="1"/>
              </p:cNvSpPr>
              <p:nvPr/>
            </p:nvSpPr>
            <p:spPr>
              <a:xfrm>
                <a:off x="11231615" y="4810562"/>
                <a:ext cx="468052" cy="276999"/>
              </a:xfrm>
              <a:prstGeom prst="rect">
                <a:avLst/>
              </a:prstGeom>
              <a:blipFill>
                <a:blip r:embed="rId8"/>
                <a:stretch>
                  <a:fillRect b="-6522"/>
                </a:stretch>
              </a:blipFill>
            </p:spPr>
            <p:txBody>
              <a:bodyPr/>
              <a:lstStyle/>
              <a:p>
                <a:r>
                  <a:rPr lang="pt-BR">
                    <a:noFill/>
                  </a:rPr>
                  <a:t> </a:t>
                </a:r>
              </a:p>
            </p:txBody>
          </p:sp>
        </mc:Fallback>
      </mc:AlternateContent>
    </p:spTree>
    <p:extLst>
      <p:ext uri="{BB962C8B-B14F-4D97-AF65-F5344CB8AC3E}">
        <p14:creationId xmlns:p14="http://schemas.microsoft.com/office/powerpoint/2010/main" val="3344201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18</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731866F4-9B40-ED2B-B0CC-D9E79C8A397B}"/>
                  </a:ext>
                </a:extLst>
              </p:cNvPr>
              <p:cNvSpPr txBox="1"/>
              <p:nvPr/>
            </p:nvSpPr>
            <p:spPr>
              <a:xfrm>
                <a:off x="479376" y="2744924"/>
                <a:ext cx="10854260" cy="162518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trlPr>
                            <a:rPr lang="pt-BR" i="1" smtClean="0">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𝐸</m:t>
                                  </m:r>
                                </m:e>
                                <m:sub>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sup>
                              </m:sSup>
                            </m:e>
                          </m:nary>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𝑗</m:t>
                              </m:r>
                              <m:sSup>
                                <m:sSupPr>
                                  <m:ctrlPr>
                                    <a:rPr lang="pt-BR" b="0" i="1" smtClean="0">
                                      <a:latin typeface="Cambria Math" panose="02040503050406030204" pitchFamily="18" charset="0"/>
                                    </a:rPr>
                                  </m:ctrlPr>
                                </m:sSupPr>
                                <m:e>
                                  <m:r>
                                    <a:rPr lang="pt-BR" i="1">
                                      <a:latin typeface="Cambria Math" panose="02040503050406030204" pitchFamily="18" charset="0"/>
                                    </a:rPr>
                                    <m:t>𝑛</m:t>
                                  </m:r>
                                </m:e>
                                <m:sup>
                                  <m:r>
                                    <a:rPr lang="pt-BR" b="0" i="1" smtClean="0">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𝑝</m:t>
                                  </m:r>
                                </m:sub>
                                <m:sup>
                                  <m:r>
                                    <a:rPr lang="pt-BR" b="0" i="1" smtClean="0">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e>
                      </m:nary>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um>
                        <m:den>
                          <m:r>
                            <a:rPr lang="pt-BR" i="1">
                              <a:latin typeface="Cambria Math" panose="02040503050406030204" pitchFamily="18" charset="0"/>
                            </a:rPr>
                            <m:t>2</m:t>
                          </m:r>
                          <m:r>
                            <a:rPr lang="pt-BR" i="1">
                              <a:latin typeface="Cambria Math" panose="02040503050406030204" pitchFamily="18" charset="0"/>
                            </a:rPr>
                            <m:t>𝜋</m:t>
                          </m:r>
                        </m:den>
                      </m:f>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nary>
                            <m:naryPr>
                              <m:ctrlPr>
                                <a:rPr lang="pt-BR"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sup>
                                  </m:s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e>
                      </m:nary>
                      <m:r>
                        <a:rPr lang="pt-BR" b="0" i="1" smtClean="0">
                          <a:latin typeface="Cambria Math" panose="02040503050406030204" pitchFamily="18" charset="0"/>
                        </a:rPr>
                        <m:t>+</m:t>
                      </m:r>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i="1">
                                      <a:latin typeface="Cambria Math" panose="02040503050406030204" pitchFamily="18" charset="0"/>
                                      <a:cs typeface="Arial" panose="020B0604020202020204" pitchFamily="34" charset="0"/>
                                    </a:rPr>
                                  </m:ctrlPr>
                                </m:sSubPr>
                                <m:e>
                                  <m:r>
                                    <a:rPr lang="pt-BR" i="1">
                                      <a:latin typeface="Cambria Math" panose="02040503050406030204" pitchFamily="18" charset="0"/>
                                      <a:cs typeface="Arial" panose="020B0604020202020204" pitchFamily="34" charset="0"/>
                                    </a:rPr>
                                    <m:t>𝐼</m:t>
                                  </m:r>
                                </m:e>
                                <m:sub>
                                  <m:r>
                                    <a:rPr lang="pt-BR" i="1">
                                      <a:latin typeface="Cambria Math" panose="02040503050406030204" pitchFamily="18" charset="0"/>
                                      <a:cs typeface="Arial" panose="020B0604020202020204" pitchFamily="34" charset="0"/>
                                    </a:rPr>
                                    <m:t>𝑞</m:t>
                                  </m:r>
                                </m:sub>
                              </m:sSub>
                            </m:e>
                          </m:nary>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e>
                      </m:nary>
                    </m:oMath>
                  </m:oMathPara>
                </a14:m>
                <a:endParaRPr lang="en-US"/>
              </a:p>
            </p:txBody>
          </p:sp>
        </mc:Choice>
        <mc:Fallback xmlns="">
          <p:sp>
            <p:nvSpPr>
              <p:cNvPr id="21" name="CaixaDeTexto 20">
                <a:extLst>
                  <a:ext uri="{FF2B5EF4-FFF2-40B4-BE49-F238E27FC236}">
                    <a16:creationId xmlns:a16="http://schemas.microsoft.com/office/drawing/2014/main" id="{731866F4-9B40-ED2B-B0CC-D9E79C8A397B}"/>
                  </a:ext>
                </a:extLst>
              </p:cNvPr>
              <p:cNvSpPr txBox="1">
                <a:spLocks noRot="1" noChangeAspect="1" noMove="1" noResize="1" noEditPoints="1" noAdjustHandles="1" noChangeArrowheads="1" noChangeShapeType="1" noTextEdit="1"/>
              </p:cNvSpPr>
              <p:nvPr/>
            </p:nvSpPr>
            <p:spPr>
              <a:xfrm>
                <a:off x="479376" y="2744924"/>
                <a:ext cx="10854260" cy="1625188"/>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D3E4E2F0-9A57-E081-EDD7-31ECEA748551}"/>
                  </a:ext>
                </a:extLst>
              </p:cNvPr>
              <p:cNvSpPr txBox="1"/>
              <p:nvPr/>
            </p:nvSpPr>
            <p:spPr>
              <a:xfrm>
                <a:off x="458490" y="1340768"/>
                <a:ext cx="11038109" cy="426720"/>
              </a:xfrm>
              <a:prstGeom prst="rect">
                <a:avLst/>
              </a:prstGeom>
              <a:noFill/>
            </p:spPr>
            <p:txBody>
              <a:bodyPr wrap="square">
                <a:spAutoFit/>
              </a:bodyPr>
              <a:lstStyle>
                <a:defPPr>
                  <a:defRPr lang="pt-BR"/>
                </a:defPPr>
                <a:lvl1pPr>
                  <a:defRPr sz="1600"/>
                </a:lvl1pPr>
              </a:lstStyle>
              <a:p>
                <a:r>
                  <a:rPr lang="en-US"/>
                  <a:t>Applying the Galerkin method and using the orthogonality relationship </a:t>
                </a:r>
                <a14:m>
                  <m:oMath xmlns:m="http://schemas.openxmlformats.org/officeDocument/2006/math">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d>
                          <m:dPr>
                            <m:begChr m:val="["/>
                            <m:endChr m:val="]"/>
                            <m:ctrlPr>
                              <a:rPr lang="pt-BR" i="1">
                                <a:latin typeface="Cambria Math" panose="02040503050406030204" pitchFamily="18" charset="0"/>
                              </a:rPr>
                            </m:ctrlPr>
                          </m:dPr>
                          <m:e>
                            <m:r>
                              <a:rPr lang="pt-BR" i="1">
                                <a:latin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b="0" i="1" smtClean="0">
                                    <a:latin typeface="Cambria Math" panose="02040503050406030204" pitchFamily="18" charset="0"/>
                                  </a:rPr>
                                  <m:t> </m:t>
                                </m:r>
                              </m:sup>
                            </m:sSubSup>
                          </m:sup>
                        </m:sSup>
                        <m:r>
                          <a:rPr lang="pt-BR" i="1">
                            <a:latin typeface="Cambria Math" panose="02040503050406030204" pitchFamily="18" charset="0"/>
                          </a:rPr>
                          <m:t>𝑑</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nary>
                  </m:oMath>
                </a14:m>
                <a:r>
                  <a:rPr lang="en-US"/>
                  <a:t> to both sides of </a:t>
                </a:r>
                <a14:m>
                  <m:oMath xmlns:m="http://schemas.openxmlformats.org/officeDocument/2006/math">
                    <m:d>
                      <m:dPr>
                        <m:ctrlPr>
                          <a:rPr lang="en-US" i="1" smtClean="0">
                            <a:latin typeface="Cambria Math" panose="02040503050406030204" pitchFamily="18" charset="0"/>
                          </a:rPr>
                        </m:ctrlPr>
                      </m:dPr>
                      <m:e>
                        <m:r>
                          <a:rPr lang="pt-BR" b="0" i="1" smtClean="0">
                            <a:latin typeface="Cambria Math" panose="02040503050406030204" pitchFamily="18" charset="0"/>
                          </a:rPr>
                          <m:t>9</m:t>
                        </m:r>
                      </m:e>
                    </m:d>
                  </m:oMath>
                </a14:m>
                <a:r>
                  <a:rPr lang="pt-BR"/>
                  <a:t>:</a:t>
                </a:r>
              </a:p>
            </p:txBody>
          </p:sp>
        </mc:Choice>
        <mc:Fallback xmlns="">
          <p:sp>
            <p:nvSpPr>
              <p:cNvPr id="22" name="CaixaDeTexto 21">
                <a:extLst>
                  <a:ext uri="{FF2B5EF4-FFF2-40B4-BE49-F238E27FC236}">
                    <a16:creationId xmlns:a16="http://schemas.microsoft.com/office/drawing/2014/main" id="{D3E4E2F0-9A57-E081-EDD7-31ECEA748551}"/>
                  </a:ext>
                </a:extLst>
              </p:cNvPr>
              <p:cNvSpPr txBox="1">
                <a:spLocks noRot="1" noChangeAspect="1" noMove="1" noResize="1" noEditPoints="1" noAdjustHandles="1" noChangeArrowheads="1" noChangeShapeType="1" noTextEdit="1"/>
              </p:cNvSpPr>
              <p:nvPr/>
            </p:nvSpPr>
            <p:spPr>
              <a:xfrm>
                <a:off x="458490" y="1340768"/>
                <a:ext cx="11038109" cy="426720"/>
              </a:xfrm>
              <a:prstGeom prst="rect">
                <a:avLst/>
              </a:prstGeom>
              <a:blipFill>
                <a:blip r:embed="rId5"/>
                <a:stretch>
                  <a:fillRect l="-276" t="-100000" b="-161429"/>
                </a:stretch>
              </a:blipFill>
            </p:spPr>
            <p:txBody>
              <a:bodyPr/>
              <a:lstStyle/>
              <a:p>
                <a:r>
                  <a:rPr lang="pt-BR">
                    <a:noFill/>
                  </a:rPr>
                  <a:t> </a:t>
                </a:r>
              </a:p>
            </p:txBody>
          </p:sp>
        </mc:Fallback>
      </mc:AlternateContent>
      <p:grpSp>
        <p:nvGrpSpPr>
          <p:cNvPr id="12" name="Agrupar 11">
            <a:extLst>
              <a:ext uri="{FF2B5EF4-FFF2-40B4-BE49-F238E27FC236}">
                <a16:creationId xmlns:a16="http://schemas.microsoft.com/office/drawing/2014/main" id="{9F1E3465-E8EF-D5BF-D12A-DF6D8928958B}"/>
              </a:ext>
            </a:extLst>
          </p:cNvPr>
          <p:cNvGrpSpPr/>
          <p:nvPr/>
        </p:nvGrpSpPr>
        <p:grpSpPr>
          <a:xfrm>
            <a:off x="3863752" y="1915698"/>
            <a:ext cx="4140460" cy="829226"/>
            <a:chOff x="3863752" y="4133722"/>
            <a:chExt cx="4140460" cy="829226"/>
          </a:xfrm>
        </p:grpSpPr>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AE1132F3-0568-FB04-5E3C-650CE6BC353F}"/>
                    </a:ext>
                  </a:extLst>
                </p:cNvPr>
                <p:cNvSpPr txBox="1"/>
                <p:nvPr/>
              </p:nvSpPr>
              <p:spPr>
                <a:xfrm>
                  <a:off x="3863752" y="4243860"/>
                  <a:ext cx="4140460" cy="64594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trlPr>
                              <a:rPr lang="pt-BR" i="1" smtClean="0">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𝑗</m:t>
                                </m:r>
                                <m:r>
                                  <a:rPr lang="pt-BR" b="0" i="1" smtClean="0">
                                    <a:latin typeface="Cambria Math" panose="02040503050406030204" pitchFamily="18" charset="0"/>
                                  </a:rPr>
                                  <m:t>𝑛</m:t>
                                </m:r>
                                <m:r>
                                  <a:rPr lang="pt-BR" b="0" i="1" smtClean="0">
                                    <a:latin typeface="Cambria Math" panose="02040503050406030204" pitchFamily="18" charset="0"/>
                                  </a:rPr>
                                  <m:t>𝜑</m:t>
                                </m:r>
                              </m:sup>
                            </m:s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b="0" i="1" smtClean="0">
                                    <a:latin typeface="Cambria Math" panose="02040503050406030204" pitchFamily="18" charset="0"/>
                                  </a:rPr>
                                  <m:t>−</m:t>
                                </m:r>
                                <m:r>
                                  <a:rPr lang="pt-BR" i="1">
                                    <a:latin typeface="Cambria Math" panose="02040503050406030204" pitchFamily="18" charset="0"/>
                                  </a:rPr>
                                  <m:t>𝑗</m:t>
                                </m:r>
                                <m:r>
                                  <a:rPr lang="pt-BR" b="0" i="1" smtClean="0">
                                    <a:latin typeface="Cambria Math" panose="02040503050406030204" pitchFamily="18" charset="0"/>
                                  </a:rPr>
                                  <m:t>𝑚</m:t>
                                </m:r>
                                <m:r>
                                  <a:rPr lang="pt-BR" i="1">
                                    <a:latin typeface="Cambria Math" panose="02040503050406030204" pitchFamily="18" charset="0"/>
                                  </a:rPr>
                                  <m:t>𝜑</m:t>
                                </m:r>
                              </m:sup>
                            </m:sSup>
                            <m:r>
                              <a:rPr lang="pt-BR" i="1">
                                <a:latin typeface="Cambria Math" panose="02040503050406030204" pitchFamily="18" charset="0"/>
                                <a:ea typeface="Cambria Math" panose="02040503050406030204" pitchFamily="18" charset="0"/>
                              </a:rPr>
                              <m:t>𝑑</m:t>
                            </m:r>
                            <m:r>
                              <a:rPr lang="pt-BR" b="0" i="1" smtClean="0">
                                <a:latin typeface="Cambria Math" panose="02040503050406030204" pitchFamily="18" charset="0"/>
                              </a:rPr>
                              <m:t>𝜑</m:t>
                            </m:r>
                          </m:e>
                        </m:nary>
                        <m:r>
                          <a:rPr lang="pt-BR">
                            <a:latin typeface="Cambria Math" panose="02040503050406030204" pitchFamily="18" charset="0"/>
                          </a:rPr>
                          <m:t>=</m:t>
                        </m:r>
                        <m:d>
                          <m:dPr>
                            <m:begChr m:val="{"/>
                            <m:endChr m:val=""/>
                            <m:ctrlPr>
                              <a:rPr lang="pt-BR" i="1">
                                <a:latin typeface="Cambria Math" panose="02040503050406030204" pitchFamily="18" charset="0"/>
                              </a:rPr>
                            </m:ctrlPr>
                          </m:dPr>
                          <m:e>
                            <m:eqArr>
                              <m:eqArrPr>
                                <m:ctrlPr>
                                  <a:rPr lang="pt-BR" i="1">
                                    <a:latin typeface="Cambria Math" panose="02040503050406030204" pitchFamily="18" charset="0"/>
                                  </a:rPr>
                                </m:ctrlPr>
                              </m:eqArrPr>
                              <m:e>
                                <m:r>
                                  <a:rPr lang="pt-BR" b="0" i="1" smtClean="0">
                                    <a:latin typeface="Cambria Math" panose="02040503050406030204" pitchFamily="18" charset="0"/>
                                  </a:rPr>
                                  <m:t>2</m:t>
                                </m:r>
                                <m:r>
                                  <a:rPr lang="pt-BR" b="0" i="1" smtClean="0">
                                    <a:latin typeface="Cambria Math" panose="02040503050406030204" pitchFamily="18" charset="0"/>
                                  </a:rPr>
                                  <m:t>𝜋</m:t>
                                </m:r>
                                <m:r>
                                  <a:rPr lang="pt-BR" b="0" i="1" smtClean="0">
                                    <a:latin typeface="Cambria Math" panose="02040503050406030204" pitchFamily="18" charset="0"/>
                                  </a:rPr>
                                  <m:t>,  </m:t>
                                </m:r>
                                <m:r>
                                  <a:rPr lang="pt-BR" i="1">
                                    <a:latin typeface="Cambria Math" panose="02040503050406030204" pitchFamily="18" charset="0"/>
                                  </a:rPr>
                                  <m:t>𝑤h𝑒𝑛</m:t>
                                </m:r>
                                <m:r>
                                  <a:rPr lang="pt-BR" i="1">
                                    <a:latin typeface="Cambria Math" panose="02040503050406030204" pitchFamily="18" charset="0"/>
                                  </a:rPr>
                                  <m:t>   </m:t>
                                </m:r>
                                <m:r>
                                  <a:rPr lang="pt-BR" b="0" i="1" smtClean="0">
                                    <a:latin typeface="Cambria Math" panose="02040503050406030204" pitchFamily="18" charset="0"/>
                                  </a:rPr>
                                  <m:t>𝑛</m:t>
                                </m:r>
                                <m:r>
                                  <a:rPr lang="pt-BR" i="1">
                                    <a:latin typeface="Cambria Math" panose="02040503050406030204" pitchFamily="18" charset="0"/>
                                  </a:rPr>
                                  <m:t>=</m:t>
                                </m:r>
                                <m:r>
                                  <a:rPr lang="pt-BR" b="0" i="1" smtClean="0">
                                    <a:latin typeface="Cambria Math" panose="02040503050406030204" pitchFamily="18" charset="0"/>
                                  </a:rPr>
                                  <m:t>𝑚</m:t>
                                </m:r>
                              </m:e>
                              <m:e>
                                <m:r>
                                  <a:rPr lang="pt-BR" i="1">
                                    <a:latin typeface="Cambria Math" panose="02040503050406030204" pitchFamily="18" charset="0"/>
                                  </a:rPr>
                                  <m:t>0 </m:t>
                                </m:r>
                                <m:r>
                                  <a:rPr lang="pt-BR" b="0" i="1" smtClean="0">
                                    <a:latin typeface="Cambria Math" panose="02040503050406030204" pitchFamily="18" charset="0"/>
                                  </a:rPr>
                                  <m:t>,</m:t>
                                </m:r>
                                <m:r>
                                  <a:rPr lang="pt-BR" i="1">
                                    <a:latin typeface="Cambria Math" panose="02040503050406030204" pitchFamily="18" charset="0"/>
                                  </a:rPr>
                                  <m:t>    </m:t>
                                </m:r>
                                <m:r>
                                  <a:rPr lang="pt-BR" i="1">
                                    <a:latin typeface="Cambria Math" panose="02040503050406030204" pitchFamily="18" charset="0"/>
                                  </a:rPr>
                                  <m:t>𝑤h𝑒𝑛</m:t>
                                </m:r>
                                <m:r>
                                  <a:rPr lang="pt-BR" i="1">
                                    <a:latin typeface="Cambria Math" panose="02040503050406030204" pitchFamily="18" charset="0"/>
                                  </a:rPr>
                                  <m:t>   </m:t>
                                </m:r>
                                <m:r>
                                  <a:rPr lang="pt-BR" b="0" i="1" smtClean="0">
                                    <a:latin typeface="Cambria Math" panose="02040503050406030204" pitchFamily="18" charset="0"/>
                                  </a:rPr>
                                  <m:t>𝑛</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e>
                            </m:eqArr>
                          </m:e>
                        </m:d>
                      </m:oMath>
                    </m:oMathPara>
                  </a14:m>
                  <a:endParaRPr lang="en-US"/>
                </a:p>
              </p:txBody>
            </p:sp>
          </mc:Choice>
          <mc:Fallback xmlns="">
            <p:sp>
              <p:nvSpPr>
                <p:cNvPr id="3" name="CaixaDeTexto 2">
                  <a:extLst>
                    <a:ext uri="{FF2B5EF4-FFF2-40B4-BE49-F238E27FC236}">
                      <a16:creationId xmlns:a16="http://schemas.microsoft.com/office/drawing/2014/main" id="{AE1132F3-0568-FB04-5E3C-650CE6BC353F}"/>
                    </a:ext>
                  </a:extLst>
                </p:cNvPr>
                <p:cNvSpPr txBox="1">
                  <a:spLocks noRot="1" noChangeAspect="1" noMove="1" noResize="1" noEditPoints="1" noAdjustHandles="1" noChangeArrowheads="1" noChangeShapeType="1" noTextEdit="1"/>
                </p:cNvSpPr>
                <p:nvPr/>
              </p:nvSpPr>
              <p:spPr>
                <a:xfrm>
                  <a:off x="3863752" y="4243860"/>
                  <a:ext cx="4140460" cy="645946"/>
                </a:xfrm>
                <a:prstGeom prst="rect">
                  <a:avLst/>
                </a:prstGeom>
                <a:blipFill>
                  <a:blip r:embed="rId6"/>
                  <a:stretch>
                    <a:fillRect/>
                  </a:stretch>
                </a:blipFill>
              </p:spPr>
              <p:txBody>
                <a:bodyPr/>
                <a:lstStyle/>
                <a:p>
                  <a:r>
                    <a:rPr lang="pt-BR">
                      <a:noFill/>
                    </a:rPr>
                    <a:t> </a:t>
                  </a:r>
                </a:p>
              </p:txBody>
            </p:sp>
          </mc:Fallback>
        </mc:AlternateContent>
        <p:sp>
          <p:nvSpPr>
            <p:cNvPr id="5" name="Retângulo: Cantos Arredondados 4">
              <a:extLst>
                <a:ext uri="{FF2B5EF4-FFF2-40B4-BE49-F238E27FC236}">
                  <a16:creationId xmlns:a16="http://schemas.microsoft.com/office/drawing/2014/main" id="{FA0DE217-5034-C2BF-91C2-97286057E092}"/>
                </a:ext>
              </a:extLst>
            </p:cNvPr>
            <p:cNvSpPr/>
            <p:nvPr/>
          </p:nvSpPr>
          <p:spPr>
            <a:xfrm>
              <a:off x="3863752" y="4133722"/>
              <a:ext cx="4140460" cy="829226"/>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p:gr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44544F0C-4E90-F1A7-61A9-4E2A7174557E}"/>
                  </a:ext>
                </a:extLst>
              </p:cNvPr>
              <p:cNvSpPr txBox="1"/>
              <p:nvPr/>
            </p:nvSpPr>
            <p:spPr>
              <a:xfrm>
                <a:off x="498324" y="4727819"/>
                <a:ext cx="10854260"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2</m:t>
                      </m:r>
                      <m:r>
                        <a:rPr lang="pt-BR" b="0" i="1" smtClean="0">
                          <a:latin typeface="Cambria Math" panose="02040503050406030204" pitchFamily="18" charset="0"/>
                        </a:rPr>
                        <m:t>𝜋</m:t>
                      </m:r>
                      <m:r>
                        <a:rPr lang="pt-BR" b="0" i="1" smtClean="0">
                          <a:latin typeface="Cambria Math" panose="02040503050406030204" pitchFamily="18" charset="0"/>
                        </a:rPr>
                        <m:t> </m:t>
                      </m:r>
                      <m:sSubSup>
                        <m:sSubSupPr>
                          <m:ctrlPr>
                            <a:rPr lang="pt-BR" i="1" smtClean="0">
                              <a:latin typeface="Cambria Math" panose="02040503050406030204" pitchFamily="18" charset="0"/>
                            </a:rPr>
                          </m:ctrlPr>
                        </m:sSubSupPr>
                        <m:e>
                          <m:r>
                            <a:rPr lang="pt-BR" i="1">
                              <a:latin typeface="Cambria Math" panose="02040503050406030204" pitchFamily="18" charset="0"/>
                            </a:rPr>
                            <m:t>𝐸</m:t>
                          </m:r>
                        </m:e>
                        <m:sub>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um>
                        <m:den>
                          <m:r>
                            <a:rPr lang="pt-BR" i="1">
                              <a:latin typeface="Cambria Math" panose="02040503050406030204" pitchFamily="18" charset="0"/>
                            </a:rPr>
                            <m:t>2</m:t>
                          </m:r>
                          <m:r>
                            <a:rPr lang="pt-BR" i="1">
                              <a:latin typeface="Cambria Math" panose="02040503050406030204" pitchFamily="18" charset="0"/>
                            </a:rPr>
                            <m:t>𝜋</m:t>
                          </m:r>
                        </m:den>
                      </m:f>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nary>
                            <m:naryPr>
                              <m:ctrlPr>
                                <a:rPr lang="pt-BR"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m:t>
                                      </m:r>
                                      <m:r>
                                        <a:rPr lang="pt-BR" b="0" i="1" smtClean="0">
                                          <a:latin typeface="Cambria Math" panose="02040503050406030204" pitchFamily="18" charset="0"/>
                                        </a:rPr>
                                        <m:t>(</m:t>
                                      </m:r>
                                      <m:r>
                                        <a:rPr lang="pt-BR" i="1">
                                          <a:latin typeface="Cambria Math" panose="02040503050406030204" pitchFamily="18" charset="0"/>
                                        </a:rPr>
                                        <m:t>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r>
                                        <a:rPr lang="pt-BR" b="0" i="1" smtClean="0">
                                          <a:latin typeface="Cambria Math" panose="02040503050406030204" pitchFamily="18" charset="0"/>
                                        </a:rPr>
                                        <m:t>)</m:t>
                                      </m:r>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i="1">
                                  <a:latin typeface="Cambria Math" panose="02040503050406030204" pitchFamily="18" charset="0"/>
                                  <a:cs typeface="Arial" panose="020B0604020202020204" pitchFamily="34" charset="0"/>
                                </a:rPr>
                              </m:ctrlPr>
                            </m:sSubPr>
                            <m:e>
                              <m:r>
                                <a:rPr lang="pt-BR" i="1">
                                  <a:latin typeface="Cambria Math" panose="02040503050406030204" pitchFamily="18" charset="0"/>
                                  <a:cs typeface="Arial" panose="020B0604020202020204" pitchFamily="34" charset="0"/>
                                </a:rPr>
                                <m:t>𝐼</m:t>
                              </m:r>
                            </m:e>
                            <m:sub>
                              <m:r>
                                <a:rPr lang="pt-BR" i="1">
                                  <a:latin typeface="Cambria Math" panose="02040503050406030204" pitchFamily="18" charset="0"/>
                                  <a:cs typeface="Arial" panose="020B0604020202020204" pitchFamily="34" charset="0"/>
                                </a:rPr>
                                <m:t>𝑞</m:t>
                              </m:r>
                            </m:sub>
                          </m:sSub>
                        </m:e>
                      </m:nary>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m:t>
                              </m:r>
                              <m:r>
                                <a:rPr lang="pt-BR" i="1">
                                  <a:latin typeface="Cambria Math" panose="02040503050406030204" pitchFamily="18" charset="0"/>
                                </a:rPr>
                                <m:t>𝑗</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sup>
                          </m:s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 </m:t>
                              </m:r>
                            </m:sup>
                          </m:sSubSup>
                        </m:e>
                      </m:nary>
                    </m:oMath>
                  </m:oMathPara>
                </a14:m>
                <a:endParaRPr lang="en-US"/>
              </a:p>
            </p:txBody>
          </p:sp>
        </mc:Choice>
        <mc:Fallback xmlns="">
          <p:sp>
            <p:nvSpPr>
              <p:cNvPr id="13" name="CaixaDeTexto 12">
                <a:extLst>
                  <a:ext uri="{FF2B5EF4-FFF2-40B4-BE49-F238E27FC236}">
                    <a16:creationId xmlns:a16="http://schemas.microsoft.com/office/drawing/2014/main" id="{44544F0C-4E90-F1A7-61A9-4E2A7174557E}"/>
                  </a:ext>
                </a:extLst>
              </p:cNvPr>
              <p:cNvSpPr txBox="1">
                <a:spLocks noRot="1" noChangeAspect="1" noMove="1" noResize="1" noEditPoints="1" noAdjustHandles="1" noChangeArrowheads="1" noChangeShapeType="1" noTextEdit="1"/>
              </p:cNvSpPr>
              <p:nvPr/>
            </p:nvSpPr>
            <p:spPr>
              <a:xfrm>
                <a:off x="498324" y="4727819"/>
                <a:ext cx="10854260" cy="858761"/>
              </a:xfrm>
              <a:prstGeom prst="rect">
                <a:avLst/>
              </a:prstGeom>
              <a:blipFill>
                <a:blip r:embed="rId7"/>
                <a:stretch>
                  <a:fillRect/>
                </a:stretch>
              </a:blipFill>
            </p:spPr>
            <p:txBody>
              <a:bodyPr/>
              <a:lstStyle/>
              <a:p>
                <a:r>
                  <a:rPr lang="pt-BR">
                    <a:noFill/>
                  </a:rPr>
                  <a:t> </a:t>
                </a:r>
              </a:p>
            </p:txBody>
          </p:sp>
        </mc:Fallback>
      </mc:AlternateContent>
      <p:sp>
        <p:nvSpPr>
          <p:cNvPr id="16" name="Retângulo: Cantos Arredondados 15">
            <a:extLst>
              <a:ext uri="{FF2B5EF4-FFF2-40B4-BE49-F238E27FC236}">
                <a16:creationId xmlns:a16="http://schemas.microsoft.com/office/drawing/2014/main" id="{174C316B-4019-BE52-C404-DBF6AB73CC86}"/>
              </a:ext>
            </a:extLst>
          </p:cNvPr>
          <p:cNvSpPr/>
          <p:nvPr/>
        </p:nvSpPr>
        <p:spPr>
          <a:xfrm>
            <a:off x="3215680" y="4854400"/>
            <a:ext cx="4032448" cy="634511"/>
          </a:xfrm>
          <a:prstGeom prst="roundRect">
            <a:avLst/>
          </a:prstGeom>
          <a:noFill/>
          <a:ln w="9525" cap="flat" cmpd="sng" algn="ctr">
            <a:solidFill>
              <a:srgbClr val="0070C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A46022D1-002B-8051-89AB-4CEA7874EADE}"/>
                  </a:ext>
                </a:extLst>
              </p:cNvPr>
              <p:cNvSpPr txBox="1"/>
              <p:nvPr/>
            </p:nvSpPr>
            <p:spPr>
              <a:xfrm>
                <a:off x="4612253" y="5596923"/>
                <a:ext cx="1322674" cy="348813"/>
              </a:xfrm>
              <a:prstGeom prst="rect">
                <a:avLst/>
              </a:prstGeom>
              <a:noFill/>
            </p:spPr>
            <p:txBody>
              <a:bodyPr wrap="square">
                <a:spAutoFit/>
              </a:bodyPr>
              <a:lstStyle>
                <a:defPPr>
                  <a:defRPr lang="pt-BR"/>
                </a:defPPr>
                <a:lvl1pPr>
                  <a:defRPr sz="1600"/>
                </a:lvl1pPr>
              </a:lstStyle>
              <a:p>
                <a:r>
                  <a:rPr lang="en-US"/>
                  <a:t>Matrix </a:t>
                </a:r>
                <a14:m>
                  <m:oMath xmlns:m="http://schemas.openxmlformats.org/officeDocument/2006/math">
                    <m:sSubSup>
                      <m:sSubSupPr>
                        <m:ctrlPr>
                          <a:rPr lang="pt-BR" b="0" i="1" smtClean="0">
                            <a:latin typeface="Cambria Math" panose="02040503050406030204" pitchFamily="18" charset="0"/>
                          </a:rPr>
                        </m:ctrlPr>
                      </m:sSubSupPr>
                      <m:e>
                        <m:r>
                          <a:rPr lang="pt-BR" b="1" i="1" smtClean="0">
                            <a:latin typeface="Cambria Math" panose="02040503050406030204" pitchFamily="18" charset="0"/>
                          </a:rPr>
                          <m:t>𝑮</m:t>
                        </m:r>
                      </m:e>
                      <m:sub>
                        <m:r>
                          <a:rPr lang="pt-BR" b="0" i="1" smtClean="0">
                            <a:latin typeface="Cambria Math" panose="02040503050406030204" pitchFamily="18" charset="0"/>
                          </a:rPr>
                          <m:t> </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   </m:t>
                        </m:r>
                        <m:r>
                          <a:rPr lang="pt-BR" b="0" i="1" smtClean="0">
                            <a:latin typeface="Cambria Math" panose="02040503050406030204" pitchFamily="18" charset="0"/>
                          </a:rPr>
                          <m:t>𝑞</m:t>
                        </m:r>
                        <m:r>
                          <a:rPr lang="pt-BR" b="0" i="1" smtClean="0">
                            <a:latin typeface="Cambria Math" panose="02040503050406030204" pitchFamily="18" charset="0"/>
                          </a:rPr>
                          <m:t>)</m:t>
                        </m:r>
                      </m:sup>
                    </m:sSubSup>
                  </m:oMath>
                </a14:m>
                <a:endParaRPr lang="pt-BR"/>
              </a:p>
            </p:txBody>
          </p:sp>
        </mc:Choice>
        <mc:Fallback xmlns="">
          <p:sp>
            <p:nvSpPr>
              <p:cNvPr id="19" name="CaixaDeTexto 18">
                <a:extLst>
                  <a:ext uri="{FF2B5EF4-FFF2-40B4-BE49-F238E27FC236}">
                    <a16:creationId xmlns:a16="http://schemas.microsoft.com/office/drawing/2014/main" id="{A46022D1-002B-8051-89AB-4CEA7874EADE}"/>
                  </a:ext>
                </a:extLst>
              </p:cNvPr>
              <p:cNvSpPr txBox="1">
                <a:spLocks noRot="1" noChangeAspect="1" noMove="1" noResize="1" noEditPoints="1" noAdjustHandles="1" noChangeArrowheads="1" noChangeShapeType="1" noTextEdit="1"/>
              </p:cNvSpPr>
              <p:nvPr/>
            </p:nvSpPr>
            <p:spPr>
              <a:xfrm>
                <a:off x="4612253" y="5596923"/>
                <a:ext cx="1322674" cy="348813"/>
              </a:xfrm>
              <a:prstGeom prst="rect">
                <a:avLst/>
              </a:prstGeom>
              <a:blipFill>
                <a:blip r:embed="rId8"/>
                <a:stretch>
                  <a:fillRect l="-2765" t="-1754" b="-22807"/>
                </a:stretch>
              </a:blipFill>
            </p:spPr>
            <p:txBody>
              <a:bodyPr/>
              <a:lstStyle/>
              <a:p>
                <a:r>
                  <a:rPr lang="pt-BR">
                    <a:noFill/>
                  </a:rPr>
                  <a:t> </a:t>
                </a:r>
              </a:p>
            </p:txBody>
          </p:sp>
        </mc:Fallback>
      </mc:AlternateContent>
      <p:sp>
        <p:nvSpPr>
          <p:cNvPr id="20" name="Retângulo: Cantos Arredondados 19">
            <a:extLst>
              <a:ext uri="{FF2B5EF4-FFF2-40B4-BE49-F238E27FC236}">
                <a16:creationId xmlns:a16="http://schemas.microsoft.com/office/drawing/2014/main" id="{8DD3A614-D63A-1332-2EDD-B6915E37C43D}"/>
              </a:ext>
            </a:extLst>
          </p:cNvPr>
          <p:cNvSpPr/>
          <p:nvPr/>
        </p:nvSpPr>
        <p:spPr>
          <a:xfrm>
            <a:off x="9804412" y="4854400"/>
            <a:ext cx="1476164" cy="634511"/>
          </a:xfrm>
          <a:prstGeom prst="roundRect">
            <a:avLst/>
          </a:prstGeom>
          <a:noFill/>
          <a:ln w="9525" cap="flat" cmpd="sng" algn="ctr">
            <a:solidFill>
              <a:srgbClr val="0070C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F21B5024-3A60-44C9-8781-66132ACC9721}"/>
                  </a:ext>
                </a:extLst>
              </p:cNvPr>
              <p:cNvSpPr txBox="1"/>
              <p:nvPr/>
            </p:nvSpPr>
            <p:spPr>
              <a:xfrm>
                <a:off x="9660396" y="5595726"/>
                <a:ext cx="2121366" cy="64158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eqArr>
                            <m:eqArrPr>
                              <m:ctrlPr>
                                <a:rPr lang="pt-BR" b="0" i="1" smtClean="0">
                                  <a:latin typeface="Cambria Math" panose="02040503050406030204" pitchFamily="18" charset="0"/>
                                </a:rPr>
                              </m:ctrlPr>
                            </m:eqArrPr>
                            <m:e>
                              <m:r>
                                <a:rPr lang="pt-BR" b="0" i="1" smtClean="0">
                                  <a:latin typeface="Cambria Math" panose="02040503050406030204" pitchFamily="18" charset="0"/>
                                </a:rPr>
                                <m:t>2</m:t>
                              </m:r>
                              <m:r>
                                <a:rPr lang="pt-BR" b="0" i="1" smtClean="0">
                                  <a:latin typeface="Cambria Math" panose="02040503050406030204" pitchFamily="18" charset="0"/>
                                </a:rPr>
                                <m:t>𝜋</m:t>
                              </m:r>
                              <m:r>
                                <a:rPr lang="pt-BR" b="0" i="1" smtClean="0">
                                  <a:latin typeface="Cambria Math" panose="02040503050406030204" pitchFamily="18" charset="0"/>
                                </a:rPr>
                                <m:t>   </m:t>
                              </m:r>
                              <m:r>
                                <a:rPr lang="pt-BR" b="0" i="1" smtClean="0">
                                  <a:latin typeface="Cambria Math" panose="02040503050406030204" pitchFamily="18" charset="0"/>
                                </a:rPr>
                                <m:t>𝑤h𝑒𝑛</m:t>
                              </m:r>
                              <m:r>
                                <a:rPr lang="pt-BR" b="0" i="1" smtClean="0">
                                  <a:latin typeface="Cambria Math" panose="02040503050406030204" pitchFamily="18" charset="0"/>
                                </a:rPr>
                                <m:t>   </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=0</m:t>
                              </m:r>
                            </m:e>
                            <m:e>
                              <m:r>
                                <a:rPr lang="pt-BR" b="0" i="1" smtClean="0">
                                  <a:latin typeface="Cambria Math" panose="02040503050406030204" pitchFamily="18" charset="0"/>
                                </a:rPr>
                                <m:t>0     </m:t>
                              </m:r>
                              <m:r>
                                <a:rPr lang="pt-BR" i="1">
                                  <a:latin typeface="Cambria Math" panose="02040503050406030204" pitchFamily="18" charset="0"/>
                                </a:rPr>
                                <m:t>𝑤h𝑒𝑛</m:t>
                              </m:r>
                              <m:r>
                                <a:rPr lang="pt-BR" i="1">
                                  <a:latin typeface="Cambria Math" panose="02040503050406030204" pitchFamily="18" charset="0"/>
                                </a:rPr>
                                <m:t>   </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0</m:t>
                              </m:r>
                            </m:e>
                          </m:eqArr>
                        </m:e>
                      </m:d>
                      <m:r>
                        <a:rPr lang="pt-BR" b="0" i="1" smtClean="0">
                          <a:latin typeface="Cambria Math" panose="02040503050406030204" pitchFamily="18" charset="0"/>
                        </a:rPr>
                        <m:t> </m:t>
                      </m:r>
                    </m:oMath>
                  </m:oMathPara>
                </a14:m>
                <a:endParaRPr lang="en-US"/>
              </a:p>
            </p:txBody>
          </p:sp>
        </mc:Choice>
        <mc:Fallback xmlns="">
          <p:sp>
            <p:nvSpPr>
              <p:cNvPr id="23" name="CaixaDeTexto 22">
                <a:extLst>
                  <a:ext uri="{FF2B5EF4-FFF2-40B4-BE49-F238E27FC236}">
                    <a16:creationId xmlns:a16="http://schemas.microsoft.com/office/drawing/2014/main" id="{F21B5024-3A60-44C9-8781-66132ACC9721}"/>
                  </a:ext>
                </a:extLst>
              </p:cNvPr>
              <p:cNvSpPr txBox="1">
                <a:spLocks noRot="1" noChangeAspect="1" noMove="1" noResize="1" noEditPoints="1" noAdjustHandles="1" noChangeArrowheads="1" noChangeShapeType="1" noTextEdit="1"/>
              </p:cNvSpPr>
              <p:nvPr/>
            </p:nvSpPr>
            <p:spPr>
              <a:xfrm>
                <a:off x="9660396" y="5595726"/>
                <a:ext cx="2121366" cy="641586"/>
              </a:xfrm>
              <a:prstGeom prst="rect">
                <a:avLst/>
              </a:prstGeom>
              <a:blipFill>
                <a:blip r:embed="rId9"/>
                <a:stretch>
                  <a:fillRect/>
                </a:stretch>
              </a:blipFill>
            </p:spPr>
            <p:txBody>
              <a:bodyPr/>
              <a:lstStyle/>
              <a:p>
                <a:r>
                  <a:rPr lang="pt-BR">
                    <a:noFill/>
                  </a:rPr>
                  <a:t> </a:t>
                </a:r>
              </a:p>
            </p:txBody>
          </p:sp>
        </mc:Fallback>
      </mc:AlternateContent>
      <p:sp>
        <p:nvSpPr>
          <p:cNvPr id="24" name="CaixaDeTexto 23">
            <a:extLst>
              <a:ext uri="{FF2B5EF4-FFF2-40B4-BE49-F238E27FC236}">
                <a16:creationId xmlns:a16="http://schemas.microsoft.com/office/drawing/2014/main" id="{0AABEC51-6B96-2724-CB17-40B205B8391B}"/>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22350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19</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07C0706B-1FE1-921D-6FF0-0D005EB8399B}"/>
                  </a:ext>
                </a:extLst>
              </p:cNvPr>
              <p:cNvSpPr txBox="1"/>
              <p:nvPr/>
            </p:nvSpPr>
            <p:spPr>
              <a:xfrm>
                <a:off x="497282" y="1376772"/>
                <a:ext cx="10854260" cy="699294"/>
              </a:xfrm>
              <a:prstGeom prst="rect">
                <a:avLst/>
              </a:prstGeom>
              <a:noFill/>
            </p:spPr>
            <p:txBody>
              <a:bodyPr wrap="square">
                <a:spAutoFit/>
              </a:bodyPr>
              <a:lstStyle>
                <a:defPPr>
                  <a:defRPr lang="pt-BR"/>
                </a:defPPr>
                <a:lvl1pPr>
                  <a:defRPr sz="1600"/>
                </a:lvl1pPr>
              </a:lstStyle>
              <a:p>
                <a:r>
                  <a:rPr lang="en-US"/>
                  <a:t>Matrix </a:t>
                </a:r>
                <a14:m>
                  <m:oMath xmlns:m="http://schemas.openxmlformats.org/officeDocument/2006/math">
                    <m:sSubSup>
                      <m:sSubSupPr>
                        <m:ctrlPr>
                          <a:rPr lang="pt-BR" b="0" i="1" smtClean="0">
                            <a:latin typeface="Cambria Math" panose="02040503050406030204" pitchFamily="18" charset="0"/>
                          </a:rPr>
                        </m:ctrlPr>
                      </m:sSubSupPr>
                      <m:e>
                        <m:r>
                          <a:rPr lang="pt-BR" b="1" i="1" smtClean="0">
                            <a:latin typeface="Cambria Math" panose="02040503050406030204" pitchFamily="18" charset="0"/>
                          </a:rPr>
                          <m:t>𝑮</m:t>
                        </m:r>
                      </m:e>
                      <m:sub>
                        <m:r>
                          <a:rPr lang="pt-BR" b="0" i="1" smtClean="0">
                            <a:latin typeface="Cambria Math" panose="02040503050406030204" pitchFamily="18" charset="0"/>
                          </a:rPr>
                          <m:t> </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   </m:t>
                        </m:r>
                        <m:r>
                          <a:rPr lang="pt-BR" b="0" i="1" smtClean="0">
                            <a:latin typeface="Cambria Math" panose="02040503050406030204" pitchFamily="18" charset="0"/>
                          </a:rPr>
                          <m:t>𝑞</m:t>
                        </m:r>
                        <m:r>
                          <a:rPr lang="pt-BR" b="0" i="1" smtClean="0">
                            <a:latin typeface="Cambria Math" panose="02040503050406030204" pitchFamily="18" charset="0"/>
                          </a:rPr>
                          <m:t>)</m:t>
                        </m:r>
                      </m:sup>
                    </m:sSubSup>
                  </m:oMath>
                </a14:m>
                <a:r>
                  <a:rPr lang="en-US"/>
                  <a:t> describes the contribution of the equivalent current on </a:t>
                </a:r>
                <a14:m>
                  <m:oMath xmlns:m="http://schemas.openxmlformats.org/officeDocument/2006/math">
                    <m:r>
                      <a:rPr lang="en-US" i="1" smtClean="0">
                        <a:latin typeface="Cambria Math" panose="02040503050406030204" pitchFamily="18" charset="0"/>
                      </a:rPr>
                      <m:t>𝑞</m:t>
                    </m:r>
                  </m:oMath>
                </a14:m>
                <a:r>
                  <a:rPr lang="en-US"/>
                  <a:t>-th conductor to the field on the boundary of the </a:t>
                </a:r>
                <a14:m>
                  <m:oMath xmlns:m="http://schemas.openxmlformats.org/officeDocument/2006/math">
                    <m:r>
                      <a:rPr lang="en-US" i="1" smtClean="0">
                        <a:latin typeface="Cambria Math" panose="02040503050406030204" pitchFamily="18" charset="0"/>
                      </a:rPr>
                      <m:t>𝑝</m:t>
                    </m:r>
                  </m:oMath>
                </a14:m>
                <a:r>
                  <a:rPr lang="en-US"/>
                  <a:t>-th conductor. </a:t>
                </a:r>
                <a14:m>
                  <m:oMath xmlns:m="http://schemas.openxmlformats.org/officeDocument/2006/math">
                    <m:sSubSup>
                      <m:sSubSupPr>
                        <m:ctrlPr>
                          <a:rPr lang="pt-BR" i="1">
                            <a:latin typeface="Cambria Math" panose="02040503050406030204" pitchFamily="18" charset="0"/>
                          </a:rPr>
                        </m:ctrlPr>
                      </m:sSubSupPr>
                      <m:e>
                        <m:r>
                          <a:rPr lang="pt-BR" b="1" i="1">
                            <a:latin typeface="Cambria Math" panose="02040503050406030204" pitchFamily="18" charset="0"/>
                          </a:rPr>
                          <m:t>𝑮</m:t>
                        </m:r>
                      </m:e>
                      <m:sub>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a:latin typeface="Cambria Math" panose="02040503050406030204" pitchFamily="18" charset="0"/>
                          </a:rPr>
                          <m:t>,   </m:t>
                        </m:r>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r>
                      <a:rPr lang="pt-BR" i="1">
                        <a:latin typeface="Cambria Math" panose="02040503050406030204" pitchFamily="18" charset="0"/>
                      </a:rPr>
                      <m:t> </m:t>
                    </m:r>
                  </m:oMath>
                </a14:m>
                <a:r>
                  <a:rPr lang="en-US"/>
                  <a:t>denotes the </a:t>
                </a:r>
                <a14:m>
                  <m:oMath xmlns:m="http://schemas.openxmlformats.org/officeDocument/2006/math">
                    <m:r>
                      <a:rPr lang="en-US" i="1" smtClean="0">
                        <a:latin typeface="Cambria Math" panose="02040503050406030204" pitchFamily="18" charset="0"/>
                      </a:rPr>
                      <m:t>(</m:t>
                    </m:r>
                    <m:sSup>
                      <m:sSupPr>
                        <m:ctrlPr>
                          <a:rPr lang="pt-BR" b="0" i="1" smtClean="0">
                            <a:latin typeface="Cambria Math" panose="02040503050406030204" pitchFamily="18" charset="0"/>
                          </a:rPr>
                        </m:ctrlPr>
                      </m:sSupPr>
                      <m:e>
                        <m:r>
                          <a:rPr lang="en-US" i="1" smtClean="0">
                            <a:latin typeface="Cambria Math" panose="02040503050406030204" pitchFamily="18" charset="0"/>
                          </a:rPr>
                          <m:t>𝑛</m:t>
                        </m:r>
                      </m:e>
                      <m:sup>
                        <m:r>
                          <a:rPr lang="pt-BR" b="0" i="1" smtClean="0">
                            <a:latin typeface="Cambria Math" panose="02040503050406030204" pitchFamily="18" charset="0"/>
                          </a:rPr>
                          <m:t>′</m:t>
                        </m:r>
                      </m:sup>
                    </m:sSup>
                    <m:r>
                      <a:rPr lang="en-US" i="1" smtClean="0">
                        <a:latin typeface="Cambria Math" panose="02040503050406030204" pitchFamily="18" charset="0"/>
                      </a:rPr>
                      <m:t>, </m:t>
                    </m:r>
                    <m:r>
                      <a:rPr lang="en-US" i="1" smtClean="0">
                        <a:latin typeface="Cambria Math" panose="02040503050406030204" pitchFamily="18" charset="0"/>
                      </a:rPr>
                      <m:t>𝑛</m:t>
                    </m:r>
                    <m:r>
                      <a:rPr lang="en-US" i="1" smtClean="0">
                        <a:latin typeface="Cambria Math" panose="02040503050406030204" pitchFamily="18" charset="0"/>
                      </a:rPr>
                      <m:t>) </m:t>
                    </m:r>
                  </m:oMath>
                </a14:m>
                <a:r>
                  <a:rPr lang="en-US"/>
                  <a:t>entry of the matrix </a:t>
                </a:r>
                <a14:m>
                  <m:oMath xmlns:m="http://schemas.openxmlformats.org/officeDocument/2006/math">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oMath>
                </a14:m>
                <a:r>
                  <a:rPr lang="en-US"/>
                  <a:t>, given by the double integral:</a:t>
                </a:r>
                <a:endParaRPr lang="pt-BR"/>
              </a:p>
            </p:txBody>
          </p:sp>
        </mc:Choice>
        <mc:Fallback xmlns="">
          <p:sp>
            <p:nvSpPr>
              <p:cNvPr id="14" name="CaixaDeTexto 13">
                <a:extLst>
                  <a:ext uri="{FF2B5EF4-FFF2-40B4-BE49-F238E27FC236}">
                    <a16:creationId xmlns:a16="http://schemas.microsoft.com/office/drawing/2014/main" id="{07C0706B-1FE1-921D-6FF0-0D005EB8399B}"/>
                  </a:ext>
                </a:extLst>
              </p:cNvPr>
              <p:cNvSpPr txBox="1">
                <a:spLocks noRot="1" noChangeAspect="1" noMove="1" noResize="1" noEditPoints="1" noAdjustHandles="1" noChangeArrowheads="1" noChangeShapeType="1" noTextEdit="1"/>
              </p:cNvSpPr>
              <p:nvPr/>
            </p:nvSpPr>
            <p:spPr>
              <a:xfrm>
                <a:off x="497282" y="1376772"/>
                <a:ext cx="10854260" cy="699294"/>
              </a:xfrm>
              <a:prstGeom prst="rect">
                <a:avLst/>
              </a:prstGeom>
              <a:blipFill>
                <a:blip r:embed="rId4"/>
                <a:stretch>
                  <a:fillRect l="-337" t="-870" r="-449" b="-347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BA821975-BA86-006B-FAAE-3FC6F7103A5C}"/>
                  </a:ext>
                </a:extLst>
              </p:cNvPr>
              <p:cNvSpPr txBox="1"/>
              <p:nvPr/>
            </p:nvSpPr>
            <p:spPr>
              <a:xfrm>
                <a:off x="464943" y="3419470"/>
                <a:ext cx="10161027" cy="338554"/>
              </a:xfrm>
              <a:prstGeom prst="rect">
                <a:avLst/>
              </a:prstGeom>
              <a:noFill/>
            </p:spPr>
            <p:txBody>
              <a:bodyPr wrap="square">
                <a:spAutoFit/>
              </a:bodyPr>
              <a:lstStyle>
                <a:defPPr>
                  <a:defRPr lang="pt-BR"/>
                </a:defPPr>
                <a:lvl1pPr>
                  <a:defRPr sz="1600"/>
                </a:lvl1pPr>
              </a:lstStyle>
              <a:p>
                <a:r>
                  <a:rPr lang="en-US"/>
                  <a:t>which may be evaluated analytically [7]. Then, the field on the </a:t>
                </a:r>
                <a14:m>
                  <m:oMath xmlns:m="http://schemas.openxmlformats.org/officeDocument/2006/math">
                    <m:r>
                      <a:rPr lang="en-US" i="1" smtClean="0">
                        <a:latin typeface="Cambria Math" panose="02040503050406030204" pitchFamily="18" charset="0"/>
                      </a:rPr>
                      <m:t>𝑝</m:t>
                    </m:r>
                  </m:oMath>
                </a14:m>
                <a:r>
                  <a:rPr lang="en-US"/>
                  <a:t>-th surface conductor can be compactly written as:</a:t>
                </a:r>
                <a:endParaRPr lang="pt-BR"/>
              </a:p>
            </p:txBody>
          </p:sp>
        </mc:Choice>
        <mc:Fallback xmlns="">
          <p:sp>
            <p:nvSpPr>
              <p:cNvPr id="16" name="CaixaDeTexto 15">
                <a:extLst>
                  <a:ext uri="{FF2B5EF4-FFF2-40B4-BE49-F238E27FC236}">
                    <a16:creationId xmlns:a16="http://schemas.microsoft.com/office/drawing/2014/main" id="{BA821975-BA86-006B-FAAE-3FC6F7103A5C}"/>
                  </a:ext>
                </a:extLst>
              </p:cNvPr>
              <p:cNvSpPr txBox="1">
                <a:spLocks noRot="1" noChangeAspect="1" noMove="1" noResize="1" noEditPoints="1" noAdjustHandles="1" noChangeArrowheads="1" noChangeShapeType="1" noTextEdit="1"/>
              </p:cNvSpPr>
              <p:nvPr/>
            </p:nvSpPr>
            <p:spPr>
              <a:xfrm>
                <a:off x="464943" y="3419470"/>
                <a:ext cx="10161027" cy="338554"/>
              </a:xfrm>
              <a:prstGeom prst="rect">
                <a:avLst/>
              </a:prstGeom>
              <a:blipFill>
                <a:blip r:embed="rId5"/>
                <a:stretch>
                  <a:fillRect l="-300" t="-5455" r="-180"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356E95C4-2489-700E-FF9E-551D8C0F65F8}"/>
                  </a:ext>
                </a:extLst>
              </p:cNvPr>
              <p:cNvSpPr txBox="1"/>
              <p:nvPr/>
            </p:nvSpPr>
            <p:spPr>
              <a:xfrm>
                <a:off x="11231615" y="256490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10)</m:t>
                      </m:r>
                    </m:oMath>
                  </m:oMathPara>
                </a14:m>
                <a:endParaRPr lang="en-US" sz="1200"/>
              </a:p>
            </p:txBody>
          </p:sp>
        </mc:Choice>
        <mc:Fallback xmlns="">
          <p:sp>
            <p:nvSpPr>
              <p:cNvPr id="17" name="CaixaDeTexto 16">
                <a:extLst>
                  <a:ext uri="{FF2B5EF4-FFF2-40B4-BE49-F238E27FC236}">
                    <a16:creationId xmlns:a16="http://schemas.microsoft.com/office/drawing/2014/main" id="{356E95C4-2489-700E-FF9E-551D8C0F65F8}"/>
                  </a:ext>
                </a:extLst>
              </p:cNvPr>
              <p:cNvSpPr txBox="1">
                <a:spLocks noRot="1" noChangeAspect="1" noMove="1" noResize="1" noEditPoints="1" noAdjustHandles="1" noChangeArrowheads="1" noChangeShapeType="1" noTextEdit="1"/>
              </p:cNvSpPr>
              <p:nvPr/>
            </p:nvSpPr>
            <p:spPr>
              <a:xfrm>
                <a:off x="11231615" y="2564904"/>
                <a:ext cx="468052" cy="276999"/>
              </a:xfrm>
              <a:prstGeom prst="rect">
                <a:avLst/>
              </a:prstGeom>
              <a:blipFill>
                <a:blip r:embed="rId6"/>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7105BD8F-0BCA-8124-9BC2-99358E877A50}"/>
                  </a:ext>
                </a:extLst>
              </p:cNvPr>
              <p:cNvSpPr txBox="1"/>
              <p:nvPr/>
            </p:nvSpPr>
            <p:spPr>
              <a:xfrm>
                <a:off x="545214" y="5805264"/>
                <a:ext cx="10772074"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𝑬</m:t>
                      </m:r>
                      <m:r>
                        <a:rPr lang="pt-BR">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a:latin typeface="Cambria Math" panose="02040503050406030204" pitchFamily="18" charset="0"/>
                          <a:ea typeface="Cambria Math" panose="02040503050406030204" pitchFamily="18" charset="0"/>
                        </a:rPr>
                        <m:t>𝔾</m:t>
                      </m:r>
                      <m:r>
                        <a:rPr lang="pt-BR" b="1" i="1" smtClean="0">
                          <a:latin typeface="Cambria Math" panose="02040503050406030204" pitchFamily="18" charset="0"/>
                        </a:rPr>
                        <m:t>𝑱</m:t>
                      </m:r>
                      <m:r>
                        <a:rPr lang="pt-BR" b="1" i="1" smtClean="0">
                          <a:latin typeface="Cambria Math" panose="02040503050406030204" pitchFamily="18" charset="0"/>
                        </a:rPr>
                        <m:t>+</m:t>
                      </m:r>
                      <m:r>
                        <a:rPr lang="pt-BR" b="1" i="1" smtClean="0">
                          <a:latin typeface="Cambria Math" panose="02040503050406030204" pitchFamily="18" charset="0"/>
                        </a:rPr>
                        <m:t>𝑼</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18" name="CaixaDeTexto 17">
                <a:extLst>
                  <a:ext uri="{FF2B5EF4-FFF2-40B4-BE49-F238E27FC236}">
                    <a16:creationId xmlns:a16="http://schemas.microsoft.com/office/drawing/2014/main" id="{7105BD8F-0BCA-8124-9BC2-99358E877A50}"/>
                  </a:ext>
                </a:extLst>
              </p:cNvPr>
              <p:cNvSpPr txBox="1">
                <a:spLocks noRot="1" noChangeAspect="1" noMove="1" noResize="1" noEditPoints="1" noAdjustHandles="1" noChangeArrowheads="1" noChangeShapeType="1" noTextEdit="1"/>
              </p:cNvSpPr>
              <p:nvPr/>
            </p:nvSpPr>
            <p:spPr>
              <a:xfrm>
                <a:off x="545214" y="5805264"/>
                <a:ext cx="10772074" cy="338554"/>
              </a:xfrm>
              <a:prstGeom prst="rect">
                <a:avLst/>
              </a:prstGeom>
              <a:blipFill>
                <a:blip r:embed="rId7"/>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D81F4D81-A5A4-E3B7-8064-ADE62601D1BA}"/>
                  </a:ext>
                </a:extLst>
              </p:cNvPr>
              <p:cNvSpPr txBox="1"/>
              <p:nvPr/>
            </p:nvSpPr>
            <p:spPr>
              <a:xfrm>
                <a:off x="11208568" y="425709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11)</m:t>
                      </m:r>
                    </m:oMath>
                  </m:oMathPara>
                </a14:m>
                <a:endParaRPr lang="en-US" sz="1200"/>
              </a:p>
            </p:txBody>
          </p:sp>
        </mc:Choice>
        <mc:Fallback xmlns="">
          <p:sp>
            <p:nvSpPr>
              <p:cNvPr id="19" name="CaixaDeTexto 18">
                <a:extLst>
                  <a:ext uri="{FF2B5EF4-FFF2-40B4-BE49-F238E27FC236}">
                    <a16:creationId xmlns:a16="http://schemas.microsoft.com/office/drawing/2014/main" id="{D81F4D81-A5A4-E3B7-8064-ADE62601D1BA}"/>
                  </a:ext>
                </a:extLst>
              </p:cNvPr>
              <p:cNvSpPr txBox="1">
                <a:spLocks noRot="1" noChangeAspect="1" noMove="1" noResize="1" noEditPoints="1" noAdjustHandles="1" noChangeArrowheads="1" noChangeShapeType="1" noTextEdit="1"/>
              </p:cNvSpPr>
              <p:nvPr/>
            </p:nvSpPr>
            <p:spPr>
              <a:xfrm>
                <a:off x="11208568" y="4257092"/>
                <a:ext cx="468052" cy="276999"/>
              </a:xfrm>
              <a:prstGeom prst="rect">
                <a:avLst/>
              </a:prstGeom>
              <a:blipFill>
                <a:blip r:embed="rId8"/>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78082A30-D432-5475-91C5-AC56F7CF61B4}"/>
                  </a:ext>
                </a:extLst>
              </p:cNvPr>
              <p:cNvSpPr txBox="1"/>
              <p:nvPr/>
            </p:nvSpPr>
            <p:spPr>
              <a:xfrm>
                <a:off x="533382" y="2401213"/>
                <a:ext cx="9649072" cy="66774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1" i="1">
                              <a:latin typeface="Cambria Math" panose="02040503050406030204" pitchFamily="18" charset="0"/>
                            </a:rPr>
                            <m:t>𝑮</m:t>
                          </m:r>
                        </m:e>
                        <m:sub>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a:latin typeface="Cambria Math" panose="02040503050406030204" pitchFamily="18" charset="0"/>
                            </a:rPr>
                            <m:t>,   </m:t>
                          </m:r>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r>
                        <a:rPr lang="pt-BR">
                          <a:latin typeface="Cambria Math" panose="02040503050406030204" pitchFamily="18" charset="0"/>
                        </a:rPr>
                        <m:t>=</m:t>
                      </m:r>
                      <m:f>
                        <m:fPr>
                          <m:ctrlPr>
                            <a:rPr lang="pt-BR" i="1">
                              <a:latin typeface="Cambria Math" panose="02040503050406030204" pitchFamily="18" charset="0"/>
                            </a:rPr>
                          </m:ctrlPr>
                        </m:fPr>
                        <m:num>
                          <m:r>
                            <a:rPr lang="pt-BR" b="0" i="1" smtClean="0">
                              <a:latin typeface="Cambria Math" panose="02040503050406030204" pitchFamily="18" charset="0"/>
                            </a:rPr>
                            <m:t>1</m:t>
                          </m:r>
                        </m:num>
                        <m:den>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i="1">
                                      <a:latin typeface="Cambria Math" panose="02040503050406030204" pitchFamily="18" charset="0"/>
                                    </a:rPr>
                                    <m:t>2</m:t>
                                  </m:r>
                                  <m:r>
                                    <a:rPr lang="pt-BR" i="1">
                                      <a:latin typeface="Cambria Math" panose="02040503050406030204" pitchFamily="18" charset="0"/>
                                    </a:rPr>
                                    <m:t>𝜋</m:t>
                                  </m:r>
                                </m:e>
                              </m:d>
                            </m:e>
                            <m:sup>
                              <m:r>
                                <a:rPr lang="pt-BR" b="0" i="1" smtClean="0">
                                  <a:latin typeface="Cambria Math" panose="02040503050406030204" pitchFamily="18" charset="0"/>
                                </a:rPr>
                                <m:t>2</m:t>
                              </m:r>
                            </m:sup>
                          </m:sSup>
                        </m:den>
                      </m:f>
                      <m:nary>
                        <m:naryPr>
                          <m:ctrlPr>
                            <a:rPr lang="pt-BR"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i="1">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m:t>
                                  </m:r>
                                  <m:r>
                                    <a:rPr lang="pt-BR" b="0" i="1" smtClean="0">
                                      <a:latin typeface="Cambria Math" panose="02040503050406030204" pitchFamily="18" charset="0"/>
                                    </a:rPr>
                                    <m:t>(</m:t>
                                  </m:r>
                                  <m:r>
                                    <a:rPr lang="pt-BR" i="1">
                                      <a:latin typeface="Cambria Math" panose="02040503050406030204" pitchFamily="18" charset="0"/>
                                    </a:rPr>
                                    <m:t>𝑛</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 </m:t>
                                      </m:r>
                                    </m:sub>
                                    <m:sup>
                                      <m:r>
                                        <a:rPr lang="pt-BR" i="1">
                                          <a:latin typeface="Cambria Math" panose="02040503050406030204" pitchFamily="18" charset="0"/>
                                        </a:rPr>
                                        <m:t>′</m:t>
                                      </m:r>
                                    </m:sup>
                                  </m:sSubSup>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𝜃</m:t>
                                  </m:r>
                                  <m:r>
                                    <a:rPr lang="pt-BR" b="0" i="1" smtClean="0">
                                      <a:latin typeface="Cambria Math" panose="02040503050406030204" pitchFamily="18" charset="0"/>
                                    </a:rPr>
                                    <m:t>)</m:t>
                                  </m:r>
                                </m:sup>
                              </m:sSup>
                              <m:r>
                                <a:rPr lang="pt-BR"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𝑝</m:t>
                                  </m:r>
                                </m:sub>
                                <m:sup>
                                  <m:r>
                                    <a:rPr lang="pt-BR" b="0" i="1" smtClean="0">
                                      <a:latin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e>
                      </m:nary>
                    </m:oMath>
                  </m:oMathPara>
                </a14:m>
                <a:endParaRPr lang="en-US"/>
              </a:p>
            </p:txBody>
          </p:sp>
        </mc:Choice>
        <mc:Fallback xmlns="">
          <p:sp>
            <p:nvSpPr>
              <p:cNvPr id="20" name="CaixaDeTexto 19">
                <a:extLst>
                  <a:ext uri="{FF2B5EF4-FFF2-40B4-BE49-F238E27FC236}">
                    <a16:creationId xmlns:a16="http://schemas.microsoft.com/office/drawing/2014/main" id="{78082A30-D432-5475-91C5-AC56F7CF61B4}"/>
                  </a:ext>
                </a:extLst>
              </p:cNvPr>
              <p:cNvSpPr txBox="1">
                <a:spLocks noRot="1" noChangeAspect="1" noMove="1" noResize="1" noEditPoints="1" noAdjustHandles="1" noChangeArrowheads="1" noChangeShapeType="1" noTextEdit="1"/>
              </p:cNvSpPr>
              <p:nvPr/>
            </p:nvSpPr>
            <p:spPr>
              <a:xfrm>
                <a:off x="533382" y="2401213"/>
                <a:ext cx="9649072" cy="667747"/>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6CE3F873-CFD4-78FC-4F2E-CB254F51C454}"/>
                  </a:ext>
                </a:extLst>
              </p:cNvPr>
              <p:cNvSpPr txBox="1"/>
              <p:nvPr/>
            </p:nvSpPr>
            <p:spPr>
              <a:xfrm>
                <a:off x="464943" y="4010399"/>
                <a:ext cx="9649072"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𝐸</m:t>
                          </m:r>
                        </m:e>
                        <m:sub>
                          <m:sSup>
                            <m:sSupPr>
                              <m:ctrlPr>
                                <a:rPr lang="pt-BR" b="0" i="1" smtClean="0">
                                  <a:latin typeface="Cambria Math" panose="02040503050406030204" pitchFamily="18" charset="0"/>
                                </a:rPr>
                              </m:ctrlPr>
                            </m:sSupPr>
                            <m:e>
                              <m:r>
                                <a:rPr lang="pt-BR" i="1">
                                  <a:latin typeface="Cambria Math" panose="02040503050406030204" pitchFamily="18" charset="0"/>
                                </a:rPr>
                                <m:t>𝑛</m:t>
                              </m:r>
                            </m:e>
                            <m:sup>
                              <m:r>
                                <a:rPr lang="pt-BR" b="0" i="1" smtClean="0">
                                  <a:latin typeface="Cambria Math" panose="02040503050406030204" pitchFamily="18" charset="0"/>
                                </a:rPr>
                                <m:t>′</m:t>
                              </m:r>
                            </m:sup>
                          </m:sSup>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a:rPr lang="pt-BR" b="0" i="1" smtClean="0">
                                      <a:latin typeface="Cambria Math" panose="02040503050406030204" pitchFamily="18" charset="0"/>
                                    </a:rPr>
                                    <m:t>𝑞</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sSubSup>
                            <m:sSubSupPr>
                              <m:ctrlPr>
                                <a:rPr lang="pt-BR" b="0" i="1" smtClean="0">
                                  <a:latin typeface="Cambria Math" panose="02040503050406030204" pitchFamily="18" charset="0"/>
                                </a:rPr>
                              </m:ctrlPr>
                            </m:sSubSupPr>
                            <m:e>
                              <m:r>
                                <a:rPr lang="pt-BR" b="1" i="1" smtClean="0">
                                  <a:latin typeface="Cambria Math" panose="02040503050406030204" pitchFamily="18" charset="0"/>
                                </a:rPr>
                                <m:t>𝑮</m:t>
                              </m:r>
                            </m:e>
                            <m:sub>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   </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   </m:t>
                              </m:r>
                              <m:r>
                                <a:rPr lang="pt-BR" b="0" i="1" smtClean="0">
                                  <a:latin typeface="Cambria Math" panose="02040503050406030204" pitchFamily="18" charset="0"/>
                                </a:rPr>
                                <m:t>𝑞</m:t>
                              </m:r>
                              <m:r>
                                <a:rPr lang="pt-BR" b="0" i="1" smtClean="0">
                                  <a:latin typeface="Cambria Math" panose="02040503050406030204" pitchFamily="18" charset="0"/>
                                </a:rPr>
                                <m:t>)</m:t>
                              </m:r>
                            </m:sup>
                          </m:sSubSup>
                        </m:e>
                      </m:nary>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𝛿</m:t>
                          </m:r>
                        </m:e>
                        <m:sub>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  0</m:t>
                          </m:r>
                        </m:sub>
                      </m:sSub>
                      <m:r>
                        <a:rPr lang="pt-BR" b="0" i="1" smtClean="0">
                          <a:latin typeface="Cambria Math" panose="02040503050406030204" pitchFamily="18" charset="0"/>
                        </a:rPr>
                        <m:t> </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xmlns="">
          <p:sp>
            <p:nvSpPr>
              <p:cNvPr id="3" name="CaixaDeTexto 2">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464943" y="4010399"/>
                <a:ext cx="9649072" cy="858761"/>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0184E636-5A23-3165-25D4-51C30B3D8093}"/>
                  </a:ext>
                </a:extLst>
              </p:cNvPr>
              <p:cNvSpPr txBox="1"/>
              <p:nvPr/>
            </p:nvSpPr>
            <p:spPr>
              <a:xfrm>
                <a:off x="8868308" y="4329100"/>
                <a:ext cx="1500178"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m:t>
                      </m:r>
                      <m:r>
                        <a:rPr lang="pt-BR" i="1" smtClean="0">
                          <a:latin typeface="Cambria Math" panose="02040503050406030204" pitchFamily="18" charset="0"/>
                        </a:rPr>
                        <m:t>𝑝</m:t>
                      </m:r>
                      <m:r>
                        <a:rPr lang="pt-BR" b="0" i="1" smtClean="0">
                          <a:latin typeface="Cambria Math" panose="02040503050406030204" pitchFamily="18" charset="0"/>
                        </a:rPr>
                        <m:t>=1, …,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b="0" i="1" smtClean="0">
                          <a:latin typeface="Cambria Math" panose="02040503050406030204" pitchFamily="18" charset="0"/>
                        </a:rPr>
                        <m:t>)</m:t>
                      </m:r>
                    </m:oMath>
                  </m:oMathPara>
                </a14:m>
                <a:endParaRPr lang="en-US"/>
              </a:p>
            </p:txBody>
          </p:sp>
        </mc:Choice>
        <mc:Fallback xmlns="">
          <p:sp>
            <p:nvSpPr>
              <p:cNvPr id="5" name="CaixaDeTexto 4">
                <a:extLst>
                  <a:ext uri="{FF2B5EF4-FFF2-40B4-BE49-F238E27FC236}">
                    <a16:creationId xmlns:a16="http://schemas.microsoft.com/office/drawing/2014/main" id="{0184E636-5A23-3165-25D4-51C30B3D8093}"/>
                  </a:ext>
                </a:extLst>
              </p:cNvPr>
              <p:cNvSpPr txBox="1">
                <a:spLocks noRot="1" noChangeAspect="1" noMove="1" noResize="1" noEditPoints="1" noAdjustHandles="1" noChangeArrowheads="1" noChangeShapeType="1" noTextEdit="1"/>
              </p:cNvSpPr>
              <p:nvPr/>
            </p:nvSpPr>
            <p:spPr>
              <a:xfrm>
                <a:off x="8868308" y="4329100"/>
                <a:ext cx="1500178" cy="338554"/>
              </a:xfrm>
              <a:prstGeom prst="rect">
                <a:avLst/>
              </a:prstGeom>
              <a:blipFill>
                <a:blip r:embed="rId11"/>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F9AF2A7C-B774-306F-33EA-C9DD4537E821}"/>
                  </a:ext>
                </a:extLst>
              </p:cNvPr>
              <p:cNvSpPr txBox="1"/>
              <p:nvPr/>
            </p:nvSpPr>
            <p:spPr>
              <a:xfrm>
                <a:off x="8877563" y="4674140"/>
                <a:ext cx="2628292" cy="64158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𝛿</m:t>
                          </m:r>
                        </m:e>
                        <m:sub>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a:latin typeface="Cambria Math" panose="02040503050406030204" pitchFamily="18" charset="0"/>
                            </a:rPr>
                            <m:t>,  0</m:t>
                          </m:r>
                        </m:sub>
                      </m:sSub>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eqArr>
                            <m:eqArrPr>
                              <m:ctrlPr>
                                <a:rPr lang="pt-BR" b="0" i="1" smtClean="0">
                                  <a:latin typeface="Cambria Math" panose="02040503050406030204" pitchFamily="18" charset="0"/>
                                </a:rPr>
                              </m:ctrlPr>
                            </m:eqArrPr>
                            <m:e>
                              <m:r>
                                <a:rPr lang="pt-BR" b="0" i="1" smtClean="0">
                                  <a:latin typeface="Cambria Math" panose="02040503050406030204" pitchFamily="18" charset="0"/>
                                </a:rPr>
                                <m:t>1     </m:t>
                              </m:r>
                              <m:r>
                                <a:rPr lang="pt-BR" b="0" i="1" smtClean="0">
                                  <a:latin typeface="Cambria Math" panose="02040503050406030204" pitchFamily="18" charset="0"/>
                                </a:rPr>
                                <m:t>𝑤h𝑒𝑛</m:t>
                              </m:r>
                              <m:r>
                                <a:rPr lang="pt-BR" b="0" i="1" smtClean="0">
                                  <a:latin typeface="Cambria Math" panose="02040503050406030204" pitchFamily="18" charset="0"/>
                                </a:rPr>
                                <m:t>   </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𝑛</m:t>
                                  </m:r>
                                </m:e>
                                <m:sup>
                                  <m:r>
                                    <a:rPr lang="pt-BR" b="0" i="1" smtClean="0">
                                      <a:latin typeface="Cambria Math" panose="02040503050406030204" pitchFamily="18" charset="0"/>
                                    </a:rPr>
                                    <m:t>′</m:t>
                                  </m:r>
                                </m:sup>
                              </m:sSup>
                              <m:r>
                                <a:rPr lang="pt-BR" b="0" i="1" smtClean="0">
                                  <a:latin typeface="Cambria Math" panose="02040503050406030204" pitchFamily="18" charset="0"/>
                                </a:rPr>
                                <m:t>=0</m:t>
                              </m:r>
                            </m:e>
                            <m:e>
                              <m:r>
                                <a:rPr lang="pt-BR" b="0" i="1" smtClean="0">
                                  <a:latin typeface="Cambria Math" panose="02040503050406030204" pitchFamily="18" charset="0"/>
                                </a:rPr>
                                <m:t>0     </m:t>
                              </m:r>
                              <m:r>
                                <a:rPr lang="pt-BR" i="1">
                                  <a:latin typeface="Cambria Math" panose="02040503050406030204" pitchFamily="18" charset="0"/>
                                </a:rPr>
                                <m:t>𝑤h𝑒𝑛</m:t>
                              </m:r>
                              <m:r>
                                <a:rPr lang="pt-BR" i="1">
                                  <a:latin typeface="Cambria Math" panose="02040503050406030204" pitchFamily="18" charset="0"/>
                                </a:rPr>
                                <m:t>   </m:t>
                              </m:r>
                              <m:sSup>
                                <m:sSupPr>
                                  <m:ctrlPr>
                                    <a:rPr lang="pt-BR" i="1">
                                      <a:latin typeface="Cambria Math" panose="02040503050406030204" pitchFamily="18" charset="0"/>
                                    </a:rPr>
                                  </m:ctrlPr>
                                </m:sSupPr>
                                <m:e>
                                  <m:r>
                                    <a:rPr lang="pt-BR" i="1">
                                      <a:latin typeface="Cambria Math" panose="02040503050406030204" pitchFamily="18" charset="0"/>
                                    </a:rPr>
                                    <m:t>𝑛</m:t>
                                  </m:r>
                                </m:e>
                                <m:sup>
                                  <m:r>
                                    <a:rPr lang="pt-BR" i="1">
                                      <a:latin typeface="Cambria Math" panose="02040503050406030204" pitchFamily="18" charset="0"/>
                                    </a:rPr>
                                    <m:t>′</m:t>
                                  </m:r>
                                </m:sup>
                              </m:sSup>
                              <m:r>
                                <a:rPr lang="pt-BR"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0</m:t>
                              </m:r>
                            </m:e>
                          </m:eqArr>
                        </m:e>
                      </m:d>
                      <m:r>
                        <a:rPr lang="pt-BR" b="0" i="1" smtClean="0">
                          <a:latin typeface="Cambria Math" panose="02040503050406030204" pitchFamily="18" charset="0"/>
                        </a:rPr>
                        <m:t> </m:t>
                      </m:r>
                    </m:oMath>
                  </m:oMathPara>
                </a14:m>
                <a:endParaRPr lang="en-US"/>
              </a:p>
            </p:txBody>
          </p:sp>
        </mc:Choice>
        <mc:Fallback xmlns="">
          <p:sp>
            <p:nvSpPr>
              <p:cNvPr id="7" name="CaixaDeTexto 6">
                <a:extLst>
                  <a:ext uri="{FF2B5EF4-FFF2-40B4-BE49-F238E27FC236}">
                    <a16:creationId xmlns:a16="http://schemas.microsoft.com/office/drawing/2014/main" id="{F9AF2A7C-B774-306F-33EA-C9DD4537E821}"/>
                  </a:ext>
                </a:extLst>
              </p:cNvPr>
              <p:cNvSpPr txBox="1">
                <a:spLocks noRot="1" noChangeAspect="1" noMove="1" noResize="1" noEditPoints="1" noAdjustHandles="1" noChangeArrowheads="1" noChangeShapeType="1" noTextEdit="1"/>
              </p:cNvSpPr>
              <p:nvPr/>
            </p:nvSpPr>
            <p:spPr>
              <a:xfrm>
                <a:off x="8877563" y="4674140"/>
                <a:ext cx="2628292" cy="641586"/>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6DEF6BC8-5495-6F89-790B-7F154E5FD9F6}"/>
                  </a:ext>
                </a:extLst>
              </p:cNvPr>
              <p:cNvSpPr txBox="1"/>
              <p:nvPr/>
            </p:nvSpPr>
            <p:spPr>
              <a:xfrm>
                <a:off x="497283" y="5265204"/>
                <a:ext cx="5598718" cy="338554"/>
              </a:xfrm>
              <a:prstGeom prst="rect">
                <a:avLst/>
              </a:prstGeom>
              <a:noFill/>
            </p:spPr>
            <p:txBody>
              <a:bodyPr wrap="square">
                <a:spAutoFit/>
              </a:bodyPr>
              <a:lstStyle>
                <a:defPPr>
                  <a:defRPr lang="pt-BR"/>
                </a:defPPr>
                <a:lvl1pPr>
                  <a:defRPr sz="1600"/>
                </a:lvl1pPr>
              </a:lstStyle>
              <a:p>
                <a:r>
                  <a:rPr lang="en-US"/>
                  <a:t>Using the matrix notation,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11</m:t>
                    </m:r>
                    <m:r>
                      <a:rPr lang="en-US" i="1" smtClean="0">
                        <a:latin typeface="Cambria Math" panose="02040503050406030204" pitchFamily="18" charset="0"/>
                      </a:rPr>
                      <m:t>) </m:t>
                    </m:r>
                  </m:oMath>
                </a14:m>
                <a:r>
                  <a:rPr lang="en-US"/>
                  <a:t>can be rewrite as</a:t>
                </a:r>
                <a:endParaRPr lang="pt-BR"/>
              </a:p>
            </p:txBody>
          </p:sp>
        </mc:Choice>
        <mc:Fallback xmlns="">
          <p:sp>
            <p:nvSpPr>
              <p:cNvPr id="10" name="CaixaDeTexto 9">
                <a:extLst>
                  <a:ext uri="{FF2B5EF4-FFF2-40B4-BE49-F238E27FC236}">
                    <a16:creationId xmlns:a16="http://schemas.microsoft.com/office/drawing/2014/main" id="{6DEF6BC8-5495-6F89-790B-7F154E5FD9F6}"/>
                  </a:ext>
                </a:extLst>
              </p:cNvPr>
              <p:cNvSpPr txBox="1">
                <a:spLocks noRot="1" noChangeAspect="1" noMove="1" noResize="1" noEditPoints="1" noAdjustHandles="1" noChangeArrowheads="1" noChangeShapeType="1" noTextEdit="1"/>
              </p:cNvSpPr>
              <p:nvPr/>
            </p:nvSpPr>
            <p:spPr>
              <a:xfrm>
                <a:off x="497283" y="5265204"/>
                <a:ext cx="5598718" cy="338554"/>
              </a:xfrm>
              <a:prstGeom prst="rect">
                <a:avLst/>
              </a:prstGeom>
              <a:blipFill>
                <a:blip r:embed="rId13"/>
                <a:stretch>
                  <a:fillRect l="-654"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DBDE1482-29EB-D4CA-CC30-B15EF1203BCD}"/>
                  </a:ext>
                </a:extLst>
              </p:cNvPr>
              <p:cNvSpPr txBox="1"/>
              <p:nvPr/>
            </p:nvSpPr>
            <p:spPr>
              <a:xfrm>
                <a:off x="11232837" y="5805264"/>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12)</m:t>
                      </m:r>
                    </m:oMath>
                  </m:oMathPara>
                </a14:m>
                <a:endParaRPr lang="en-US" sz="1200"/>
              </a:p>
            </p:txBody>
          </p:sp>
        </mc:Choice>
        <mc:Fallback xmlns="">
          <p:sp>
            <p:nvSpPr>
              <p:cNvPr id="11" name="CaixaDeTexto 10">
                <a:extLst>
                  <a:ext uri="{FF2B5EF4-FFF2-40B4-BE49-F238E27FC236}">
                    <a16:creationId xmlns:a16="http://schemas.microsoft.com/office/drawing/2014/main" id="{DBDE1482-29EB-D4CA-CC30-B15EF1203BCD}"/>
                  </a:ext>
                </a:extLst>
              </p:cNvPr>
              <p:cNvSpPr txBox="1">
                <a:spLocks noRot="1" noChangeAspect="1" noMove="1" noResize="1" noEditPoints="1" noAdjustHandles="1" noChangeArrowheads="1" noChangeShapeType="1" noTextEdit="1"/>
              </p:cNvSpPr>
              <p:nvPr/>
            </p:nvSpPr>
            <p:spPr>
              <a:xfrm>
                <a:off x="11232837" y="5805264"/>
                <a:ext cx="468052" cy="276999"/>
              </a:xfrm>
              <a:prstGeom prst="rect">
                <a:avLst/>
              </a:prstGeom>
              <a:blipFill>
                <a:blip r:embed="rId14"/>
                <a:stretch>
                  <a:fillRect b="-6522"/>
                </a:stretch>
              </a:blipFill>
            </p:spPr>
            <p:txBody>
              <a:bodyPr/>
              <a:lstStyle/>
              <a:p>
                <a:r>
                  <a:rPr lang="pt-BR">
                    <a:noFill/>
                  </a:rPr>
                  <a:t> </a:t>
                </a:r>
              </a:p>
            </p:txBody>
          </p:sp>
        </mc:Fallback>
      </mc:AlternateContent>
      <p:sp>
        <p:nvSpPr>
          <p:cNvPr id="15" name="CaixaDeTexto 14">
            <a:extLst>
              <a:ext uri="{FF2B5EF4-FFF2-40B4-BE49-F238E27FC236}">
                <a16:creationId xmlns:a16="http://schemas.microsoft.com/office/drawing/2014/main" id="{ECCB8644-B664-4D9B-46F1-7F32D767AA4A}"/>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63899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20</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78B341C4-2B1A-F076-C254-B6068E0B7310}"/>
                  </a:ext>
                </a:extLst>
              </p:cNvPr>
              <p:cNvSpPr txBox="1"/>
              <p:nvPr/>
            </p:nvSpPr>
            <p:spPr>
              <a:xfrm>
                <a:off x="6105702" y="1376772"/>
                <a:ext cx="5211586" cy="609206"/>
              </a:xfrm>
              <a:prstGeom prst="rect">
                <a:avLst/>
              </a:prstGeom>
              <a:noFill/>
            </p:spPr>
            <p:txBody>
              <a:bodyPr wrap="square">
                <a:spAutoFit/>
              </a:bodyPr>
              <a:lstStyle>
                <a:defPPr>
                  <a:defRPr lang="pt-BR"/>
                </a:defPPr>
                <a:lvl1pPr>
                  <a:defRPr sz="1600"/>
                </a:lvl1pPr>
              </a:lstStyle>
              <a:p>
                <a:r>
                  <a:rPr lang="en-US"/>
                  <a:t>Global matrix </a:t>
                </a:r>
                <a14:m>
                  <m:oMath xmlns:m="http://schemas.openxmlformats.org/officeDocument/2006/math">
                    <m:r>
                      <a:rPr lang="pt-BR" sz="1800" b="0" i="1" smtClean="0">
                        <a:latin typeface="Cambria Math" panose="02040503050406030204" pitchFamily="18" charset="0"/>
                        <a:ea typeface="Cambria Math" panose="02040503050406030204" pitchFamily="18" charset="0"/>
                      </a:rPr>
                      <m:t>𝔾</m:t>
                    </m:r>
                  </m:oMath>
                </a14:m>
                <a:r>
                  <a:rPr lang="en-US"/>
                  <a:t> is obtained by the discretization of Green’s function and given by</a:t>
                </a:r>
                <a:endParaRPr lang="pt-BR"/>
              </a:p>
            </p:txBody>
          </p:sp>
        </mc:Choice>
        <mc:Fallback xmlns="">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6105702" y="1376772"/>
                <a:ext cx="5211586" cy="609206"/>
              </a:xfrm>
              <a:prstGeom prst="rect">
                <a:avLst/>
              </a:prstGeom>
              <a:blipFill>
                <a:blip r:embed="rId4"/>
                <a:stretch>
                  <a:fillRect l="-702" b="-1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CB21541A-CC20-30C3-9CD1-04E9A6F1E8A5}"/>
                  </a:ext>
                </a:extLst>
              </p:cNvPr>
              <p:cNvSpPr txBox="1"/>
              <p:nvPr/>
            </p:nvSpPr>
            <p:spPr>
              <a:xfrm>
                <a:off x="6092677" y="2146974"/>
                <a:ext cx="5211586" cy="88505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𝔾</m:t>
                      </m:r>
                      <m:r>
                        <a:rPr lang="pt-BR">
                          <a:latin typeface="Cambria Math" panose="02040503050406030204" pitchFamily="18" charset="0"/>
                        </a:rPr>
                        <m:t>=</m:t>
                      </m:r>
                      <m:d>
                        <m:dPr>
                          <m:ctrlPr>
                            <a:rPr lang="pt-BR" i="1" smtClean="0">
                              <a:latin typeface="Cambria Math" panose="02040503050406030204" pitchFamily="18" charset="0"/>
                            </a:rPr>
                          </m:ctrlPr>
                        </m:dPr>
                        <m:e>
                          <m:m>
                            <m:mPr>
                              <m:mcs>
                                <m:mc>
                                  <m:mcPr>
                                    <m:count m:val="3"/>
                                    <m:mcJc m:val="center"/>
                                  </m:mcPr>
                                </m:mc>
                              </m:mcs>
                              <m:ctrlPr>
                                <a:rPr lang="pt-BR" i="1" smtClean="0">
                                  <a:latin typeface="Cambria Math" panose="02040503050406030204" pitchFamily="18" charset="0"/>
                                </a:rPr>
                              </m:ctrlPr>
                            </m:mPr>
                            <m:mr>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r>
                                      <a:rPr lang="pt-BR" b="0" i="1" smtClean="0">
                                        <a:latin typeface="Cambria Math" panose="02040503050406030204" pitchFamily="18" charset="0"/>
                                      </a:rPr>
                                      <m:t>1,   1</m:t>
                                    </m:r>
                                    <m:r>
                                      <a:rPr lang="pt-BR" i="1">
                                        <a:latin typeface="Cambria Math" panose="02040503050406030204" pitchFamily="18" charset="0"/>
                                      </a:rPr>
                                      <m:t>)</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(1,</m:t>
                                    </m:r>
                                    <m:sSub>
                                      <m:sSubPr>
                                        <m:ctrlPr>
                                          <a:rPr lang="pt-BR" b="0" i="1" smtClean="0">
                                            <a:latin typeface="Cambria Math" panose="02040503050406030204" pitchFamily="18" charset="0"/>
                                          </a:rPr>
                                        </m:ctrlPr>
                                      </m:sSubPr>
                                      <m:e>
                                        <m:r>
                                          <a:rPr lang="pt-BR" b="0" i="1" smtClean="0">
                                            <a:latin typeface="Cambria Math" panose="02040503050406030204" pitchFamily="18" charset="0"/>
                                          </a:rPr>
                                          <m:t> </m:t>
                                        </m:r>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mr>
                            <m:mr>
                              <m:e>
                                <m:r>
                                  <a:rPr lang="pt-BR" i="1" smtClean="0">
                                    <a:latin typeface="Cambria Math" panose="02040503050406030204" pitchFamily="18" charset="0"/>
                                  </a:rPr>
                                  <m:t>⋮</m:t>
                                </m:r>
                              </m:e>
                              <m:e>
                                <m:r>
                                  <a:rPr lang="pt-BR" i="1" smtClean="0">
                                    <a:latin typeface="Cambria Math" panose="02040503050406030204" pitchFamily="18" charset="0"/>
                                  </a:rPr>
                                  <m:t>⋱</m:t>
                                </m:r>
                              </m:e>
                              <m:e>
                                <m:r>
                                  <a:rPr lang="pt-BR" i="1" smtClean="0">
                                    <a:latin typeface="Cambria Math" panose="02040503050406030204" pitchFamily="18" charset="0"/>
                                  </a:rPr>
                                  <m:t>⋮</m:t>
                                </m:r>
                              </m:e>
                            </m:mr>
                            <m:mr>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r>
                                      <a:rPr lang="pt-BR" b="0" i="1" smtClean="0">
                                        <a:latin typeface="Cambria Math" panose="02040503050406030204" pitchFamily="18" charset="0"/>
                                      </a:rPr>
                                      <m:t>   </m:t>
                                    </m:r>
                                    <m:r>
                                      <a:rPr lang="pt-BR" i="1">
                                        <a:latin typeface="Cambria Math" panose="02040503050406030204" pitchFamily="18" charset="0"/>
                                      </a:rPr>
                                      <m:t>1)</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mr>
                          </m:m>
                        </m:e>
                      </m:d>
                    </m:oMath>
                  </m:oMathPara>
                </a14:m>
                <a:endParaRPr lang="en-US" b="1" i="1"/>
              </a:p>
            </p:txBody>
          </p:sp>
        </mc:Choice>
        <mc:Fallback xmlns="">
          <p:sp>
            <p:nvSpPr>
              <p:cNvPr id="3" name="CaixaDeTexto 2">
                <a:extLst>
                  <a:ext uri="{FF2B5EF4-FFF2-40B4-BE49-F238E27FC236}">
                    <a16:creationId xmlns:a16="http://schemas.microsoft.com/office/drawing/2014/main" id="{CB21541A-CC20-30C3-9CD1-04E9A6F1E8A5}"/>
                  </a:ext>
                </a:extLst>
              </p:cNvPr>
              <p:cNvSpPr txBox="1">
                <a:spLocks noRot="1" noChangeAspect="1" noMove="1" noResize="1" noEditPoints="1" noAdjustHandles="1" noChangeArrowheads="1" noChangeShapeType="1" noTextEdit="1"/>
              </p:cNvSpPr>
              <p:nvPr/>
            </p:nvSpPr>
            <p:spPr>
              <a:xfrm>
                <a:off x="6092677" y="2146974"/>
                <a:ext cx="5211586" cy="88505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A8FF83A0-2842-A6AB-38C4-99607C5F3464}"/>
                  </a:ext>
                </a:extLst>
              </p:cNvPr>
              <p:cNvSpPr txBox="1"/>
              <p:nvPr/>
            </p:nvSpPr>
            <p:spPr>
              <a:xfrm>
                <a:off x="6092677" y="3455562"/>
                <a:ext cx="5224611" cy="105355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1" i="1">
                              <a:latin typeface="Cambria Math" panose="02040503050406030204" pitchFamily="18" charset="0"/>
                            </a:rPr>
                            <m:t>𝑮</m:t>
                          </m:r>
                        </m:e>
                        <m:sub>
                          <m:r>
                            <a:rPr lang="pt-BR" i="1">
                              <a:latin typeface="Cambria Math" panose="02040503050406030204" pitchFamily="18" charset="0"/>
                            </a:rPr>
                            <m:t> </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   </m:t>
                          </m:r>
                          <m:r>
                            <a:rPr lang="pt-BR" b="0" i="1" smtClean="0">
                              <a:latin typeface="Cambria Math" panose="02040503050406030204" pitchFamily="18" charset="0"/>
                            </a:rPr>
                            <m:t>𝑞</m:t>
                          </m:r>
                          <m:r>
                            <a:rPr lang="pt-BR" i="1">
                              <a:latin typeface="Cambria Math" panose="02040503050406030204" pitchFamily="18" charset="0"/>
                            </a:rPr>
                            <m:t>)</m:t>
                          </m:r>
                        </m:sup>
                      </m:sSubSup>
                      <m:r>
                        <a:rPr lang="pt-BR">
                          <a:latin typeface="Cambria Math" panose="02040503050406030204" pitchFamily="18" charset="0"/>
                        </a:rPr>
                        <m:t>=</m:t>
                      </m:r>
                      <m:d>
                        <m:dPr>
                          <m:ctrlPr>
                            <a:rPr lang="pt-BR" i="1" smtClean="0">
                              <a:latin typeface="Cambria Math" panose="02040503050406030204" pitchFamily="18" charset="0"/>
                            </a:rPr>
                          </m:ctrlPr>
                        </m:dPr>
                        <m:e>
                          <m:m>
                            <m:mPr>
                              <m:mcs>
                                <m:mc>
                                  <m:mcPr>
                                    <m:count m:val="3"/>
                                    <m:mcJc m:val="center"/>
                                  </m:mcPr>
                                </m:mc>
                              </m:mcs>
                              <m:ctrlPr>
                                <a:rPr lang="pt-BR" i="1" smtClean="0">
                                  <a:latin typeface="Cambria Math" panose="02040503050406030204" pitchFamily="18" charset="0"/>
                                </a:rPr>
                              </m:ctrlPr>
                            </m:mPr>
                            <m:mr>
                              <m:e>
                                <m:sSubSup>
                                  <m:sSubSupPr>
                                    <m:ctrlPr>
                                      <a:rPr lang="pt-BR" i="1" smtClean="0">
                                        <a:latin typeface="Cambria Math" panose="02040503050406030204" pitchFamily="18" charset="0"/>
                                      </a:rPr>
                                    </m:ctrlPr>
                                  </m:sSubSupPr>
                                  <m:e>
                                    <m:r>
                                      <a:rPr lang="pt-BR" b="0" i="1">
                                        <a:latin typeface="Cambria Math" panose="02040503050406030204" pitchFamily="18" charset="0"/>
                                      </a:rPr>
                                      <m:t>𝐺</m:t>
                                    </m:r>
                                  </m:e>
                                  <m: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i="1">
                                        <a:latin typeface="Cambria Math" panose="02040503050406030204" pitchFamily="18" charset="0"/>
                                      </a:rPr>
                                      <m:t>𝐺</m:t>
                                    </m:r>
                                  </m:e>
                                  <m: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mr>
                            <m:mr>
                              <m:e>
                                <m:r>
                                  <a:rPr lang="pt-BR" i="1" smtClean="0">
                                    <a:latin typeface="Cambria Math" panose="02040503050406030204" pitchFamily="18" charset="0"/>
                                  </a:rPr>
                                  <m:t>⋮</m:t>
                                </m:r>
                              </m:e>
                              <m:e>
                                <m:r>
                                  <a:rPr lang="pt-BR" i="1" smtClean="0">
                                    <a:latin typeface="Cambria Math" panose="02040503050406030204" pitchFamily="18" charset="0"/>
                                  </a:rPr>
                                  <m:t>⋱</m:t>
                                </m:r>
                              </m:e>
                              <m:e>
                                <m:r>
                                  <a:rPr lang="pt-BR" i="1" smtClean="0">
                                    <a:latin typeface="Cambria Math" panose="02040503050406030204" pitchFamily="18" charset="0"/>
                                  </a:rPr>
                                  <m:t>⋮</m:t>
                                </m:r>
                              </m:e>
                            </m:mr>
                            <m:mr>
                              <m:e>
                                <m:sSubSup>
                                  <m:sSubSupPr>
                                    <m:ctrlPr>
                                      <a:rPr lang="pt-BR" i="1">
                                        <a:latin typeface="Cambria Math" panose="02040503050406030204" pitchFamily="18" charset="0"/>
                                      </a:rPr>
                                    </m:ctrlPr>
                                  </m:sSubSupPr>
                                  <m:e>
                                    <m:r>
                                      <a:rPr lang="pt-BR" i="1">
                                        <a:latin typeface="Cambria Math" panose="02040503050406030204" pitchFamily="18" charset="0"/>
                                      </a:rPr>
                                      <m:t>𝐺</m:t>
                                    </m:r>
                                  </m:e>
                                  <m:sub>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e>
                                <m:r>
                                  <a:rPr lang="pt-BR" i="1" smtClean="0">
                                    <a:latin typeface="Cambria Math" panose="02040503050406030204" pitchFamily="18" charset="0"/>
                                  </a:rPr>
                                  <m:t>⋯</m:t>
                                </m:r>
                              </m:e>
                              <m:e>
                                <m:sSubSup>
                                  <m:sSubSupPr>
                                    <m:ctrlPr>
                                      <a:rPr lang="pt-BR" i="1">
                                        <a:latin typeface="Cambria Math" panose="02040503050406030204" pitchFamily="18" charset="0"/>
                                      </a:rPr>
                                    </m:ctrlPr>
                                  </m:sSubSupPr>
                                  <m:e>
                                    <m:r>
                                      <a:rPr lang="pt-BR" i="1">
                                        <a:latin typeface="Cambria Math" panose="02040503050406030204" pitchFamily="18" charset="0"/>
                                      </a:rPr>
                                      <m:t>𝐺</m:t>
                                    </m:r>
                                  </m:e>
                                  <m:sub>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𝑞</m:t>
                                        </m:r>
                                      </m:sub>
                                    </m:sSub>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   </m:t>
                                    </m:r>
                                    <m:r>
                                      <a:rPr lang="pt-BR" i="1">
                                        <a:latin typeface="Cambria Math" panose="02040503050406030204" pitchFamily="18" charset="0"/>
                                      </a:rPr>
                                      <m:t>𝑞</m:t>
                                    </m:r>
                                    <m:r>
                                      <a:rPr lang="pt-BR" i="1">
                                        <a:latin typeface="Cambria Math" panose="02040503050406030204" pitchFamily="18" charset="0"/>
                                      </a:rPr>
                                      <m:t>)</m:t>
                                    </m:r>
                                  </m:sup>
                                </m:sSubSup>
                              </m:e>
                            </m:mr>
                          </m:m>
                        </m:e>
                      </m:d>
                    </m:oMath>
                  </m:oMathPara>
                </a14:m>
                <a:endParaRPr lang="en-US" b="1" i="1"/>
              </a:p>
            </p:txBody>
          </p:sp>
        </mc:Choice>
        <mc:Fallback xmlns="">
          <p:sp>
            <p:nvSpPr>
              <p:cNvPr id="7" name="CaixaDeTexto 6">
                <a:extLst>
                  <a:ext uri="{FF2B5EF4-FFF2-40B4-BE49-F238E27FC236}">
                    <a16:creationId xmlns:a16="http://schemas.microsoft.com/office/drawing/2014/main" id="{A8FF83A0-2842-A6AB-38C4-99607C5F3464}"/>
                  </a:ext>
                </a:extLst>
              </p:cNvPr>
              <p:cNvSpPr txBox="1">
                <a:spLocks noRot="1" noChangeAspect="1" noMove="1" noResize="1" noEditPoints="1" noAdjustHandles="1" noChangeArrowheads="1" noChangeShapeType="1" noTextEdit="1"/>
              </p:cNvSpPr>
              <p:nvPr/>
            </p:nvSpPr>
            <p:spPr>
              <a:xfrm>
                <a:off x="6092677" y="3455562"/>
                <a:ext cx="5224611" cy="1053558"/>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B4F68EDF-C538-EE2A-3DD8-6982F6CFC80C}"/>
                  </a:ext>
                </a:extLst>
              </p:cNvPr>
              <p:cNvSpPr txBox="1"/>
              <p:nvPr/>
            </p:nvSpPr>
            <p:spPr>
              <a:xfrm>
                <a:off x="6092677" y="4847632"/>
                <a:ext cx="5224611" cy="1101648"/>
              </a:xfrm>
              <a:prstGeom prst="rect">
                <a:avLst/>
              </a:prstGeom>
              <a:noFill/>
            </p:spPr>
            <p:txBody>
              <a:bodyPr wrap="square">
                <a:spAutoFit/>
              </a:bodyPr>
              <a:lstStyle>
                <a:defPPr>
                  <a:defRPr lang="pt-BR"/>
                </a:defPPr>
                <a:lvl1pPr>
                  <a:defRPr sz="1600"/>
                </a:lvl1pPr>
              </a:lstStyle>
              <a:p>
                <a:r>
                  <a:rPr lang="en-US"/>
                  <a:t>Equation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4</m:t>
                    </m:r>
                    <m:r>
                      <a:rPr lang="en-US" i="1" smtClean="0">
                        <a:latin typeface="Cambria Math" panose="02040503050406030204" pitchFamily="18" charset="0"/>
                      </a:rPr>
                      <m:t>)</m:t>
                    </m:r>
                  </m:oMath>
                </a14:m>
                <a:r>
                  <a:rPr lang="en-US"/>
                  <a:t> is the discretized EFIE that allows to capture the proximity between the conductors. Indeed, the non-diagonal blocks in </a:t>
                </a:r>
                <a14:m>
                  <m:oMath xmlns:m="http://schemas.openxmlformats.org/officeDocument/2006/math">
                    <m:r>
                      <a:rPr lang="pt-BR" sz="1800" i="1">
                        <a:latin typeface="Cambria Math" panose="02040503050406030204" pitchFamily="18" charset="0"/>
                        <a:ea typeface="Cambria Math" panose="02040503050406030204" pitchFamily="18" charset="0"/>
                      </a:rPr>
                      <m:t>𝔾</m:t>
                    </m:r>
                    <m:r>
                      <a:rPr lang="pt-BR" sz="1800" i="1">
                        <a:latin typeface="Cambria Math" panose="02040503050406030204" pitchFamily="18" charset="0"/>
                        <a:ea typeface="Cambria Math" panose="02040503050406030204" pitchFamily="18" charset="0"/>
                      </a:rPr>
                      <m:t> </m:t>
                    </m:r>
                  </m:oMath>
                </a14:m>
                <a:r>
                  <a:rPr lang="en-US"/>
                  <a:t>capture the mutual impedance between the conductors.</a:t>
                </a:r>
                <a:endParaRPr lang="pt-BR"/>
              </a:p>
            </p:txBody>
          </p:sp>
        </mc:Choice>
        <mc:Fallback xmlns="">
          <p:sp>
            <p:nvSpPr>
              <p:cNvPr id="10" name="CaixaDeTexto 9">
                <a:extLst>
                  <a:ext uri="{FF2B5EF4-FFF2-40B4-BE49-F238E27FC236}">
                    <a16:creationId xmlns:a16="http://schemas.microsoft.com/office/drawing/2014/main" id="{B4F68EDF-C538-EE2A-3DD8-6982F6CFC80C}"/>
                  </a:ext>
                </a:extLst>
              </p:cNvPr>
              <p:cNvSpPr txBox="1">
                <a:spLocks noRot="1" noChangeAspect="1" noMove="1" noResize="1" noEditPoints="1" noAdjustHandles="1" noChangeArrowheads="1" noChangeShapeType="1" noTextEdit="1"/>
              </p:cNvSpPr>
              <p:nvPr/>
            </p:nvSpPr>
            <p:spPr>
              <a:xfrm>
                <a:off x="6092677" y="4847632"/>
                <a:ext cx="5224611" cy="1101648"/>
              </a:xfrm>
              <a:prstGeom prst="rect">
                <a:avLst/>
              </a:prstGeom>
              <a:blipFill>
                <a:blip r:embed="rId7"/>
                <a:stretch>
                  <a:fillRect l="-583" t="-1657" r="-350" b="-607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DC422E7E-28A2-EB24-90B9-E1802DEE0B6E}"/>
                  </a:ext>
                </a:extLst>
              </p:cNvPr>
              <p:cNvSpPr txBox="1"/>
              <p:nvPr/>
            </p:nvSpPr>
            <p:spPr>
              <a:xfrm>
                <a:off x="587387" y="1376772"/>
                <a:ext cx="5498911" cy="2466829"/>
              </a:xfrm>
              <a:prstGeom prst="rect">
                <a:avLst/>
              </a:prstGeom>
              <a:noFill/>
            </p:spPr>
            <p:txBody>
              <a:bodyPr wrap="square">
                <a:spAutoFit/>
              </a:bodyPr>
              <a:lstStyle>
                <a:defPPr>
                  <a:defRPr lang="pt-BR"/>
                </a:defPPr>
                <a:lvl1pPr>
                  <a:defRPr sz="1600"/>
                </a:lvl1pPr>
              </a:lstStyle>
              <a:p>
                <a:pPr>
                  <a:spcAft>
                    <a:spcPts val="1200"/>
                  </a:spcAft>
                </a:pPr>
                <a:r>
                  <a:rPr lang="en-US"/>
                  <a:t>Consider </a:t>
                </a:r>
                <a14:m>
                  <m:oMath xmlns:m="http://schemas.openxmlformats.org/officeDocument/2006/math">
                    <m:r>
                      <a:rPr lang="en-US" b="1" i="1" smtClean="0">
                        <a:latin typeface="Cambria Math" panose="02040503050406030204" pitchFamily="18" charset="0"/>
                      </a:rPr>
                      <m:t>𝑼</m:t>
                    </m:r>
                  </m:oMath>
                </a14:m>
                <a:r>
                  <a:rPr lang="en-US"/>
                  <a:t> an </a:t>
                </a:r>
                <a14:m>
                  <m:oMath xmlns:m="http://schemas.openxmlformats.org/officeDocument/2006/math">
                    <m:r>
                      <a:rPr lang="en-US" i="1" smtClean="0">
                        <a:latin typeface="Cambria Math" panose="02040503050406030204" pitchFamily="18" charset="0"/>
                      </a:rPr>
                      <m:t>𝑁</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oMath>
                </a14:m>
                <a:r>
                  <a:rPr lang="en-US"/>
                  <a:t> matrix. In the </a:t>
                </a:r>
                <a14:m>
                  <m:oMath xmlns:m="http://schemas.openxmlformats.org/officeDocument/2006/math">
                    <m:r>
                      <a:rPr lang="en-US" i="1">
                        <a:latin typeface="Cambria Math" panose="02040503050406030204" pitchFamily="18" charset="0"/>
                      </a:rPr>
                      <m:t>𝑝</m:t>
                    </m:r>
                  </m:oMath>
                </a14:m>
                <a:r>
                  <a:rPr lang="en-US"/>
                  <a:t>-th column:</a:t>
                </a:r>
              </a:p>
              <a:p>
                <a:pPr marL="285750" indent="-285750">
                  <a:spcAft>
                    <a:spcPts val="1200"/>
                  </a:spcAft>
                  <a:buFont typeface="Arial" panose="020B0604020202020204" pitchFamily="34" charset="0"/>
                  <a:buChar char="•"/>
                </a:pPr>
                <a:r>
                  <a:rPr lang="en-US"/>
                  <a:t>if the </a:t>
                </a:r>
                <a14:m>
                  <m:oMath xmlns:m="http://schemas.openxmlformats.org/officeDocument/2006/math">
                    <m:r>
                      <a:rPr lang="en-US" i="1" smtClean="0">
                        <a:latin typeface="Cambria Math" panose="02040503050406030204" pitchFamily="18" charset="0"/>
                      </a:rPr>
                      <m:t>𝑝</m:t>
                    </m:r>
                  </m:oMath>
                </a14:m>
                <a:r>
                  <a:rPr lang="en-US"/>
                  <a:t>-th conductor is solid (</a:t>
                </a:r>
                <a14:m>
                  <m:oMath xmlns:m="http://schemas.openxmlformats.org/officeDocument/2006/math">
                    <m:r>
                      <a:rPr lang="en-US" sz="1400" i="1" smtClean="0">
                        <a:latin typeface="Cambria Math" panose="02040503050406030204" pitchFamily="18" charset="0"/>
                      </a:rPr>
                      <m:t>𝑝</m:t>
                    </m:r>
                    <m:r>
                      <a:rPr lang="en-US" sz="1400" i="1" smtClean="0">
                        <a:latin typeface="Cambria Math" panose="02040503050406030204" pitchFamily="18" charset="0"/>
                      </a:rPr>
                      <m:t>=1,  2, …,  </m:t>
                    </m:r>
                    <m:sSub>
                      <m:sSubPr>
                        <m:ctrlPr>
                          <a:rPr lang="pt-BR" sz="1400" b="0" i="1" smtClean="0">
                            <a:latin typeface="Cambria Math" panose="02040503050406030204" pitchFamily="18" charset="0"/>
                          </a:rPr>
                        </m:ctrlPr>
                      </m:sSubPr>
                      <m:e>
                        <m:r>
                          <a:rPr lang="en-US" sz="1400" i="1" smtClean="0">
                            <a:latin typeface="Cambria Math" panose="02040503050406030204" pitchFamily="18" charset="0"/>
                          </a:rPr>
                          <m:t>𝑚</m:t>
                        </m:r>
                      </m:e>
                      <m:sub>
                        <m:r>
                          <a:rPr lang="en-US" sz="1400" i="1" smtClean="0">
                            <a:latin typeface="Cambria Math" panose="02040503050406030204" pitchFamily="18" charset="0"/>
                          </a:rPr>
                          <m:t>1</m:t>
                        </m:r>
                      </m:sub>
                    </m:sSub>
                  </m:oMath>
                </a14:m>
                <a:r>
                  <a:rPr lang="en-US"/>
                  <a:t>), the row corresponding to the position of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b="0" i="1" smtClean="0">
                            <a:latin typeface="Cambria Math" panose="02040503050406030204" pitchFamily="18" charset="0"/>
                          </a:rPr>
                          <m:t>0</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r>
                      <a:rPr lang="pt-BR" i="1">
                        <a:latin typeface="Cambria Math" panose="02040503050406030204" pitchFamily="18" charset="0"/>
                      </a:rPr>
                      <m:t> </m:t>
                    </m:r>
                  </m:oMath>
                </a14:m>
                <a:r>
                  <a:rPr lang="en-US"/>
                  <a:t>is “1”;</a:t>
                </a:r>
              </a:p>
              <a:p>
                <a:pPr marL="285750" indent="-285750">
                  <a:spcAft>
                    <a:spcPts val="1200"/>
                  </a:spcAft>
                  <a:buFont typeface="Arial" panose="020B0604020202020204" pitchFamily="34" charset="0"/>
                  <a:buChar char="•"/>
                </a:pPr>
                <a:r>
                  <a:rPr lang="en-US"/>
                  <a:t>If the pth conductor is hollow </a:t>
                </a:r>
                <a14:m>
                  <m:oMath xmlns:m="http://schemas.openxmlformats.org/officeDocument/2006/math">
                    <m:d>
                      <m:dPr>
                        <m:ctrlPr>
                          <a:rPr lang="en-US" sz="1400" i="1" smtClean="0">
                            <a:latin typeface="Cambria Math" panose="02040503050406030204" pitchFamily="18" charset="0"/>
                          </a:rPr>
                        </m:ctrlPr>
                      </m:dPr>
                      <m:e>
                        <m:r>
                          <a:rPr lang="en-US" sz="1400" i="1">
                            <a:latin typeface="Cambria Math" panose="02040503050406030204" pitchFamily="18" charset="0"/>
                          </a:rPr>
                          <m:t>𝑝</m:t>
                        </m:r>
                        <m:r>
                          <a:rPr lang="en-US" sz="1400" i="1">
                            <a:latin typeface="Cambria Math" panose="02040503050406030204" pitchFamily="18" charset="0"/>
                          </a:rPr>
                          <m:t>=</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r>
                          <a:rPr lang="en-US" sz="1400" i="1">
                            <a:latin typeface="Cambria Math" panose="02040503050406030204" pitchFamily="18" charset="0"/>
                          </a:rPr>
                          <m:t>+1, </m:t>
                        </m:r>
                        <m:r>
                          <a:rPr lang="en-US"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1</m:t>
                            </m:r>
                          </m:sub>
                        </m:sSub>
                        <m:r>
                          <a:rPr lang="en-US" sz="1400" i="1">
                            <a:latin typeface="Cambria Math" panose="02040503050406030204" pitchFamily="18" charset="0"/>
                          </a:rPr>
                          <m:t>+2, …, </m:t>
                        </m:r>
                        <m:r>
                          <a:rPr lang="en-US"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en-US" sz="1400" i="1">
                                <a:latin typeface="Cambria Math" panose="02040503050406030204" pitchFamily="18" charset="0"/>
                              </a:rPr>
                              <m:t>𝑚</m:t>
                            </m:r>
                          </m:e>
                          <m:sub>
                            <m:r>
                              <a:rPr lang="en-US" sz="1400" i="1">
                                <a:latin typeface="Cambria Math" panose="02040503050406030204" pitchFamily="18" charset="0"/>
                              </a:rPr>
                              <m:t>𝑐</m:t>
                            </m:r>
                          </m:sub>
                        </m:sSub>
                      </m:e>
                    </m:d>
                  </m:oMath>
                </a14:m>
                <a:r>
                  <a:rPr lang="en-US"/>
                  <a:t>, the rows corresponding to the positions of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0</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i="1">
                        <a:latin typeface="Cambria Math" panose="02040503050406030204" pitchFamily="18" charset="0"/>
                      </a:rPr>
                      <m:t> </m:t>
                    </m:r>
                  </m:oMath>
                </a14:m>
                <a:r>
                  <a:rPr lang="en-US"/>
                  <a:t>and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0</m:t>
                        </m:r>
                      </m:sub>
                      <m:sup>
                        <m:r>
                          <a:rPr lang="pt-BR" i="1">
                            <a:latin typeface="Cambria Math" panose="02040503050406030204" pitchFamily="18" charset="0"/>
                          </a:rPr>
                          <m:t>(</m:t>
                        </m:r>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r>
                          <a:rPr lang="pt-BR" i="1">
                            <a:latin typeface="Cambria Math" panose="02040503050406030204" pitchFamily="18" charset="0"/>
                          </a:rPr>
                          <m:t>)</m:t>
                        </m:r>
                      </m:sup>
                    </m:sSubSup>
                  </m:oMath>
                </a14:m>
                <a:r>
                  <a:rPr lang="en-US"/>
                  <a:t> are “1”;</a:t>
                </a:r>
              </a:p>
              <a:p>
                <a:pPr marL="285750" indent="-285750">
                  <a:spcAft>
                    <a:spcPts val="1200"/>
                  </a:spcAft>
                  <a:buFont typeface="Arial" panose="020B0604020202020204" pitchFamily="34" charset="0"/>
                  <a:buChar char="•"/>
                </a:pPr>
                <a:r>
                  <a:rPr lang="en-US"/>
                  <a:t>All other entries of </a:t>
                </a:r>
                <a14:m>
                  <m:oMath xmlns:m="http://schemas.openxmlformats.org/officeDocument/2006/math">
                    <m:r>
                      <a:rPr lang="en-US" b="1" i="1" smtClean="0">
                        <a:latin typeface="Cambria Math" panose="02040503050406030204" pitchFamily="18" charset="0"/>
                      </a:rPr>
                      <m:t>𝑼</m:t>
                    </m:r>
                  </m:oMath>
                </a14:m>
                <a:r>
                  <a:rPr lang="en-US"/>
                  <a:t> are zeros.</a:t>
                </a:r>
                <a:endParaRPr lang="pt-BR"/>
              </a:p>
            </p:txBody>
          </p:sp>
        </mc:Choice>
        <mc:Fallback xmlns="">
          <p:sp>
            <p:nvSpPr>
              <p:cNvPr id="5" name="CaixaDeTexto 4">
                <a:extLst>
                  <a:ext uri="{FF2B5EF4-FFF2-40B4-BE49-F238E27FC236}">
                    <a16:creationId xmlns:a16="http://schemas.microsoft.com/office/drawing/2014/main" id="{DC422E7E-28A2-EB24-90B9-E1802DEE0B6E}"/>
                  </a:ext>
                </a:extLst>
              </p:cNvPr>
              <p:cNvSpPr txBox="1">
                <a:spLocks noRot="1" noChangeAspect="1" noMove="1" noResize="1" noEditPoints="1" noAdjustHandles="1" noChangeArrowheads="1" noChangeShapeType="1" noTextEdit="1"/>
              </p:cNvSpPr>
              <p:nvPr/>
            </p:nvSpPr>
            <p:spPr>
              <a:xfrm>
                <a:off x="587387" y="1376772"/>
                <a:ext cx="5498911" cy="2466829"/>
              </a:xfrm>
              <a:prstGeom prst="rect">
                <a:avLst/>
              </a:prstGeom>
              <a:blipFill>
                <a:blip r:embed="rId8"/>
                <a:stretch>
                  <a:fillRect l="-554" t="-741" r="-1109" b="-22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E9F3953-B771-A257-6B14-70DE73E14F3B}"/>
                  </a:ext>
                </a:extLst>
              </p:cNvPr>
              <p:cNvSpPr txBox="1"/>
              <p:nvPr/>
            </p:nvSpPr>
            <p:spPr>
              <a:xfrm>
                <a:off x="479376" y="4320389"/>
                <a:ext cx="5606922" cy="584775"/>
              </a:xfrm>
              <a:prstGeom prst="rect">
                <a:avLst/>
              </a:prstGeom>
              <a:noFill/>
            </p:spPr>
            <p:txBody>
              <a:bodyPr wrap="square">
                <a:spAutoFit/>
              </a:bodyPr>
              <a:lstStyle>
                <a:defPPr>
                  <a:defRPr lang="pt-BR"/>
                </a:defPPr>
                <a:lvl1pPr>
                  <a:defRPr sz="1600"/>
                </a:lvl1pPr>
              </a:lstStyle>
              <a:p>
                <a:r>
                  <a:rPr lang="en-US"/>
                  <a:t>Then, one can relate the equivalent currents, </a:t>
                </a:r>
                <a14:m>
                  <m:oMath xmlns:m="http://schemas.openxmlformats.org/officeDocument/2006/math">
                    <m:r>
                      <a:rPr lang="en-US" b="1" i="1" smtClean="0">
                        <a:latin typeface="Cambria Math" panose="02040503050406030204" pitchFamily="18" charset="0"/>
                      </a:rPr>
                      <m:t>𝑱</m:t>
                    </m:r>
                  </m:oMath>
                </a14:m>
                <a:r>
                  <a:rPr lang="en-US"/>
                  <a:t>, with the conduction currents </a:t>
                </a:r>
                <a14:m>
                  <m:oMath xmlns:m="http://schemas.openxmlformats.org/officeDocument/2006/math">
                    <m:r>
                      <a:rPr lang="en-US" b="1" i="1" smtClean="0">
                        <a:latin typeface="Cambria Math" panose="02040503050406030204" pitchFamily="18" charset="0"/>
                      </a:rPr>
                      <m:t>𝑰</m:t>
                    </m:r>
                  </m:oMath>
                </a14:m>
                <a:r>
                  <a:rPr lang="en-US"/>
                  <a:t> through:</a:t>
                </a:r>
                <a:endParaRPr lang="pt-BR"/>
              </a:p>
            </p:txBody>
          </p:sp>
        </mc:Choice>
        <mc:Fallback xmlns="">
          <p:sp>
            <p:nvSpPr>
              <p:cNvPr id="11" name="CaixaDeTexto 10">
                <a:extLst>
                  <a:ext uri="{FF2B5EF4-FFF2-40B4-BE49-F238E27FC236}">
                    <a16:creationId xmlns:a16="http://schemas.microsoft.com/office/drawing/2014/main" id="{EE9F3953-B771-A257-6B14-70DE73E14F3B}"/>
                  </a:ext>
                </a:extLst>
              </p:cNvPr>
              <p:cNvSpPr txBox="1">
                <a:spLocks noRot="1" noChangeAspect="1" noMove="1" noResize="1" noEditPoints="1" noAdjustHandles="1" noChangeArrowheads="1" noChangeShapeType="1" noTextEdit="1"/>
              </p:cNvSpPr>
              <p:nvPr/>
            </p:nvSpPr>
            <p:spPr>
              <a:xfrm>
                <a:off x="479376" y="4320389"/>
                <a:ext cx="5606922" cy="584775"/>
              </a:xfrm>
              <a:prstGeom prst="rect">
                <a:avLst/>
              </a:prstGeom>
              <a:blipFill>
                <a:blip r:embed="rId9"/>
                <a:stretch>
                  <a:fillRect l="-653"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E44ED59F-5AF4-7BB1-626B-BC117C20EA99}"/>
                  </a:ext>
                </a:extLst>
              </p:cNvPr>
              <p:cNvSpPr txBox="1"/>
              <p:nvPr/>
            </p:nvSpPr>
            <p:spPr>
              <a:xfrm>
                <a:off x="2279576" y="5229200"/>
                <a:ext cx="1500178" cy="34297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𝑰</m:t>
                      </m:r>
                      <m:r>
                        <a:rPr lang="en-US" b="1" i="1" smtClean="0">
                          <a:latin typeface="Cambria Math" panose="02040503050406030204" pitchFamily="18" charset="0"/>
                        </a:rPr>
                        <m:t>=</m:t>
                      </m:r>
                      <m:sSup>
                        <m:sSupPr>
                          <m:ctrlPr>
                            <a:rPr lang="pt-BR" b="1" i="1" smtClean="0">
                              <a:latin typeface="Cambria Math" panose="02040503050406030204" pitchFamily="18" charset="0"/>
                            </a:rPr>
                          </m:ctrlPr>
                        </m:sSupPr>
                        <m:e>
                          <m:r>
                            <a:rPr lang="en-US" b="1" i="1" smtClean="0">
                              <a:latin typeface="Cambria Math" panose="02040503050406030204" pitchFamily="18" charset="0"/>
                            </a:rPr>
                            <m:t>𝑼</m:t>
                          </m:r>
                        </m:e>
                        <m:sup>
                          <m:r>
                            <a:rPr lang="pt-BR" b="0" i="1" smtClean="0">
                              <a:latin typeface="Cambria Math" panose="02040503050406030204" pitchFamily="18" charset="0"/>
                            </a:rPr>
                            <m:t>𝑇</m:t>
                          </m:r>
                        </m:sup>
                      </m:sSup>
                      <m:r>
                        <a:rPr lang="pt-BR" b="1" i="1" smtClean="0">
                          <a:latin typeface="Cambria Math" panose="02040503050406030204" pitchFamily="18" charset="0"/>
                        </a:rPr>
                        <m:t>𝑱</m:t>
                      </m:r>
                    </m:oMath>
                  </m:oMathPara>
                </a14:m>
                <a:endParaRPr lang="en-US" b="1"/>
              </a:p>
            </p:txBody>
          </p:sp>
        </mc:Choice>
        <mc:Fallback xmlns="">
          <p:sp>
            <p:nvSpPr>
              <p:cNvPr id="12" name="CaixaDeTexto 11">
                <a:extLst>
                  <a:ext uri="{FF2B5EF4-FFF2-40B4-BE49-F238E27FC236}">
                    <a16:creationId xmlns:a16="http://schemas.microsoft.com/office/drawing/2014/main" id="{E44ED59F-5AF4-7BB1-626B-BC117C20EA99}"/>
                  </a:ext>
                </a:extLst>
              </p:cNvPr>
              <p:cNvSpPr txBox="1">
                <a:spLocks noRot="1" noChangeAspect="1" noMove="1" noResize="1" noEditPoints="1" noAdjustHandles="1" noChangeArrowheads="1" noChangeShapeType="1" noTextEdit="1"/>
              </p:cNvSpPr>
              <p:nvPr/>
            </p:nvSpPr>
            <p:spPr>
              <a:xfrm>
                <a:off x="2279576" y="5229200"/>
                <a:ext cx="1500178" cy="342979"/>
              </a:xfrm>
              <a:prstGeom prst="rect">
                <a:avLst/>
              </a:prstGeom>
              <a:blipFill>
                <a:blip r:embed="rId10"/>
                <a:stretch>
                  <a:fillRect b="-5357"/>
                </a:stretch>
              </a:blipFill>
            </p:spPr>
            <p:txBody>
              <a:bodyPr/>
              <a:lstStyle/>
              <a:p>
                <a:r>
                  <a:rPr lang="pt-BR">
                    <a:noFill/>
                  </a:rPr>
                  <a:t> </a:t>
                </a:r>
              </a:p>
            </p:txBody>
          </p:sp>
        </mc:Fallback>
      </mc:AlternateContent>
      <p:sp>
        <p:nvSpPr>
          <p:cNvPr id="14" name="CaixaDeTexto 13">
            <a:extLst>
              <a:ext uri="{FF2B5EF4-FFF2-40B4-BE49-F238E27FC236}">
                <a16:creationId xmlns:a16="http://schemas.microsoft.com/office/drawing/2014/main" id="{15E9442C-91FF-5FDD-0C98-735AD5A16404}"/>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BCECED92-9F3C-5366-4993-D0EBC2796819}"/>
                  </a:ext>
                </a:extLst>
              </p:cNvPr>
              <p:cNvSpPr txBox="1"/>
              <p:nvPr/>
            </p:nvSpPr>
            <p:spPr>
              <a:xfrm>
                <a:off x="10164452" y="4188114"/>
                <a:ext cx="900100" cy="55643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2</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+1×</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𝑁</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+1</m:t>
                      </m:r>
                    </m:oMath>
                  </m:oMathPara>
                </a14:m>
                <a:endParaRPr lang="en-US" sz="1400" i="1"/>
              </a:p>
            </p:txBody>
          </p:sp>
        </mc:Choice>
        <mc:Fallback xmlns="">
          <p:sp>
            <p:nvSpPr>
              <p:cNvPr id="13" name="CaixaDeTexto 12">
                <a:extLst>
                  <a:ext uri="{FF2B5EF4-FFF2-40B4-BE49-F238E27FC236}">
                    <a16:creationId xmlns:a16="http://schemas.microsoft.com/office/drawing/2014/main" id="{BCECED92-9F3C-5366-4993-D0EBC2796819}"/>
                  </a:ext>
                </a:extLst>
              </p:cNvPr>
              <p:cNvSpPr txBox="1">
                <a:spLocks noRot="1" noChangeAspect="1" noMove="1" noResize="1" noEditPoints="1" noAdjustHandles="1" noChangeArrowheads="1" noChangeShapeType="1" noTextEdit="1"/>
              </p:cNvSpPr>
              <p:nvPr/>
            </p:nvSpPr>
            <p:spPr>
              <a:xfrm>
                <a:off x="10164452" y="4188114"/>
                <a:ext cx="900100" cy="556434"/>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56714BC3-94B4-AE53-DBBD-2094D6FC0102}"/>
                  </a:ext>
                </a:extLst>
              </p:cNvPr>
              <p:cNvSpPr txBox="1"/>
              <p:nvPr/>
            </p:nvSpPr>
            <p:spPr>
              <a:xfrm>
                <a:off x="9984432" y="2724247"/>
                <a:ext cx="720080" cy="30777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𝑁</m:t>
                      </m:r>
                      <m:r>
                        <a:rPr lang="pt-BR" sz="1400" b="0" i="1" smtClean="0">
                          <a:latin typeface="Cambria Math" panose="02040503050406030204" pitchFamily="18" charset="0"/>
                        </a:rPr>
                        <m:t>×</m:t>
                      </m:r>
                      <m:r>
                        <a:rPr lang="pt-BR" sz="1400" b="0" i="1" smtClean="0">
                          <a:latin typeface="Cambria Math" panose="02040503050406030204" pitchFamily="18" charset="0"/>
                        </a:rPr>
                        <m:t>𝑁</m:t>
                      </m:r>
                    </m:oMath>
                  </m:oMathPara>
                </a14:m>
                <a:endParaRPr lang="en-US" sz="1400" i="1"/>
              </a:p>
            </p:txBody>
          </p:sp>
        </mc:Choice>
        <mc:Fallback xmlns="">
          <p:sp>
            <p:nvSpPr>
              <p:cNvPr id="15" name="CaixaDeTexto 14">
                <a:extLst>
                  <a:ext uri="{FF2B5EF4-FFF2-40B4-BE49-F238E27FC236}">
                    <a16:creationId xmlns:a16="http://schemas.microsoft.com/office/drawing/2014/main" id="{56714BC3-94B4-AE53-DBBD-2094D6FC0102}"/>
                  </a:ext>
                </a:extLst>
              </p:cNvPr>
              <p:cNvSpPr txBox="1">
                <a:spLocks noRot="1" noChangeAspect="1" noMove="1" noResize="1" noEditPoints="1" noAdjustHandles="1" noChangeArrowheads="1" noChangeShapeType="1" noTextEdit="1"/>
              </p:cNvSpPr>
              <p:nvPr/>
            </p:nvSpPr>
            <p:spPr>
              <a:xfrm>
                <a:off x="9984432" y="2724247"/>
                <a:ext cx="720080" cy="307777"/>
              </a:xfrm>
              <a:prstGeom prst="rect">
                <a:avLst/>
              </a:prstGeom>
              <a:blipFill>
                <a:blip r:embed="rId12"/>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716276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21</a:t>
            </a:fld>
            <a:endParaRPr lang="pt-B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
        <p:nvSpPr>
          <p:cNvPr id="14" name="CaixaDeTexto 13">
            <a:extLst>
              <a:ext uri="{FF2B5EF4-FFF2-40B4-BE49-F238E27FC236}">
                <a16:creationId xmlns:a16="http://schemas.microsoft.com/office/drawing/2014/main" id="{15E9442C-91FF-5FDD-0C98-735AD5A16404}"/>
              </a:ext>
            </a:extLst>
          </p:cNvPr>
          <p:cNvSpPr txBox="1"/>
          <p:nvPr/>
        </p:nvSpPr>
        <p:spPr>
          <a:xfrm>
            <a:off x="479425" y="544453"/>
            <a:ext cx="5616576"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Discrete Green’s Function</a:t>
            </a:r>
            <a:endParaRPr lang="pt-BR" sz="2000">
              <a:ln w="0"/>
              <a:effectLst>
                <a:outerShdw blurRad="38100" dist="19050" dir="2700000" algn="tl" rotWithShape="0">
                  <a:schemeClr val="dk1">
                    <a:alpha val="40000"/>
                  </a:schemeClr>
                </a:outerShdw>
              </a:effectLst>
            </a:endParaRPr>
          </a:p>
        </p:txBody>
      </p:sp>
      <mc:AlternateContent xmlns:mc="http://schemas.openxmlformats.org/markup-compatibility/2006" xmlns:a14="http://schemas.microsoft.com/office/drawing/2010/main">
        <mc:Choice Requires="a14">
          <p:sp>
            <p:nvSpPr>
              <p:cNvPr id="16" name="Fluxograma: Processo 15">
                <a:extLst>
                  <a:ext uri="{FF2B5EF4-FFF2-40B4-BE49-F238E27FC236}">
                    <a16:creationId xmlns:a16="http://schemas.microsoft.com/office/drawing/2014/main" id="{AFD9189A-2BE5-D38F-EAC9-897DBB27CB4F}"/>
                  </a:ext>
                </a:extLst>
              </p:cNvPr>
              <p:cNvSpPr/>
              <p:nvPr/>
            </p:nvSpPr>
            <p:spPr>
              <a:xfrm>
                <a:off x="3930873" y="3245501"/>
                <a:ext cx="2036187"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16" name="Fluxograma: Processo 15">
                <a:extLst>
                  <a:ext uri="{FF2B5EF4-FFF2-40B4-BE49-F238E27FC236}">
                    <a16:creationId xmlns:a16="http://schemas.microsoft.com/office/drawing/2014/main" id="{AFD9189A-2BE5-D38F-EAC9-897DBB27CB4F}"/>
                  </a:ext>
                </a:extLst>
              </p:cNvPr>
              <p:cNvSpPr>
                <a:spLocks noRot="1" noChangeAspect="1" noMove="1" noResize="1" noEditPoints="1" noAdjustHandles="1" noChangeArrowheads="1" noChangeShapeType="1" noTextEdit="1"/>
              </p:cNvSpPr>
              <p:nvPr/>
            </p:nvSpPr>
            <p:spPr>
              <a:xfrm>
                <a:off x="3930873" y="3245501"/>
                <a:ext cx="2036187" cy="612648"/>
              </a:xfrm>
              <a:prstGeom prst="flowChartProcess">
                <a:avLst/>
              </a:prstGeom>
              <a:blipFill>
                <a:blip r:embed="rId4"/>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Fluxograma: Processo 16">
                <a:extLst>
                  <a:ext uri="{FF2B5EF4-FFF2-40B4-BE49-F238E27FC236}">
                    <a16:creationId xmlns:a16="http://schemas.microsoft.com/office/drawing/2014/main" id="{0104B427-1942-E8BF-7069-96674B7E32EB}"/>
                  </a:ext>
                </a:extLst>
              </p:cNvPr>
              <p:cNvSpPr/>
              <p:nvPr/>
            </p:nvSpPr>
            <p:spPr>
              <a:xfrm>
                <a:off x="6251277" y="2130012"/>
                <a:ext cx="2292995" cy="60753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Apply the Equivalence Principle and introduce an equivalent surface current density, </a:t>
                </a:r>
                <a14:m>
                  <m:oMath xmlns:m="http://schemas.openxmlformats.org/officeDocument/2006/math">
                    <m:sSub>
                      <m:sSubPr>
                        <m:ctrlPr>
                          <a:rPr lang="pt-BR" sz="1200" i="1" smtClean="0">
                            <a:solidFill>
                              <a:schemeClr val="tx1"/>
                            </a:solidFill>
                            <a:latin typeface="Cambria Math" panose="02040503050406030204" pitchFamily="18" charset="0"/>
                          </a:rPr>
                        </m:ctrlPr>
                      </m:sSubPr>
                      <m:e>
                        <m:r>
                          <a:rPr lang="pt-BR" sz="1200" i="1" smtClean="0">
                            <a:solidFill>
                              <a:schemeClr val="tx1"/>
                            </a:solidFill>
                            <a:latin typeface="Cambria Math" panose="02040503050406030204" pitchFamily="18" charset="0"/>
                          </a:rPr>
                          <m:t>𝑱</m:t>
                        </m:r>
                      </m:e>
                      <m:sub>
                        <m:r>
                          <a:rPr lang="pt-BR" sz="1200" i="1" smtClean="0">
                            <a:solidFill>
                              <a:schemeClr val="tx1"/>
                            </a:solidFill>
                            <a:latin typeface="Cambria Math" panose="02040503050406030204" pitchFamily="18" charset="0"/>
                          </a:rPr>
                          <m:t>𝑆</m:t>
                        </m:r>
                      </m:sub>
                    </m:sSub>
                  </m:oMath>
                </a14:m>
                <a:endParaRPr lang="pt-BR" sz="1200">
                  <a:solidFill>
                    <a:schemeClr val="tx1"/>
                  </a:solidFill>
                </a:endParaRPr>
              </a:p>
            </p:txBody>
          </p:sp>
        </mc:Choice>
        <mc:Fallback xmlns="">
          <p:sp>
            <p:nvSpPr>
              <p:cNvPr id="17" name="Fluxograma: Processo 16">
                <a:extLst>
                  <a:ext uri="{FF2B5EF4-FFF2-40B4-BE49-F238E27FC236}">
                    <a16:creationId xmlns:a16="http://schemas.microsoft.com/office/drawing/2014/main" id="{0104B427-1942-E8BF-7069-96674B7E32EB}"/>
                  </a:ext>
                </a:extLst>
              </p:cNvPr>
              <p:cNvSpPr>
                <a:spLocks noRot="1" noChangeAspect="1" noMove="1" noResize="1" noEditPoints="1" noAdjustHandles="1" noChangeArrowheads="1" noChangeShapeType="1" noTextEdit="1"/>
              </p:cNvSpPr>
              <p:nvPr/>
            </p:nvSpPr>
            <p:spPr>
              <a:xfrm>
                <a:off x="6251277" y="2130012"/>
                <a:ext cx="2292995" cy="607539"/>
              </a:xfrm>
              <a:prstGeom prst="flowChartProcess">
                <a:avLst/>
              </a:prstGeom>
              <a:blipFill>
                <a:blip r:embed="rId5"/>
                <a:stretch>
                  <a:fillRect t="-1961" b="-9804"/>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18" name="Fluxograma: Terminação 17">
            <a:extLst>
              <a:ext uri="{FF2B5EF4-FFF2-40B4-BE49-F238E27FC236}">
                <a16:creationId xmlns:a16="http://schemas.microsoft.com/office/drawing/2014/main" id="{0F83DEF8-2C35-2A05-08F0-167D281AF300}"/>
              </a:ext>
            </a:extLst>
          </p:cNvPr>
          <p:cNvSpPr/>
          <p:nvPr/>
        </p:nvSpPr>
        <p:spPr>
          <a:xfrm>
            <a:off x="5148750" y="1110526"/>
            <a:ext cx="1908212" cy="556197"/>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a:solidFill>
                  <a:schemeClr val="tx1"/>
                </a:solidFill>
              </a:rPr>
              <a:t>Multiconductor</a:t>
            </a:r>
          </a:p>
          <a:p>
            <a:pPr algn="ctr"/>
            <a:r>
              <a:rPr lang="pt-BR" sz="1200">
                <a:solidFill>
                  <a:schemeClr val="tx1"/>
                </a:solidFill>
              </a:rPr>
              <a:t>Transmission Line</a:t>
            </a:r>
          </a:p>
        </p:txBody>
      </p:sp>
      <mc:AlternateContent xmlns:mc="http://schemas.openxmlformats.org/markup-compatibility/2006" xmlns:a14="http://schemas.microsoft.com/office/drawing/2010/main">
        <mc:Choice Requires="a14">
          <p:sp>
            <p:nvSpPr>
              <p:cNvPr id="19" name="Fluxograma: Processo Predefinido 18">
                <a:extLst>
                  <a:ext uri="{FF2B5EF4-FFF2-40B4-BE49-F238E27FC236}">
                    <a16:creationId xmlns:a16="http://schemas.microsoft.com/office/drawing/2014/main" id="{D0A972E1-BB6D-9DFA-F3C4-DCF13D01C7DA}"/>
                  </a:ext>
                </a:extLst>
              </p:cNvPr>
              <p:cNvSpPr/>
              <p:nvPr/>
            </p:nvSpPr>
            <p:spPr>
              <a:xfrm>
                <a:off x="3930873" y="2109782"/>
                <a:ext cx="2036187" cy="627769"/>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subject to a Dirichlet boundary condition</a:t>
                </a:r>
                <a:endParaRPr lang="pt-BR" sz="1200">
                  <a:solidFill>
                    <a:schemeClr val="tx1"/>
                  </a:solidFill>
                </a:endParaRPr>
              </a:p>
            </p:txBody>
          </p:sp>
        </mc:Choice>
        <mc:Fallback xmlns="">
          <p:sp>
            <p:nvSpPr>
              <p:cNvPr id="19" name="Fluxograma: Processo Predefinido 18">
                <a:extLst>
                  <a:ext uri="{FF2B5EF4-FFF2-40B4-BE49-F238E27FC236}">
                    <a16:creationId xmlns:a16="http://schemas.microsoft.com/office/drawing/2014/main" id="{D0A972E1-BB6D-9DFA-F3C4-DCF13D01C7DA}"/>
                  </a:ext>
                </a:extLst>
              </p:cNvPr>
              <p:cNvSpPr>
                <a:spLocks noRot="1" noChangeAspect="1" noMove="1" noResize="1" noEditPoints="1" noAdjustHandles="1" noChangeArrowheads="1" noChangeShapeType="1" noTextEdit="1"/>
              </p:cNvSpPr>
              <p:nvPr/>
            </p:nvSpPr>
            <p:spPr>
              <a:xfrm>
                <a:off x="3930873" y="2109782"/>
                <a:ext cx="2036187" cy="627769"/>
              </a:xfrm>
              <a:prstGeom prst="flowChartPredefinedProcess">
                <a:avLst/>
              </a:prstGeom>
              <a:blipFill>
                <a:blip r:embed="rId6"/>
                <a:stretch>
                  <a:fillRect b="-10476"/>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cxnSp>
        <p:nvCxnSpPr>
          <p:cNvPr id="20" name="Conector: Angulado 19">
            <a:extLst>
              <a:ext uri="{FF2B5EF4-FFF2-40B4-BE49-F238E27FC236}">
                <a16:creationId xmlns:a16="http://schemas.microsoft.com/office/drawing/2014/main" id="{746E3BAF-36B2-8646-BF22-8E465777221A}"/>
              </a:ext>
            </a:extLst>
          </p:cNvPr>
          <p:cNvCxnSpPr>
            <a:stCxn id="18" idx="1"/>
            <a:endCxn id="19" idx="0"/>
          </p:cNvCxnSpPr>
          <p:nvPr/>
        </p:nvCxnSpPr>
        <p:spPr>
          <a:xfrm rot="10800000" flipV="1">
            <a:off x="4948968" y="1388624"/>
            <a:ext cx="199783" cy="721157"/>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ector: Angulado 20">
            <a:extLst>
              <a:ext uri="{FF2B5EF4-FFF2-40B4-BE49-F238E27FC236}">
                <a16:creationId xmlns:a16="http://schemas.microsoft.com/office/drawing/2014/main" id="{FC48719D-9EA2-A4D8-E0C2-3DAB0B1D4C24}"/>
              </a:ext>
            </a:extLst>
          </p:cNvPr>
          <p:cNvCxnSpPr>
            <a:cxnSpLocks/>
            <a:stCxn id="18" idx="3"/>
            <a:endCxn id="17" idx="0"/>
          </p:cNvCxnSpPr>
          <p:nvPr/>
        </p:nvCxnSpPr>
        <p:spPr>
          <a:xfrm>
            <a:off x="7056962" y="1388625"/>
            <a:ext cx="340813" cy="7413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Fluxograma: Processo 21">
            <a:extLst>
              <a:ext uri="{FF2B5EF4-FFF2-40B4-BE49-F238E27FC236}">
                <a16:creationId xmlns:a16="http://schemas.microsoft.com/office/drawing/2014/main" id="{5B0008BA-8F0E-61F9-9492-19AD42C038E6}"/>
              </a:ext>
            </a:extLst>
          </p:cNvPr>
          <p:cNvSpPr/>
          <p:nvPr/>
        </p:nvSpPr>
        <p:spPr>
          <a:xfrm>
            <a:off x="4563505" y="4818638"/>
            <a:ext cx="3085491" cy="75288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algn="ctr" rtl="0" eaLnBrk="1" latinLnBrk="0" hangingPunct="1">
              <a:spcBef>
                <a:spcPts val="0"/>
              </a:spcBef>
              <a:spcAft>
                <a:spcPts val="0"/>
              </a:spcAft>
            </a:pPr>
            <a:r>
              <a:rPr lang="en-US" sz="1200" kern="1200">
                <a:solidFill>
                  <a:srgbClr val="000000"/>
                </a:solidFill>
                <a:effectLst/>
                <a:latin typeface="Aptos" panose="020B0004020202020204" pitchFamily="34" charset="0"/>
                <a:ea typeface="+mn-ea"/>
                <a:cs typeface="+mn-cs"/>
              </a:rPr>
              <a:t>Apply the boundary conditions to the tangential field components (Uniqueness Theorem)</a:t>
            </a:r>
            <a:endParaRPr lang="pt-BR" sz="1200">
              <a:solidFill>
                <a:schemeClr val="tx1"/>
              </a:solidFill>
            </a:endParaRPr>
          </a:p>
        </p:txBody>
      </p:sp>
      <mc:AlternateContent xmlns:mc="http://schemas.openxmlformats.org/markup-compatibility/2006" xmlns:a14="http://schemas.microsoft.com/office/drawing/2010/main">
        <mc:Choice Requires="a14">
          <p:sp>
            <p:nvSpPr>
              <p:cNvPr id="23" name="Fluxograma: Processo 22">
                <a:extLst>
                  <a:ext uri="{FF2B5EF4-FFF2-40B4-BE49-F238E27FC236}">
                    <a16:creationId xmlns:a16="http://schemas.microsoft.com/office/drawing/2014/main" id="{AD8E39AF-5118-CAB2-A315-25A090D01D45}"/>
                  </a:ext>
                </a:extLst>
              </p:cNvPr>
              <p:cNvSpPr/>
              <p:nvPr/>
            </p:nvSpPr>
            <p:spPr>
              <a:xfrm>
                <a:off x="6261918" y="3245501"/>
                <a:ext cx="2282354"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i="1">
                            <a:solidFill>
                              <a:schemeClr val="tx1"/>
                            </a:solidFill>
                            <a:latin typeface="Cambria Math" panose="02040503050406030204" pitchFamily="18" charset="0"/>
                          </a:rPr>
                        </m:ctrlPr>
                      </m:sSubSupPr>
                      <m:e>
                        <m:r>
                          <a:rPr lang="pt-BR" sz="1200" i="1">
                            <a:solidFill>
                              <a:schemeClr val="tx1"/>
                            </a:solidFill>
                            <a:latin typeface="Cambria Math" panose="02040503050406030204" pitchFamily="18" charset="0"/>
                          </a:rPr>
                          <m:t>𝐽</m:t>
                        </m:r>
                      </m:e>
                      <m:sub>
                        <m:r>
                          <a:rPr lang="pt-BR" sz="1200" i="1">
                            <a:solidFill>
                              <a:schemeClr val="tx1"/>
                            </a:solidFill>
                            <a:latin typeface="Cambria Math" panose="02040503050406030204" pitchFamily="18" charset="0"/>
                          </a:rPr>
                          <m:t>𝑠</m:t>
                        </m:r>
                      </m:sub>
                      <m: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𝑝</m:t>
                        </m:r>
                        <m:r>
                          <a:rPr lang="pt-BR" sz="1200" i="1">
                            <a:solidFill>
                              <a:schemeClr val="tx1"/>
                            </a:solidFill>
                            <a:latin typeface="Cambria Math" panose="02040503050406030204" pitchFamily="18" charset="0"/>
                          </a:rPr>
                          <m:t>)</m:t>
                        </m:r>
                      </m:sup>
                    </m:sSub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𝜃</m:t>
                    </m:r>
                    <m:r>
                      <a:rPr lang="pt-BR" sz="1200" i="1">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23" name="Fluxograma: Processo 22">
                <a:extLst>
                  <a:ext uri="{FF2B5EF4-FFF2-40B4-BE49-F238E27FC236}">
                    <a16:creationId xmlns:a16="http://schemas.microsoft.com/office/drawing/2014/main" id="{AD8E39AF-5118-CAB2-A315-25A090D01D45}"/>
                  </a:ext>
                </a:extLst>
              </p:cNvPr>
              <p:cNvSpPr>
                <a:spLocks noRot="1" noChangeAspect="1" noMove="1" noResize="1" noEditPoints="1" noAdjustHandles="1" noChangeArrowheads="1" noChangeShapeType="1" noTextEdit="1"/>
              </p:cNvSpPr>
              <p:nvPr/>
            </p:nvSpPr>
            <p:spPr>
              <a:xfrm>
                <a:off x="6261918" y="3245501"/>
                <a:ext cx="2282354" cy="612648"/>
              </a:xfrm>
              <a:prstGeom prst="flowChartProcess">
                <a:avLst/>
              </a:prstGeom>
              <a:blipFill>
                <a:blip r:embed="rId7"/>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24" name="Fluxograma: Conector 23">
            <a:extLst>
              <a:ext uri="{FF2B5EF4-FFF2-40B4-BE49-F238E27FC236}">
                <a16:creationId xmlns:a16="http://schemas.microsoft.com/office/drawing/2014/main" id="{46C0E6ED-E295-2C16-06C3-C85389A36693}"/>
              </a:ext>
            </a:extLst>
          </p:cNvPr>
          <p:cNvSpPr/>
          <p:nvPr/>
        </p:nvSpPr>
        <p:spPr>
          <a:xfrm>
            <a:off x="5965696" y="4218189"/>
            <a:ext cx="274320" cy="27432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9AFBBC26-DDEC-B28C-60F8-27F8AD1B64BA}"/>
                  </a:ext>
                </a:extLst>
              </p:cNvPr>
              <p:cNvSpPr txBox="1"/>
              <p:nvPr/>
            </p:nvSpPr>
            <p:spPr>
              <a:xfrm>
                <a:off x="5866353" y="5862754"/>
                <a:ext cx="479796"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oMath>
                  </m:oMathPara>
                </a14:m>
                <a:endParaRPr lang="en-US" sz="1400" i="1"/>
              </a:p>
            </p:txBody>
          </p:sp>
        </mc:Choice>
        <mc:Fallback xmlns="">
          <p:sp>
            <p:nvSpPr>
              <p:cNvPr id="25" name="CaixaDeTexto 24">
                <a:extLst>
                  <a:ext uri="{FF2B5EF4-FFF2-40B4-BE49-F238E27FC236}">
                    <a16:creationId xmlns:a16="http://schemas.microsoft.com/office/drawing/2014/main" id="{9AFBBC26-DDEC-B28C-60F8-27F8AD1B64BA}"/>
                  </a:ext>
                </a:extLst>
              </p:cNvPr>
              <p:cNvSpPr txBox="1">
                <a:spLocks noRot="1" noChangeAspect="1" noMove="1" noResize="1" noEditPoints="1" noAdjustHandles="1" noChangeArrowheads="1" noChangeShapeType="1" noTextEdit="1"/>
              </p:cNvSpPr>
              <p:nvPr/>
            </p:nvSpPr>
            <p:spPr>
              <a:xfrm>
                <a:off x="5866353" y="5862754"/>
                <a:ext cx="479796" cy="338554"/>
              </a:xfrm>
              <a:prstGeom prst="rect">
                <a:avLst/>
              </a:prstGeom>
              <a:blipFill>
                <a:blip r:embed="rId8"/>
                <a:stretch>
                  <a:fillRect/>
                </a:stretch>
              </a:blipFill>
            </p:spPr>
            <p:txBody>
              <a:bodyPr/>
              <a:lstStyle/>
              <a:p>
                <a:r>
                  <a:rPr lang="pt-BR">
                    <a:noFill/>
                  </a:rPr>
                  <a:t> </a:t>
                </a:r>
              </a:p>
            </p:txBody>
          </p:sp>
        </mc:Fallback>
      </mc:AlternateContent>
      <p:cxnSp>
        <p:nvCxnSpPr>
          <p:cNvPr id="26" name="Conector: Angulado 25">
            <a:extLst>
              <a:ext uri="{FF2B5EF4-FFF2-40B4-BE49-F238E27FC236}">
                <a16:creationId xmlns:a16="http://schemas.microsoft.com/office/drawing/2014/main" id="{8D791CCD-7FDA-0C42-F355-0B9A1CB80301}"/>
              </a:ext>
            </a:extLst>
          </p:cNvPr>
          <p:cNvCxnSpPr>
            <a:stCxn id="16" idx="2"/>
            <a:endCxn id="24" idx="2"/>
          </p:cNvCxnSpPr>
          <p:nvPr/>
        </p:nvCxnSpPr>
        <p:spPr>
          <a:xfrm rot="16200000" flipH="1">
            <a:off x="5208731" y="3598384"/>
            <a:ext cx="497200" cy="10167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Angulado 26">
            <a:extLst>
              <a:ext uri="{FF2B5EF4-FFF2-40B4-BE49-F238E27FC236}">
                <a16:creationId xmlns:a16="http://schemas.microsoft.com/office/drawing/2014/main" id="{43A01D66-8320-1175-11FD-B8A372DD30B5}"/>
              </a:ext>
            </a:extLst>
          </p:cNvPr>
          <p:cNvCxnSpPr>
            <a:cxnSpLocks/>
            <a:stCxn id="23" idx="2"/>
            <a:endCxn id="24" idx="6"/>
          </p:cNvCxnSpPr>
          <p:nvPr/>
        </p:nvCxnSpPr>
        <p:spPr>
          <a:xfrm rot="5400000">
            <a:off x="6572956" y="3525210"/>
            <a:ext cx="497200" cy="116307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onector de Seta Reta 27">
            <a:extLst>
              <a:ext uri="{FF2B5EF4-FFF2-40B4-BE49-F238E27FC236}">
                <a16:creationId xmlns:a16="http://schemas.microsoft.com/office/drawing/2014/main" id="{247FF784-3A16-CF74-41DC-C844843F8BD6}"/>
              </a:ext>
            </a:extLst>
          </p:cNvPr>
          <p:cNvCxnSpPr>
            <a:stCxn id="19" idx="2"/>
            <a:endCxn id="16" idx="0"/>
          </p:cNvCxnSpPr>
          <p:nvPr/>
        </p:nvCxnSpPr>
        <p:spPr>
          <a:xfrm>
            <a:off x="4948967" y="2737551"/>
            <a:ext cx="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ector de Seta Reta 28">
            <a:extLst>
              <a:ext uri="{FF2B5EF4-FFF2-40B4-BE49-F238E27FC236}">
                <a16:creationId xmlns:a16="http://schemas.microsoft.com/office/drawing/2014/main" id="{FB0A4008-2E82-AFD1-616C-A3FAEBFA1739}"/>
              </a:ext>
            </a:extLst>
          </p:cNvPr>
          <p:cNvCxnSpPr>
            <a:stCxn id="17" idx="2"/>
            <a:endCxn id="23" idx="0"/>
          </p:cNvCxnSpPr>
          <p:nvPr/>
        </p:nvCxnSpPr>
        <p:spPr>
          <a:xfrm>
            <a:off x="7397775" y="2737551"/>
            <a:ext cx="532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Fluxograma: Terminação 29">
            <a:extLst>
              <a:ext uri="{FF2B5EF4-FFF2-40B4-BE49-F238E27FC236}">
                <a16:creationId xmlns:a16="http://schemas.microsoft.com/office/drawing/2014/main" id="{28A9D5B9-AD3A-A006-DAA1-8827878461E5}"/>
              </a:ext>
            </a:extLst>
          </p:cNvPr>
          <p:cNvSpPr/>
          <p:nvPr/>
        </p:nvSpPr>
        <p:spPr>
          <a:xfrm>
            <a:off x="5699956" y="5830066"/>
            <a:ext cx="812590" cy="369332"/>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p:cxnSp>
        <p:nvCxnSpPr>
          <p:cNvPr id="31" name="Conector de Seta Reta 30">
            <a:extLst>
              <a:ext uri="{FF2B5EF4-FFF2-40B4-BE49-F238E27FC236}">
                <a16:creationId xmlns:a16="http://schemas.microsoft.com/office/drawing/2014/main" id="{184AF9D8-30FD-9068-6A0A-CA6DAB1A1FBC}"/>
              </a:ext>
            </a:extLst>
          </p:cNvPr>
          <p:cNvCxnSpPr>
            <a:cxnSpLocks/>
            <a:stCxn id="24" idx="4"/>
            <a:endCxn id="22" idx="0"/>
          </p:cNvCxnSpPr>
          <p:nvPr/>
        </p:nvCxnSpPr>
        <p:spPr>
          <a:xfrm>
            <a:off x="6102856" y="4492509"/>
            <a:ext cx="3395" cy="3261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de Seta Reta 31">
            <a:extLst>
              <a:ext uri="{FF2B5EF4-FFF2-40B4-BE49-F238E27FC236}">
                <a16:creationId xmlns:a16="http://schemas.microsoft.com/office/drawing/2014/main" id="{D5B12F51-E93D-AEDE-0D01-39D0EF29E2D1}"/>
              </a:ext>
            </a:extLst>
          </p:cNvPr>
          <p:cNvCxnSpPr>
            <a:cxnSpLocks/>
            <a:stCxn id="22" idx="2"/>
            <a:endCxn id="30" idx="0"/>
          </p:cNvCxnSpPr>
          <p:nvPr/>
        </p:nvCxnSpPr>
        <p:spPr>
          <a:xfrm>
            <a:off x="6106251" y="5571527"/>
            <a:ext cx="0" cy="258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Fluxograma: Processo 33">
            <a:extLst>
              <a:ext uri="{FF2B5EF4-FFF2-40B4-BE49-F238E27FC236}">
                <a16:creationId xmlns:a16="http://schemas.microsoft.com/office/drawing/2014/main" id="{91DAB5D4-1CDA-34CB-C9F5-6C3A0B489D10}"/>
              </a:ext>
            </a:extLst>
          </p:cNvPr>
          <p:cNvSpPr/>
          <p:nvPr/>
        </p:nvSpPr>
        <p:spPr>
          <a:xfrm>
            <a:off x="2166298" y="4418527"/>
            <a:ext cx="789171" cy="400111"/>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MoM</a:t>
            </a:r>
            <a:endParaRPr lang="pt-BR" sz="1200">
              <a:solidFill>
                <a:schemeClr val="tx1"/>
              </a:solidFill>
            </a:endParaRPr>
          </a:p>
        </p:txBody>
      </p:sp>
      <p:sp>
        <p:nvSpPr>
          <p:cNvPr id="36" name="Fluxograma: Terminação 35">
            <a:extLst>
              <a:ext uri="{FF2B5EF4-FFF2-40B4-BE49-F238E27FC236}">
                <a16:creationId xmlns:a16="http://schemas.microsoft.com/office/drawing/2014/main" id="{E28D8F21-0999-054A-2FF4-502FD287F60E}"/>
              </a:ext>
            </a:extLst>
          </p:cNvPr>
          <p:cNvSpPr/>
          <p:nvPr/>
        </p:nvSpPr>
        <p:spPr>
          <a:xfrm>
            <a:off x="1501588" y="5795504"/>
            <a:ext cx="1059295" cy="369332"/>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a:solidFill>
                  <a:schemeClr val="tx1"/>
                </a:solidFill>
              </a:rPr>
              <a:t>Discretized EFIE</a:t>
            </a:r>
          </a:p>
        </p:txBody>
      </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0BB3695B-227D-9F20-945D-044DF5352231}"/>
                  </a:ext>
                </a:extLst>
              </p:cNvPr>
              <p:cNvSpPr txBox="1"/>
              <p:nvPr/>
            </p:nvSpPr>
            <p:spPr>
              <a:xfrm>
                <a:off x="1139788" y="4458598"/>
                <a:ext cx="4557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i="1" smtClean="0">
                          <a:latin typeface="Cambria Math" panose="02040503050406030204" pitchFamily="18" charset="0"/>
                          <a:ea typeface="Cambria Math" panose="02040503050406030204" pitchFamily="18" charset="0"/>
                        </a:rPr>
                        <m:t>𝔾</m:t>
                      </m:r>
                    </m:oMath>
                  </m:oMathPara>
                </a14:m>
                <a:endParaRPr lang="pt-BR"/>
              </a:p>
            </p:txBody>
          </p:sp>
        </mc:Choice>
        <mc:Fallback xmlns="">
          <p:sp>
            <p:nvSpPr>
              <p:cNvPr id="46" name="CaixaDeTexto 45">
                <a:extLst>
                  <a:ext uri="{FF2B5EF4-FFF2-40B4-BE49-F238E27FC236}">
                    <a16:creationId xmlns:a16="http://schemas.microsoft.com/office/drawing/2014/main" id="{0BB3695B-227D-9F20-945D-044DF5352231}"/>
                  </a:ext>
                </a:extLst>
              </p:cNvPr>
              <p:cNvSpPr txBox="1">
                <a:spLocks noRot="1" noChangeAspect="1" noMove="1" noResize="1" noEditPoints="1" noAdjustHandles="1" noChangeArrowheads="1" noChangeShapeType="1" noTextEdit="1"/>
              </p:cNvSpPr>
              <p:nvPr/>
            </p:nvSpPr>
            <p:spPr>
              <a:xfrm>
                <a:off x="1139788" y="4458598"/>
                <a:ext cx="455712" cy="338554"/>
              </a:xfrm>
              <a:prstGeom prst="rect">
                <a:avLst/>
              </a:prstGeom>
              <a:blipFill>
                <a:blip r:embed="rId9"/>
                <a:stretch>
                  <a:fillRect/>
                </a:stretch>
              </a:blipFill>
            </p:spPr>
            <p:txBody>
              <a:bodyPr/>
              <a:lstStyle/>
              <a:p>
                <a:r>
                  <a:rPr lang="pt-BR">
                    <a:noFill/>
                  </a:rPr>
                  <a:t> </a:t>
                </a:r>
              </a:p>
            </p:txBody>
          </p:sp>
        </mc:Fallback>
      </mc:AlternateContent>
      <p:sp>
        <p:nvSpPr>
          <p:cNvPr id="53" name="Fluxograma: Processo Predefinido 52">
            <a:extLst>
              <a:ext uri="{FF2B5EF4-FFF2-40B4-BE49-F238E27FC236}">
                <a16:creationId xmlns:a16="http://schemas.microsoft.com/office/drawing/2014/main" id="{A21F8065-6A42-6FC6-1701-E4D003ADC596}"/>
              </a:ext>
            </a:extLst>
          </p:cNvPr>
          <p:cNvSpPr/>
          <p:nvPr/>
        </p:nvSpPr>
        <p:spPr>
          <a:xfrm>
            <a:off x="1814792" y="2106626"/>
            <a:ext cx="1492184" cy="627769"/>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1200">
                <a:solidFill>
                  <a:schemeClr val="tx1"/>
                </a:solidFill>
              </a:rPr>
              <a:t>Telegrapher’s equation</a:t>
            </a:r>
            <a:endParaRPr lang="pt-BR" sz="1200">
              <a:solidFill>
                <a:schemeClr val="tx1"/>
              </a:solidFill>
            </a:endParaRPr>
          </a:p>
        </p:txBody>
      </p:sp>
      <p:cxnSp>
        <p:nvCxnSpPr>
          <p:cNvPr id="55" name="Conector: Angulado 54">
            <a:extLst>
              <a:ext uri="{FF2B5EF4-FFF2-40B4-BE49-F238E27FC236}">
                <a16:creationId xmlns:a16="http://schemas.microsoft.com/office/drawing/2014/main" id="{18AAC834-BCF2-7C41-C188-60A953C05B04}"/>
              </a:ext>
            </a:extLst>
          </p:cNvPr>
          <p:cNvCxnSpPr>
            <a:stCxn id="18" idx="1"/>
            <a:endCxn id="53" idx="0"/>
          </p:cNvCxnSpPr>
          <p:nvPr/>
        </p:nvCxnSpPr>
        <p:spPr>
          <a:xfrm rot="10800000" flipV="1">
            <a:off x="2560884" y="1388624"/>
            <a:ext cx="2587866" cy="71800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Conector de Seta Reta 67">
            <a:extLst>
              <a:ext uri="{FF2B5EF4-FFF2-40B4-BE49-F238E27FC236}">
                <a16:creationId xmlns:a16="http://schemas.microsoft.com/office/drawing/2014/main" id="{66155D89-1231-F95E-C9C7-EED74D0D1A34}"/>
              </a:ext>
            </a:extLst>
          </p:cNvPr>
          <p:cNvCxnSpPr>
            <a:cxnSpLocks/>
            <a:stCxn id="53" idx="2"/>
            <a:endCxn id="72" idx="0"/>
          </p:cNvCxnSpPr>
          <p:nvPr/>
        </p:nvCxnSpPr>
        <p:spPr>
          <a:xfrm>
            <a:off x="2560884" y="2734395"/>
            <a:ext cx="0" cy="6225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ector de Seta Reta 70">
            <a:extLst>
              <a:ext uri="{FF2B5EF4-FFF2-40B4-BE49-F238E27FC236}">
                <a16:creationId xmlns:a16="http://schemas.microsoft.com/office/drawing/2014/main" id="{687850E7-8B51-4A62-3203-2DC7C9F47792}"/>
              </a:ext>
            </a:extLst>
          </p:cNvPr>
          <p:cNvCxnSpPr>
            <a:cxnSpLocks/>
            <a:stCxn id="72" idx="2"/>
            <a:endCxn id="34" idx="0"/>
          </p:cNvCxnSpPr>
          <p:nvPr/>
        </p:nvCxnSpPr>
        <p:spPr>
          <a:xfrm>
            <a:off x="2560884" y="3757103"/>
            <a:ext cx="0" cy="661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2" name="Fluxograma: Processo 71">
            <a:extLst>
              <a:ext uri="{FF2B5EF4-FFF2-40B4-BE49-F238E27FC236}">
                <a16:creationId xmlns:a16="http://schemas.microsoft.com/office/drawing/2014/main" id="{848CDCD1-D423-7485-E511-7F57E262827D}"/>
              </a:ext>
            </a:extLst>
          </p:cNvPr>
          <p:cNvSpPr/>
          <p:nvPr/>
        </p:nvSpPr>
        <p:spPr>
          <a:xfrm>
            <a:off x="2305662" y="3356992"/>
            <a:ext cx="510444" cy="400111"/>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EFIE</a:t>
            </a:r>
            <a:endParaRPr lang="pt-BR" sz="1200">
              <a:solidFill>
                <a:schemeClr val="tx1"/>
              </a:solidFill>
            </a:endParaRPr>
          </a:p>
        </p:txBody>
      </p:sp>
      <p:cxnSp>
        <p:nvCxnSpPr>
          <p:cNvPr id="109" name="Conector de Seta Reta 108">
            <a:extLst>
              <a:ext uri="{FF2B5EF4-FFF2-40B4-BE49-F238E27FC236}">
                <a16:creationId xmlns:a16="http://schemas.microsoft.com/office/drawing/2014/main" id="{A8E40065-E1EC-8B6A-0A08-A1A39BE1A482}"/>
              </a:ext>
            </a:extLst>
          </p:cNvPr>
          <p:cNvCxnSpPr>
            <a:stCxn id="16" idx="1"/>
            <a:endCxn id="72" idx="3"/>
          </p:cNvCxnSpPr>
          <p:nvPr/>
        </p:nvCxnSpPr>
        <p:spPr>
          <a:xfrm flipH="1">
            <a:off x="2816106" y="3551825"/>
            <a:ext cx="1114767" cy="52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9" name="Fluxograma: Processo Predefinido 118">
            <a:extLst>
              <a:ext uri="{FF2B5EF4-FFF2-40B4-BE49-F238E27FC236}">
                <a16:creationId xmlns:a16="http://schemas.microsoft.com/office/drawing/2014/main" id="{70DA2BCC-488D-68AE-EE2F-3C1CDBFB5230}"/>
              </a:ext>
            </a:extLst>
          </p:cNvPr>
          <p:cNvSpPr/>
          <p:nvPr/>
        </p:nvSpPr>
        <p:spPr>
          <a:xfrm>
            <a:off x="871407" y="4408771"/>
            <a:ext cx="1039667" cy="409867"/>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pt-BR" sz="1200">
              <a:solidFill>
                <a:schemeClr val="tx1"/>
              </a:solidFill>
            </a:endParaRPr>
          </a:p>
        </p:txBody>
      </p:sp>
      <p:cxnSp>
        <p:nvCxnSpPr>
          <p:cNvPr id="121" name="Conector: Angulado 120">
            <a:extLst>
              <a:ext uri="{FF2B5EF4-FFF2-40B4-BE49-F238E27FC236}">
                <a16:creationId xmlns:a16="http://schemas.microsoft.com/office/drawing/2014/main" id="{B0F40FC3-18FB-4474-40EE-ED69E3A7FD2C}"/>
              </a:ext>
            </a:extLst>
          </p:cNvPr>
          <p:cNvCxnSpPr>
            <a:stCxn id="18" idx="1"/>
            <a:endCxn id="119" idx="0"/>
          </p:cNvCxnSpPr>
          <p:nvPr/>
        </p:nvCxnSpPr>
        <p:spPr>
          <a:xfrm rot="10800000" flipV="1">
            <a:off x="1391242" y="1388625"/>
            <a:ext cx="3757509" cy="302014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23" name="Fluxograma: Conector 122">
            <a:extLst>
              <a:ext uri="{FF2B5EF4-FFF2-40B4-BE49-F238E27FC236}">
                <a16:creationId xmlns:a16="http://schemas.microsoft.com/office/drawing/2014/main" id="{A10D267D-BFAE-24C9-601F-3B7E23AAFEF2}"/>
              </a:ext>
            </a:extLst>
          </p:cNvPr>
          <p:cNvSpPr/>
          <p:nvPr/>
        </p:nvSpPr>
        <p:spPr>
          <a:xfrm>
            <a:off x="1905445" y="5195055"/>
            <a:ext cx="274320" cy="27432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p:cxnSp>
        <p:nvCxnSpPr>
          <p:cNvPr id="124" name="Conector de Seta Reta 123">
            <a:extLst>
              <a:ext uri="{FF2B5EF4-FFF2-40B4-BE49-F238E27FC236}">
                <a16:creationId xmlns:a16="http://schemas.microsoft.com/office/drawing/2014/main" id="{9BF6B621-E4C2-E051-62B7-90950D5933DE}"/>
              </a:ext>
            </a:extLst>
          </p:cNvPr>
          <p:cNvCxnSpPr>
            <a:cxnSpLocks/>
            <a:stCxn id="123" idx="4"/>
            <a:endCxn id="36" idx="0"/>
          </p:cNvCxnSpPr>
          <p:nvPr/>
        </p:nvCxnSpPr>
        <p:spPr>
          <a:xfrm flipH="1">
            <a:off x="2031236" y="5469375"/>
            <a:ext cx="11369" cy="3261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6" name="Conector: Angulado 125">
            <a:extLst>
              <a:ext uri="{FF2B5EF4-FFF2-40B4-BE49-F238E27FC236}">
                <a16:creationId xmlns:a16="http://schemas.microsoft.com/office/drawing/2014/main" id="{103FC956-3232-A25B-9648-9C11680A3D72}"/>
              </a:ext>
            </a:extLst>
          </p:cNvPr>
          <p:cNvCxnSpPr>
            <a:stCxn id="119" idx="2"/>
            <a:endCxn id="123" idx="2"/>
          </p:cNvCxnSpPr>
          <p:nvPr/>
        </p:nvCxnSpPr>
        <p:spPr>
          <a:xfrm rot="16200000" flipH="1">
            <a:off x="1391555" y="4818324"/>
            <a:ext cx="513577" cy="51420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8" name="Conector: Angulado 127">
            <a:extLst>
              <a:ext uri="{FF2B5EF4-FFF2-40B4-BE49-F238E27FC236}">
                <a16:creationId xmlns:a16="http://schemas.microsoft.com/office/drawing/2014/main" id="{4685D118-A83E-7946-9632-63BAB5E13D9B}"/>
              </a:ext>
            </a:extLst>
          </p:cNvPr>
          <p:cNvCxnSpPr>
            <a:stCxn id="34" idx="2"/>
            <a:endCxn id="123" idx="6"/>
          </p:cNvCxnSpPr>
          <p:nvPr/>
        </p:nvCxnSpPr>
        <p:spPr>
          <a:xfrm rot="5400000">
            <a:off x="2113537" y="4884867"/>
            <a:ext cx="513577" cy="38111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77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Partial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5632253" cy="584775"/>
          </a:xfrm>
          <a:prstGeom prst="rect">
            <a:avLst/>
          </a:prstGeom>
          <a:noFill/>
        </p:spPr>
        <p:txBody>
          <a:bodyPr wrap="square">
            <a:spAutoFit/>
          </a:bodyPr>
          <a:lstStyle>
            <a:defPPr>
              <a:defRPr lang="pt-BR"/>
            </a:defPPr>
            <a:lvl1pPr>
              <a:defRPr sz="1600"/>
            </a:lvl1pPr>
          </a:lstStyle>
          <a:p>
            <a:r>
              <a:rPr lang="en-US"/>
              <a:t>The partial p.u.l. parameters can be computed by combining the surface admittance relation and the discretized EFIE.</a:t>
            </a:r>
            <a:endParaRPr lang="pt-BR"/>
          </a:p>
        </p:txBody>
      </p:sp>
      <p:grpSp>
        <p:nvGrpSpPr>
          <p:cNvPr id="12" name="Agrupar 11">
            <a:extLst>
              <a:ext uri="{FF2B5EF4-FFF2-40B4-BE49-F238E27FC236}">
                <a16:creationId xmlns:a16="http://schemas.microsoft.com/office/drawing/2014/main" id="{98EC4917-AA68-1205-1760-374B3E26A41E}"/>
              </a:ext>
            </a:extLst>
          </p:cNvPr>
          <p:cNvGrpSpPr/>
          <p:nvPr/>
        </p:nvGrpSpPr>
        <p:grpSpPr>
          <a:xfrm>
            <a:off x="425553" y="2096852"/>
            <a:ext cx="3438199" cy="872483"/>
            <a:chOff x="425553" y="2129815"/>
            <a:chExt cx="3438199" cy="872483"/>
          </a:xfrm>
        </p:grpSpPr>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BF016A12-F66E-AEE5-7C8F-007EE90B755E}"/>
                    </a:ext>
                  </a:extLst>
                </p:cNvPr>
                <p:cNvSpPr txBox="1"/>
                <p:nvPr/>
              </p:nvSpPr>
              <p:spPr>
                <a:xfrm>
                  <a:off x="489340" y="2129815"/>
                  <a:ext cx="1126334"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i="1">
                            <a:latin typeface="Cambria Math" panose="02040503050406030204" pitchFamily="18" charset="0"/>
                          </a:rPr>
                          <m:t>=</m:t>
                        </m:r>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smtClean="0">
                            <a:latin typeface="Cambria Math" panose="02040503050406030204" pitchFamily="18" charset="0"/>
                            <a:ea typeface="Cambria Math" panose="02040503050406030204" pitchFamily="18" charset="0"/>
                          </a:rPr>
                          <m:t> </m:t>
                        </m:r>
                        <m:r>
                          <a:rPr lang="pt-BR" b="1" i="1" smtClean="0">
                            <a:latin typeface="Cambria Math" panose="02040503050406030204" pitchFamily="18" charset="0"/>
                            <a:ea typeface="Cambria Math" panose="02040503050406030204" pitchFamily="18" charset="0"/>
                          </a:rPr>
                          <m:t>𝑬</m:t>
                        </m:r>
                      </m:oMath>
                    </m:oMathPara>
                  </a14:m>
                  <a:endParaRPr lang="en-US" i="1"/>
                </a:p>
              </p:txBody>
            </p:sp>
          </mc:Choice>
          <mc:Fallback xmlns="">
            <p:sp>
              <p:nvSpPr>
                <p:cNvPr id="3" name="CaixaDeTexto 2">
                  <a:extLst>
                    <a:ext uri="{FF2B5EF4-FFF2-40B4-BE49-F238E27FC236}">
                      <a16:creationId xmlns:a16="http://schemas.microsoft.com/office/drawing/2014/main" id="{BF016A12-F66E-AEE5-7C8F-007EE90B755E}"/>
                    </a:ext>
                  </a:extLst>
                </p:cNvPr>
                <p:cNvSpPr txBox="1">
                  <a:spLocks noRot="1" noChangeAspect="1" noMove="1" noResize="1" noEditPoints="1" noAdjustHandles="1" noChangeArrowheads="1" noChangeShapeType="1" noTextEdit="1"/>
                </p:cNvSpPr>
                <p:nvPr/>
              </p:nvSpPr>
              <p:spPr>
                <a:xfrm>
                  <a:off x="489340" y="2129815"/>
                  <a:ext cx="1126334" cy="338554"/>
                </a:xfrm>
                <a:prstGeom prst="rect">
                  <a:avLst/>
                </a:prstGeom>
                <a:blipFill>
                  <a:blip r:embed="rId4"/>
                  <a:stretch>
                    <a:fillRect b="-53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E784AAF5-8832-C5D8-60B3-3249C187F9C9}"/>
                    </a:ext>
                  </a:extLst>
                </p:cNvPr>
                <p:cNvSpPr txBox="1"/>
                <p:nvPr/>
              </p:nvSpPr>
              <p:spPr>
                <a:xfrm>
                  <a:off x="545214" y="2663744"/>
                  <a:ext cx="3318538"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𝑬</m:t>
                        </m:r>
                        <m:r>
                          <a:rPr lang="pt-BR">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a:latin typeface="Cambria Math" panose="02040503050406030204" pitchFamily="18" charset="0"/>
                            <a:ea typeface="Cambria Math" panose="02040503050406030204" pitchFamily="18" charset="0"/>
                          </a:rPr>
                          <m:t>𝔾</m:t>
                        </m:r>
                        <m:r>
                          <a:rPr lang="pt-BR" b="1" i="1" smtClean="0">
                            <a:latin typeface="Cambria Math" panose="02040503050406030204" pitchFamily="18" charset="0"/>
                          </a:rPr>
                          <m:t>𝑱</m:t>
                        </m:r>
                        <m:r>
                          <a:rPr lang="pt-BR" b="1" i="1" smtClean="0">
                            <a:latin typeface="Cambria Math" panose="02040503050406030204" pitchFamily="18" charset="0"/>
                          </a:rPr>
                          <m:t>+</m:t>
                        </m:r>
                        <m:r>
                          <a:rPr lang="pt-BR" b="1" i="1" smtClean="0">
                            <a:latin typeface="Cambria Math" panose="02040503050406030204" pitchFamily="18" charset="0"/>
                          </a:rPr>
                          <m:t>𝑼</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5" name="CaixaDeTexto 4">
                  <a:extLst>
                    <a:ext uri="{FF2B5EF4-FFF2-40B4-BE49-F238E27FC236}">
                      <a16:creationId xmlns:a16="http://schemas.microsoft.com/office/drawing/2014/main" id="{E784AAF5-8832-C5D8-60B3-3249C187F9C9}"/>
                    </a:ext>
                  </a:extLst>
                </p:cNvPr>
                <p:cNvSpPr txBox="1">
                  <a:spLocks noRot="1" noChangeAspect="1" noMove="1" noResize="1" noEditPoints="1" noAdjustHandles="1" noChangeArrowheads="1" noChangeShapeType="1" noTextEdit="1"/>
                </p:cNvSpPr>
                <p:nvPr/>
              </p:nvSpPr>
              <p:spPr>
                <a:xfrm>
                  <a:off x="545214" y="2663744"/>
                  <a:ext cx="3318538" cy="338554"/>
                </a:xfrm>
                <a:prstGeom prst="rect">
                  <a:avLst/>
                </a:prstGeom>
                <a:blipFill>
                  <a:blip r:embed="rId5"/>
                  <a:stretch>
                    <a:fillRect b="-9091"/>
                  </a:stretch>
                </a:blipFill>
              </p:spPr>
              <p:txBody>
                <a:bodyPr/>
                <a:lstStyle/>
                <a:p>
                  <a:r>
                    <a:rPr lang="pt-BR">
                      <a:noFill/>
                    </a:rPr>
                    <a:t> </a:t>
                  </a:r>
                </a:p>
              </p:txBody>
            </p:sp>
          </mc:Fallback>
        </mc:AlternateContent>
        <p:sp>
          <p:nvSpPr>
            <p:cNvPr id="7" name="Chave Esquerda 6">
              <a:extLst>
                <a:ext uri="{FF2B5EF4-FFF2-40B4-BE49-F238E27FC236}">
                  <a16:creationId xmlns:a16="http://schemas.microsoft.com/office/drawing/2014/main" id="{A92D6BF7-F173-023F-3B42-5A489AFC3E96}"/>
                </a:ext>
              </a:extLst>
            </p:cNvPr>
            <p:cNvSpPr/>
            <p:nvPr/>
          </p:nvSpPr>
          <p:spPr>
            <a:xfrm>
              <a:off x="425553" y="2169458"/>
              <a:ext cx="127573" cy="7931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FF78DFCF-F2D8-3173-8647-1D93A8286BAF}"/>
                  </a:ext>
                </a:extLst>
              </p:cNvPr>
              <p:cNvSpPr txBox="1"/>
              <p:nvPr/>
            </p:nvSpPr>
            <p:spPr>
              <a:xfrm>
                <a:off x="463028" y="3162454"/>
                <a:ext cx="5632972" cy="338554"/>
              </a:xfrm>
              <a:prstGeom prst="rect">
                <a:avLst/>
              </a:prstGeom>
              <a:noFill/>
            </p:spPr>
            <p:txBody>
              <a:bodyPr wrap="square">
                <a:spAutoFit/>
              </a:bodyPr>
              <a:lstStyle>
                <a:defPPr>
                  <a:defRPr lang="pt-BR"/>
                </a:defPPr>
                <a:lvl1pPr>
                  <a:defRPr sz="1600"/>
                </a:lvl1pPr>
              </a:lstStyle>
              <a:p>
                <a:r>
                  <a:rPr lang="en-US"/>
                  <a:t>First left multiply </a:t>
                </a:r>
                <a14:m>
                  <m:oMath xmlns:m="http://schemas.openxmlformats.org/officeDocument/2006/math">
                    <m:r>
                      <a:rPr lang="en-US" i="1" smtClean="0">
                        <a:latin typeface="Cambria Math" panose="02040503050406030204" pitchFamily="18" charset="0"/>
                      </a:rPr>
                      <m:t>(12)</m:t>
                    </m:r>
                  </m:oMath>
                </a14:m>
                <a:r>
                  <a:rPr lang="en-US"/>
                  <a:t> by </a:t>
                </a:r>
                <a14:m>
                  <m:oMath xmlns:m="http://schemas.openxmlformats.org/officeDocument/2006/math">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oMath>
                </a14:m>
                <a:r>
                  <a:rPr lang="en-US"/>
                  <a:t>, and use </a:t>
                </a:r>
                <a14:m>
                  <m:oMath xmlns:m="http://schemas.openxmlformats.org/officeDocument/2006/math">
                    <m:r>
                      <a:rPr lang="en-US" i="1" smtClean="0">
                        <a:latin typeface="Cambria Math" panose="02040503050406030204" pitchFamily="18" charset="0"/>
                      </a:rPr>
                      <m:t>(5)</m:t>
                    </m:r>
                  </m:oMath>
                </a14:m>
                <a:r>
                  <a:rPr lang="en-US"/>
                  <a:t> to obtain:</a:t>
                </a:r>
                <a:endParaRPr lang="pt-BR"/>
              </a:p>
            </p:txBody>
          </p:sp>
        </mc:Choice>
        <mc:Fallback xmlns="">
          <p:sp>
            <p:nvSpPr>
              <p:cNvPr id="14" name="CaixaDeTexto 13">
                <a:extLst>
                  <a:ext uri="{FF2B5EF4-FFF2-40B4-BE49-F238E27FC236}">
                    <a16:creationId xmlns:a16="http://schemas.microsoft.com/office/drawing/2014/main" id="{FF78DFCF-F2D8-3173-8647-1D93A8286BAF}"/>
                  </a:ext>
                </a:extLst>
              </p:cNvPr>
              <p:cNvSpPr txBox="1">
                <a:spLocks noRot="1" noChangeAspect="1" noMove="1" noResize="1" noEditPoints="1" noAdjustHandles="1" noChangeArrowheads="1" noChangeShapeType="1" noTextEdit="1"/>
              </p:cNvSpPr>
              <p:nvPr/>
            </p:nvSpPr>
            <p:spPr>
              <a:xfrm>
                <a:off x="463028" y="3162454"/>
                <a:ext cx="5632972" cy="338554"/>
              </a:xfrm>
              <a:prstGeom prst="rect">
                <a:avLst/>
              </a:prstGeom>
              <a:blipFill>
                <a:blip r:embed="rId6"/>
                <a:stretch>
                  <a:fillRect l="-649"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D049FD0E-961F-E419-22CB-E6A196D0DFE6}"/>
                  </a:ext>
                </a:extLst>
              </p:cNvPr>
              <p:cNvSpPr txBox="1"/>
              <p:nvPr/>
            </p:nvSpPr>
            <p:spPr>
              <a:xfrm>
                <a:off x="5771964" y="2019049"/>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5)</m:t>
                      </m:r>
                    </m:oMath>
                  </m:oMathPara>
                </a14:m>
                <a:endParaRPr lang="en-US" sz="1200"/>
              </a:p>
            </p:txBody>
          </p:sp>
        </mc:Choice>
        <mc:Fallback xmlns="">
          <p:sp>
            <p:nvSpPr>
              <p:cNvPr id="15" name="CaixaDeTexto 14">
                <a:extLst>
                  <a:ext uri="{FF2B5EF4-FFF2-40B4-BE49-F238E27FC236}">
                    <a16:creationId xmlns:a16="http://schemas.microsoft.com/office/drawing/2014/main" id="{D049FD0E-961F-E419-22CB-E6A196D0DFE6}"/>
                  </a:ext>
                </a:extLst>
              </p:cNvPr>
              <p:cNvSpPr txBox="1">
                <a:spLocks noRot="1" noChangeAspect="1" noMove="1" noResize="1" noEditPoints="1" noAdjustHandles="1" noChangeArrowheads="1" noChangeShapeType="1" noTextEdit="1"/>
              </p:cNvSpPr>
              <p:nvPr/>
            </p:nvSpPr>
            <p:spPr>
              <a:xfrm>
                <a:off x="5771964" y="2019049"/>
                <a:ext cx="468052" cy="276999"/>
              </a:xfrm>
              <a:prstGeom prst="rect">
                <a:avLst/>
              </a:prstGeom>
              <a:blipFill>
                <a:blip r:embed="rId7"/>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2E36C808-7139-8359-43C6-D528D3D6FAC7}"/>
                  </a:ext>
                </a:extLst>
              </p:cNvPr>
              <p:cNvSpPr txBox="1"/>
              <p:nvPr/>
            </p:nvSpPr>
            <p:spPr>
              <a:xfrm>
                <a:off x="5735960" y="2617167"/>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12)</m:t>
                      </m:r>
                    </m:oMath>
                  </m:oMathPara>
                </a14:m>
                <a:endParaRPr lang="en-US" sz="1200"/>
              </a:p>
            </p:txBody>
          </p:sp>
        </mc:Choice>
        <mc:Fallback xmlns="">
          <p:sp>
            <p:nvSpPr>
              <p:cNvPr id="16" name="CaixaDeTexto 15">
                <a:extLst>
                  <a:ext uri="{FF2B5EF4-FFF2-40B4-BE49-F238E27FC236}">
                    <a16:creationId xmlns:a16="http://schemas.microsoft.com/office/drawing/2014/main" id="{2E36C808-7139-8359-43C6-D528D3D6FAC7}"/>
                  </a:ext>
                </a:extLst>
              </p:cNvPr>
              <p:cNvSpPr txBox="1">
                <a:spLocks noRot="1" noChangeAspect="1" noMove="1" noResize="1" noEditPoints="1" noAdjustHandles="1" noChangeArrowheads="1" noChangeShapeType="1" noTextEdit="1"/>
              </p:cNvSpPr>
              <p:nvPr/>
            </p:nvSpPr>
            <p:spPr>
              <a:xfrm>
                <a:off x="5735960" y="2617167"/>
                <a:ext cx="468052" cy="276999"/>
              </a:xfrm>
              <a:prstGeom prst="rect">
                <a:avLst/>
              </a:prstGeom>
              <a:blipFill>
                <a:blip r:embed="rId8"/>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4CE686B-974E-BB97-5EF9-65EA17FBB029}"/>
                  </a:ext>
                </a:extLst>
              </p:cNvPr>
              <p:cNvSpPr txBox="1"/>
              <p:nvPr/>
            </p:nvSpPr>
            <p:spPr>
              <a:xfrm>
                <a:off x="463028" y="3645024"/>
                <a:ext cx="5632972" cy="338554"/>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a:latin typeface="Cambria Math" panose="02040503050406030204" pitchFamily="18" charset="0"/>
                        </a:rPr>
                        <m:t>𝑱</m:t>
                      </m:r>
                      <m:r>
                        <a:rPr lang="pt-BR">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r>
                        <a:rPr lang="pt-BR" b="1" i="1" smtClean="0">
                          <a:latin typeface="Cambria Math" panose="02040503050406030204" pitchFamily="18" charset="0"/>
                        </a:rPr>
                        <m:t>𝑱</m:t>
                      </m:r>
                      <m:r>
                        <a:rPr lang="pt-BR" b="1" i="1" smtClean="0">
                          <a:latin typeface="Cambria Math" panose="02040503050406030204" pitchFamily="18" charset="0"/>
                        </a:rPr>
                        <m:t>+</m:t>
                      </m:r>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smtClean="0">
                          <a:latin typeface="Cambria Math" panose="02040503050406030204" pitchFamily="18" charset="0"/>
                        </a:rPr>
                        <m:t>𝑼</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17" name="CaixaDeTexto 16">
                <a:extLst>
                  <a:ext uri="{FF2B5EF4-FFF2-40B4-BE49-F238E27FC236}">
                    <a16:creationId xmlns:a16="http://schemas.microsoft.com/office/drawing/2014/main" id="{C4CE686B-974E-BB97-5EF9-65EA17FBB029}"/>
                  </a:ext>
                </a:extLst>
              </p:cNvPr>
              <p:cNvSpPr txBox="1">
                <a:spLocks noRot="1" noChangeAspect="1" noMove="1" noResize="1" noEditPoints="1" noAdjustHandles="1" noChangeArrowheads="1" noChangeShapeType="1" noTextEdit="1"/>
              </p:cNvSpPr>
              <p:nvPr/>
            </p:nvSpPr>
            <p:spPr>
              <a:xfrm>
                <a:off x="463028" y="3645024"/>
                <a:ext cx="5632972" cy="338554"/>
              </a:xfrm>
              <a:prstGeom prst="rect">
                <a:avLst/>
              </a:prstGeom>
              <a:blipFill>
                <a:blip r:embed="rId9"/>
                <a:stretch>
                  <a:fillRect b="-909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081A7E8F-FBBB-E7B9-1830-A6BF795996E5}"/>
                  </a:ext>
                </a:extLst>
              </p:cNvPr>
              <p:cNvSpPr txBox="1"/>
              <p:nvPr/>
            </p:nvSpPr>
            <p:spPr>
              <a:xfrm>
                <a:off x="489339" y="4149080"/>
                <a:ext cx="5632972" cy="338554"/>
              </a:xfrm>
              <a:prstGeom prst="rect">
                <a:avLst/>
              </a:prstGeom>
              <a:noFill/>
            </p:spPr>
            <p:txBody>
              <a:bodyPr wrap="square">
                <a:spAutoFit/>
              </a:bodyPr>
              <a:lstStyle>
                <a:defPPr>
                  <a:defRPr lang="pt-BR"/>
                </a:defPPr>
                <a:lvl1pPr>
                  <a:defRPr sz="1600"/>
                </a:lvl1pPr>
              </a:lstStyle>
              <a:p>
                <a:r>
                  <a:rPr lang="en-US"/>
                  <a:t>The equivalent current </a:t>
                </a:r>
                <a14:m>
                  <m:oMath xmlns:m="http://schemas.openxmlformats.org/officeDocument/2006/math">
                    <m:r>
                      <a:rPr lang="pt-BR" b="1" i="1" smtClean="0">
                        <a:latin typeface="Cambria Math" panose="02040503050406030204" pitchFamily="18" charset="0"/>
                      </a:rPr>
                      <m:t>𝑱</m:t>
                    </m:r>
                  </m:oMath>
                </a14:m>
                <a:r>
                  <a:rPr lang="en-US"/>
                  <a:t> may be expressed as</a:t>
                </a:r>
                <a:endParaRPr lang="pt-BR"/>
              </a:p>
            </p:txBody>
          </p:sp>
        </mc:Choice>
        <mc:Fallback xmlns="">
          <p:sp>
            <p:nvSpPr>
              <p:cNvPr id="18" name="CaixaDeTexto 17">
                <a:extLst>
                  <a:ext uri="{FF2B5EF4-FFF2-40B4-BE49-F238E27FC236}">
                    <a16:creationId xmlns:a16="http://schemas.microsoft.com/office/drawing/2014/main" id="{081A7E8F-FBBB-E7B9-1830-A6BF795996E5}"/>
                  </a:ext>
                </a:extLst>
              </p:cNvPr>
              <p:cNvSpPr txBox="1">
                <a:spLocks noRot="1" noChangeAspect="1" noMove="1" noResize="1" noEditPoints="1" noAdjustHandles="1" noChangeArrowheads="1" noChangeShapeType="1" noTextEdit="1"/>
              </p:cNvSpPr>
              <p:nvPr/>
            </p:nvSpPr>
            <p:spPr>
              <a:xfrm>
                <a:off x="489339" y="4149080"/>
                <a:ext cx="5632972" cy="338554"/>
              </a:xfrm>
              <a:prstGeom prst="rect">
                <a:avLst/>
              </a:prstGeom>
              <a:blipFill>
                <a:blip r:embed="rId10"/>
                <a:stretch>
                  <a:fillRect l="-541"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0DCA8E34-A076-A7E0-381D-F3ACA1AE8222}"/>
                  </a:ext>
                </a:extLst>
              </p:cNvPr>
              <p:cNvSpPr txBox="1"/>
              <p:nvPr/>
            </p:nvSpPr>
            <p:spPr>
              <a:xfrm>
                <a:off x="463028" y="4631650"/>
                <a:ext cx="5632972" cy="34413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a:latin typeface="Cambria Math" panose="02040503050406030204" pitchFamily="18" charset="0"/>
                        </a:rPr>
                        <m:t>=</m:t>
                      </m:r>
                      <m:sSup>
                        <m:sSupPr>
                          <m:ctrlPr>
                            <a:rPr lang="pt-BR" b="1" i="1" smtClean="0">
                              <a:latin typeface="Cambria Math" panose="02040503050406030204" pitchFamily="18" charset="0"/>
                            </a:rPr>
                          </m:ctrlPr>
                        </m:sSupPr>
                        <m:e>
                          <m:d>
                            <m:dPr>
                              <m:ctrlPr>
                                <a:rPr lang="pt-BR" b="0" i="1" smtClean="0">
                                  <a:latin typeface="Cambria Math" panose="02040503050406030204" pitchFamily="18" charset="0"/>
                                </a:rPr>
                              </m:ctrlPr>
                            </m:dPr>
                            <m:e>
                              <m:r>
                                <a:rPr lang="pt-BR" b="1" i="0" smtClean="0">
                                  <a:latin typeface="Cambria Math" panose="02040503050406030204" pitchFamily="18" charset="0"/>
                                </a:rPr>
                                <m:t>𝟏</m:t>
                              </m:r>
                              <m:r>
                                <a:rPr lang="pt-BR" b="0" i="0"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e>
                          </m:d>
                        </m:e>
                        <m:sup>
                          <m:r>
                            <a:rPr lang="pt-BR" b="0" i="1" smtClean="0">
                              <a:latin typeface="Cambria Math" panose="02040503050406030204" pitchFamily="18" charset="0"/>
                            </a:rPr>
                            <m:t>−1</m:t>
                          </m:r>
                        </m:sup>
                      </m:sSup>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smtClean="0">
                          <a:latin typeface="Cambria Math" panose="02040503050406030204" pitchFamily="18" charset="0"/>
                        </a:rPr>
                        <m:t>𝑼</m:t>
                      </m:r>
                      <m:d>
                        <m:dPr>
                          <m:begChr m:val="["/>
                          <m:endChr m:val="]"/>
                          <m:ctrlPr>
                            <a:rPr lang="pt-BR" b="1" i="1" smtClean="0">
                              <a:latin typeface="Cambria Math" panose="02040503050406030204" pitchFamily="18" charset="0"/>
                            </a:rPr>
                          </m:ctrlPr>
                        </m:dPr>
                        <m:e>
                          <m:r>
                            <a:rPr lang="pt-BR" b="1" i="1" smtClean="0">
                              <a:latin typeface="Cambria Math" panose="02040503050406030204" pitchFamily="18" charset="0"/>
                            </a:rPr>
                            <m:t>𝑹</m:t>
                          </m:r>
                          <m:d>
                            <m:dPr>
                              <m:ctrlPr>
                                <a:rPr lang="pt-BR" b="0" i="1" smtClean="0">
                                  <a:latin typeface="Cambria Math" panose="02040503050406030204" pitchFamily="18" charset="0"/>
                                </a:rPr>
                              </m:ctrlPr>
                            </m:dPr>
                            <m:e>
                              <m:r>
                                <a:rPr lang="pt-BR" b="0" i="1" smtClean="0">
                                  <a:latin typeface="Cambria Math" panose="02040503050406030204" pitchFamily="18" charset="0"/>
                                </a:rPr>
                                <m:t>𝜔</m:t>
                              </m:r>
                            </m:e>
                          </m:d>
                          <m:r>
                            <a:rPr lang="pt-BR" b="0" i="1" smtClean="0">
                              <a:latin typeface="Cambria Math" panose="02040503050406030204" pitchFamily="18" charset="0"/>
                            </a:rPr>
                            <m:t> +</m:t>
                          </m:r>
                          <m:r>
                            <a:rPr lang="pt-BR" b="0" i="1" smtClean="0">
                              <a:latin typeface="Cambria Math" panose="02040503050406030204" pitchFamily="18" charset="0"/>
                            </a:rPr>
                            <m:t>𝑗</m:t>
                          </m:r>
                          <m:r>
                            <a:rPr lang="pt-BR" b="0" i="1" smtClean="0">
                              <a:latin typeface="Cambria Math" panose="02040503050406030204" pitchFamily="18" charset="0"/>
                            </a:rPr>
                            <m:t>𝜔</m:t>
                          </m:r>
                          <m:r>
                            <a:rPr lang="pt-BR" b="1" i="1" smtClean="0">
                              <a:latin typeface="Cambria Math" panose="02040503050406030204" pitchFamily="18" charset="0"/>
                            </a:rPr>
                            <m:t>𝑳</m:t>
                          </m:r>
                          <m:d>
                            <m:dPr>
                              <m:ctrlPr>
                                <a:rPr lang="pt-BR" b="1" i="1" smtClean="0">
                                  <a:latin typeface="Cambria Math" panose="02040503050406030204" pitchFamily="18" charset="0"/>
                                </a:rPr>
                              </m:ctrlPr>
                            </m:dPr>
                            <m:e>
                              <m:r>
                                <a:rPr lang="pt-BR" i="1">
                                  <a:latin typeface="Cambria Math" panose="02040503050406030204" pitchFamily="18" charset="0"/>
                                </a:rPr>
                                <m:t>𝜔</m:t>
                              </m:r>
                            </m:e>
                          </m:d>
                        </m:e>
                      </m:d>
                      <m:r>
                        <a:rPr lang="pt-BR" b="1" i="1" smtClean="0">
                          <a:latin typeface="Cambria Math" panose="02040503050406030204" pitchFamily="18" charset="0"/>
                        </a:rPr>
                        <m:t>𝑰</m:t>
                      </m:r>
                    </m:oMath>
                  </m:oMathPara>
                </a14:m>
                <a:endParaRPr lang="en-US" b="1" i="1"/>
              </a:p>
            </p:txBody>
          </p:sp>
        </mc:Choice>
        <mc:Fallback xmlns="">
          <p:sp>
            <p:nvSpPr>
              <p:cNvPr id="19" name="CaixaDeTexto 18">
                <a:extLst>
                  <a:ext uri="{FF2B5EF4-FFF2-40B4-BE49-F238E27FC236}">
                    <a16:creationId xmlns:a16="http://schemas.microsoft.com/office/drawing/2014/main" id="{0DCA8E34-A076-A7E0-381D-F3ACA1AE8222}"/>
                  </a:ext>
                </a:extLst>
              </p:cNvPr>
              <p:cNvSpPr txBox="1">
                <a:spLocks noRot="1" noChangeAspect="1" noMove="1" noResize="1" noEditPoints="1" noAdjustHandles="1" noChangeArrowheads="1" noChangeShapeType="1" noTextEdit="1"/>
              </p:cNvSpPr>
              <p:nvPr/>
            </p:nvSpPr>
            <p:spPr>
              <a:xfrm>
                <a:off x="463028" y="4631650"/>
                <a:ext cx="5632972" cy="344133"/>
              </a:xfrm>
              <a:prstGeom prst="rect">
                <a:avLst/>
              </a:prstGeom>
              <a:blipFill>
                <a:blip r:embed="rId11"/>
                <a:stretch>
                  <a:fillRect b="-714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9E37712A-FAE9-A84F-271C-3958B38F5E3A}"/>
                  </a:ext>
                </a:extLst>
              </p:cNvPr>
              <p:cNvSpPr txBox="1"/>
              <p:nvPr/>
            </p:nvSpPr>
            <p:spPr>
              <a:xfrm>
                <a:off x="493395" y="5099702"/>
                <a:ext cx="5386581" cy="584775"/>
              </a:xfrm>
              <a:prstGeom prst="rect">
                <a:avLst/>
              </a:prstGeom>
              <a:noFill/>
            </p:spPr>
            <p:txBody>
              <a:bodyPr wrap="square">
                <a:spAutoFit/>
              </a:bodyPr>
              <a:lstStyle>
                <a:defPPr>
                  <a:defRPr lang="pt-BR"/>
                </a:defPPr>
                <a:lvl1pPr>
                  <a:defRPr sz="1600"/>
                </a:lvl1pPr>
              </a:lstStyle>
              <a:p>
                <a:r>
                  <a:rPr lang="en-US"/>
                  <a:t>where </a:t>
                </a:r>
                <a:r>
                  <a:rPr lang="en-US" b="1"/>
                  <a:t>1</a:t>
                </a:r>
                <a:r>
                  <a:rPr lang="en-US"/>
                  <a:t> is the identity matrix. Next, we left multiply equation above by </a:t>
                </a:r>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𝑼</m:t>
                        </m:r>
                      </m:e>
                      <m:sup>
                        <m:r>
                          <a:rPr lang="en-US" i="1" smtClean="0">
                            <a:latin typeface="Cambria Math" panose="02040503050406030204" pitchFamily="18" charset="0"/>
                          </a:rPr>
                          <m:t>𝑇</m:t>
                        </m:r>
                      </m:sup>
                    </m:sSup>
                  </m:oMath>
                </a14:m>
                <a:r>
                  <a:rPr lang="en-US"/>
                  <a:t> to get:</a:t>
                </a:r>
                <a:endParaRPr lang="pt-BR"/>
              </a:p>
            </p:txBody>
          </p:sp>
        </mc:Choice>
        <mc:Fallback xmlns="">
          <p:sp>
            <p:nvSpPr>
              <p:cNvPr id="20" name="CaixaDeTexto 19">
                <a:extLst>
                  <a:ext uri="{FF2B5EF4-FFF2-40B4-BE49-F238E27FC236}">
                    <a16:creationId xmlns:a16="http://schemas.microsoft.com/office/drawing/2014/main" id="{9E37712A-FAE9-A84F-271C-3958B38F5E3A}"/>
                  </a:ext>
                </a:extLst>
              </p:cNvPr>
              <p:cNvSpPr txBox="1">
                <a:spLocks noRot="1" noChangeAspect="1" noMove="1" noResize="1" noEditPoints="1" noAdjustHandles="1" noChangeArrowheads="1" noChangeShapeType="1" noTextEdit="1"/>
              </p:cNvSpPr>
              <p:nvPr/>
            </p:nvSpPr>
            <p:spPr>
              <a:xfrm>
                <a:off x="493395" y="5099702"/>
                <a:ext cx="5386581" cy="584775"/>
              </a:xfrm>
              <a:prstGeom prst="rect">
                <a:avLst/>
              </a:prstGeom>
              <a:blipFill>
                <a:blip r:embed="rId12"/>
                <a:stretch>
                  <a:fillRect l="-679" t="-3158"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4C942BC6-4908-AF5E-3E5D-339F8C1DCA37}"/>
                  </a:ext>
                </a:extLst>
              </p:cNvPr>
              <p:cNvSpPr txBox="1"/>
              <p:nvPr/>
            </p:nvSpPr>
            <p:spPr>
              <a:xfrm>
                <a:off x="462309" y="5813216"/>
                <a:ext cx="5632972" cy="34413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𝑰</m:t>
                      </m:r>
                      <m:r>
                        <a:rPr lang="pt-BR">
                          <a:latin typeface="Cambria Math" panose="02040503050406030204" pitchFamily="18" charset="0"/>
                        </a:rPr>
                        <m:t>=</m:t>
                      </m:r>
                      <m:r>
                        <a:rPr lang="pt-BR" b="0" i="0" smtClean="0">
                          <a:latin typeface="Cambria Math" panose="02040503050406030204" pitchFamily="18" charset="0"/>
                        </a:rPr>
                        <m:t>[</m:t>
                      </m:r>
                      <m:sSup>
                        <m:sSupPr>
                          <m:ctrlPr>
                            <a:rPr lang="pt-BR" i="1">
                              <a:latin typeface="Cambria Math" panose="02040503050406030204" pitchFamily="18" charset="0"/>
                            </a:rPr>
                          </m:ctrlPr>
                        </m:sSupPr>
                        <m:e>
                          <m:r>
                            <a:rPr lang="en-US" b="1" i="1">
                              <a:latin typeface="Cambria Math" panose="02040503050406030204" pitchFamily="18" charset="0"/>
                            </a:rPr>
                            <m:t>𝑼</m:t>
                          </m:r>
                        </m:e>
                        <m:sup>
                          <m:r>
                            <a:rPr lang="en-US" i="1">
                              <a:latin typeface="Cambria Math" panose="02040503050406030204" pitchFamily="18" charset="0"/>
                            </a:rPr>
                            <m:t>𝑇</m:t>
                          </m:r>
                        </m:sup>
                      </m:sSup>
                      <m:sSup>
                        <m:sSupPr>
                          <m:ctrlPr>
                            <a:rPr lang="pt-BR" b="1" i="1" smtClean="0">
                              <a:latin typeface="Cambria Math" panose="02040503050406030204" pitchFamily="18" charset="0"/>
                            </a:rPr>
                          </m:ctrlPr>
                        </m:sSupPr>
                        <m:e>
                          <m:d>
                            <m:dPr>
                              <m:ctrlPr>
                                <a:rPr lang="pt-BR" b="0" i="1" smtClean="0">
                                  <a:latin typeface="Cambria Math" panose="02040503050406030204" pitchFamily="18" charset="0"/>
                                </a:rPr>
                              </m:ctrlPr>
                            </m:dPr>
                            <m:e>
                              <m:r>
                                <a:rPr lang="pt-BR" b="1" i="0" smtClean="0">
                                  <a:latin typeface="Cambria Math" panose="02040503050406030204" pitchFamily="18" charset="0"/>
                                </a:rPr>
                                <m:t>𝟏</m:t>
                              </m:r>
                              <m:r>
                                <a:rPr lang="pt-BR" b="0" i="0"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e>
                          </m:d>
                        </m:e>
                        <m:sup>
                          <m:r>
                            <a:rPr lang="pt-BR" b="0" i="1" smtClean="0">
                              <a:latin typeface="Cambria Math" panose="02040503050406030204" pitchFamily="18" charset="0"/>
                            </a:rPr>
                            <m:t>−1</m:t>
                          </m:r>
                        </m:sup>
                      </m:sSup>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smtClean="0">
                          <a:latin typeface="Cambria Math" panose="02040503050406030204" pitchFamily="18" charset="0"/>
                        </a:rPr>
                        <m:t>𝑼</m:t>
                      </m:r>
                      <m:r>
                        <a:rPr lang="pt-BR" b="1" i="1">
                          <a:latin typeface="Cambria Math" panose="02040503050406030204" pitchFamily="18" charset="0"/>
                        </a:rPr>
                        <m:t>)(</m:t>
                      </m:r>
                      <m:r>
                        <a:rPr lang="pt-BR" b="1" i="1">
                          <a:latin typeface="Cambria Math" panose="02040503050406030204" pitchFamily="18" charset="0"/>
                        </a:rPr>
                        <m:t>𝑹</m:t>
                      </m:r>
                      <m:d>
                        <m:dPr>
                          <m:ctrlPr>
                            <a:rPr lang="pt-BR" i="1">
                              <a:latin typeface="Cambria Math" panose="02040503050406030204" pitchFamily="18" charset="0"/>
                            </a:rPr>
                          </m:ctrlPr>
                        </m:dPr>
                        <m:e>
                          <m:r>
                            <a:rPr lang="pt-BR" i="1">
                              <a:latin typeface="Cambria Math" panose="02040503050406030204" pitchFamily="18" charset="0"/>
                            </a:rPr>
                            <m:t>𝜔</m:t>
                          </m:r>
                        </m:e>
                      </m:d>
                      <m:r>
                        <a:rPr lang="pt-BR" i="1">
                          <a:latin typeface="Cambria Math" panose="02040503050406030204" pitchFamily="18" charset="0"/>
                        </a:rPr>
                        <m:t> +</m:t>
                      </m:r>
                      <m:r>
                        <a:rPr lang="pt-BR" i="1">
                          <a:latin typeface="Cambria Math" panose="02040503050406030204" pitchFamily="18" charset="0"/>
                        </a:rPr>
                        <m:t>𝑗</m:t>
                      </m:r>
                      <m:r>
                        <a:rPr lang="pt-BR" i="1">
                          <a:latin typeface="Cambria Math" panose="02040503050406030204" pitchFamily="18" charset="0"/>
                        </a:rPr>
                        <m:t>𝜔</m:t>
                      </m:r>
                      <m:r>
                        <a:rPr lang="pt-BR" b="1" i="1">
                          <a:latin typeface="Cambria Math" panose="02040503050406030204" pitchFamily="18" charset="0"/>
                        </a:rPr>
                        <m:t>𝑳</m:t>
                      </m:r>
                      <m:d>
                        <m:dPr>
                          <m:ctrlPr>
                            <a:rPr lang="pt-BR" b="1" i="1">
                              <a:latin typeface="Cambria Math" panose="02040503050406030204" pitchFamily="18" charset="0"/>
                            </a:rPr>
                          </m:ctrlPr>
                        </m:dPr>
                        <m:e>
                          <m:r>
                            <a:rPr lang="pt-BR" i="1">
                              <a:latin typeface="Cambria Math" panose="02040503050406030204" pitchFamily="18" charset="0"/>
                            </a:rPr>
                            <m:t>𝜔</m:t>
                          </m:r>
                        </m:e>
                      </m:d>
                      <m:r>
                        <a:rPr lang="pt-BR" b="1" i="1" smtClean="0">
                          <a:latin typeface="Cambria Math" panose="02040503050406030204" pitchFamily="18" charset="0"/>
                        </a:rPr>
                        <m:t>)] </m:t>
                      </m:r>
                      <m:r>
                        <a:rPr lang="pt-BR" b="1" i="1" smtClean="0">
                          <a:latin typeface="Cambria Math" panose="02040503050406030204" pitchFamily="18" charset="0"/>
                        </a:rPr>
                        <m:t>𝑰</m:t>
                      </m:r>
                    </m:oMath>
                  </m:oMathPara>
                </a14:m>
                <a:endParaRPr lang="en-US" b="1" i="1"/>
              </a:p>
            </p:txBody>
          </p:sp>
        </mc:Choice>
        <mc:Fallback xmlns="">
          <p:sp>
            <p:nvSpPr>
              <p:cNvPr id="21" name="CaixaDeTexto 20">
                <a:extLst>
                  <a:ext uri="{FF2B5EF4-FFF2-40B4-BE49-F238E27FC236}">
                    <a16:creationId xmlns:a16="http://schemas.microsoft.com/office/drawing/2014/main" id="{4C942BC6-4908-AF5E-3E5D-339F8C1DCA37}"/>
                  </a:ext>
                </a:extLst>
              </p:cNvPr>
              <p:cNvSpPr txBox="1">
                <a:spLocks noRot="1" noChangeAspect="1" noMove="1" noResize="1" noEditPoints="1" noAdjustHandles="1" noChangeArrowheads="1" noChangeShapeType="1" noTextEdit="1"/>
              </p:cNvSpPr>
              <p:nvPr/>
            </p:nvSpPr>
            <p:spPr>
              <a:xfrm>
                <a:off x="462309" y="5813216"/>
                <a:ext cx="5632972" cy="344133"/>
              </a:xfrm>
              <a:prstGeom prst="rect">
                <a:avLst/>
              </a:prstGeom>
              <a:blipFill>
                <a:blip r:embed="rId13"/>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BCD9D889-847A-155A-5667-6537BCD0BFAC}"/>
                  </a:ext>
                </a:extLst>
              </p:cNvPr>
              <p:cNvSpPr txBox="1"/>
              <p:nvPr/>
            </p:nvSpPr>
            <p:spPr>
              <a:xfrm>
                <a:off x="6528046" y="1377648"/>
                <a:ext cx="4789241" cy="1815882"/>
              </a:xfrm>
              <a:prstGeom prst="rect">
                <a:avLst/>
              </a:prstGeom>
              <a:noFill/>
            </p:spPr>
            <p:txBody>
              <a:bodyPr wrap="square">
                <a:spAutoFit/>
              </a:bodyPr>
              <a:lstStyle>
                <a:defPPr>
                  <a:defRPr lang="pt-BR"/>
                </a:defPPr>
                <a:lvl1pPr>
                  <a:defRPr sz="1600"/>
                </a:lvl1pPr>
              </a:lstStyle>
              <a:p>
                <a:r>
                  <a:rPr lang="en-US"/>
                  <a:t>Since all materials in the cable are linear, the p.u.l. impedance must be independent from the current flowing in the conductors. </a:t>
                </a:r>
              </a:p>
              <a:p>
                <a:endParaRPr lang="en-US"/>
              </a:p>
              <a:p>
                <a:r>
                  <a:rPr lang="en-US"/>
                  <a:t>Hence, the expression inside the square bracket on the right-hand side of </a:t>
                </a:r>
                <a14:m>
                  <m:oMath xmlns:m="http://schemas.openxmlformats.org/officeDocument/2006/math">
                    <m:r>
                      <a:rPr lang="en-US" i="1" smtClean="0">
                        <a:latin typeface="Cambria Math" panose="02040503050406030204" pitchFamily="18" charset="0"/>
                      </a:rPr>
                      <m:t>(13)</m:t>
                    </m:r>
                  </m:oMath>
                </a14:m>
                <a:r>
                  <a:rPr lang="en-US"/>
                  <a:t> must be equal to the identity matrix.</a:t>
                </a:r>
                <a:endParaRPr lang="pt-BR"/>
              </a:p>
            </p:txBody>
          </p:sp>
        </mc:Choice>
        <mc:Fallback xmlns="">
          <p:sp>
            <p:nvSpPr>
              <p:cNvPr id="22" name="CaixaDeTexto 21">
                <a:extLst>
                  <a:ext uri="{FF2B5EF4-FFF2-40B4-BE49-F238E27FC236}">
                    <a16:creationId xmlns:a16="http://schemas.microsoft.com/office/drawing/2014/main" id="{BCD9D889-847A-155A-5667-6537BCD0BFAC}"/>
                  </a:ext>
                </a:extLst>
              </p:cNvPr>
              <p:cNvSpPr txBox="1">
                <a:spLocks noRot="1" noChangeAspect="1" noMove="1" noResize="1" noEditPoints="1" noAdjustHandles="1" noChangeArrowheads="1" noChangeShapeType="1" noTextEdit="1"/>
              </p:cNvSpPr>
              <p:nvPr/>
            </p:nvSpPr>
            <p:spPr>
              <a:xfrm>
                <a:off x="6528046" y="1377648"/>
                <a:ext cx="4789241" cy="1815882"/>
              </a:xfrm>
              <a:prstGeom prst="rect">
                <a:avLst/>
              </a:prstGeom>
              <a:blipFill>
                <a:blip r:embed="rId14"/>
                <a:stretch>
                  <a:fillRect l="-763" t="-1007" b="-335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DFBC1D1E-782B-72BB-D769-6A8ABF7FD979}"/>
                  </a:ext>
                </a:extLst>
              </p:cNvPr>
              <p:cNvSpPr txBox="1"/>
              <p:nvPr/>
            </p:nvSpPr>
            <p:spPr>
              <a:xfrm>
                <a:off x="5699956" y="5834528"/>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13)</m:t>
                      </m:r>
                    </m:oMath>
                  </m:oMathPara>
                </a14:m>
                <a:endParaRPr lang="en-US" sz="1200"/>
              </a:p>
            </p:txBody>
          </p:sp>
        </mc:Choice>
        <mc:Fallback xmlns="">
          <p:sp>
            <p:nvSpPr>
              <p:cNvPr id="23" name="CaixaDeTexto 22">
                <a:extLst>
                  <a:ext uri="{FF2B5EF4-FFF2-40B4-BE49-F238E27FC236}">
                    <a16:creationId xmlns:a16="http://schemas.microsoft.com/office/drawing/2014/main" id="{DFBC1D1E-782B-72BB-D769-6A8ABF7FD979}"/>
                  </a:ext>
                </a:extLst>
              </p:cNvPr>
              <p:cNvSpPr txBox="1">
                <a:spLocks noRot="1" noChangeAspect="1" noMove="1" noResize="1" noEditPoints="1" noAdjustHandles="1" noChangeArrowheads="1" noChangeShapeType="1" noTextEdit="1"/>
              </p:cNvSpPr>
              <p:nvPr/>
            </p:nvSpPr>
            <p:spPr>
              <a:xfrm>
                <a:off x="5699956" y="5834528"/>
                <a:ext cx="468052" cy="276999"/>
              </a:xfrm>
              <a:prstGeom prst="rect">
                <a:avLst/>
              </a:prstGeom>
              <a:blipFill>
                <a:blip r:embed="rId15"/>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48E64D3E-E220-823B-0B74-E6CCD9241650}"/>
                  </a:ext>
                </a:extLst>
              </p:cNvPr>
              <p:cNvSpPr txBox="1"/>
              <p:nvPr/>
            </p:nvSpPr>
            <p:spPr>
              <a:xfrm>
                <a:off x="6528046" y="3483871"/>
                <a:ext cx="4428492" cy="34413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𝑹</m:t>
                      </m:r>
                      <m:d>
                        <m:dPr>
                          <m:ctrlPr>
                            <a:rPr lang="pt-BR" i="1">
                              <a:latin typeface="Cambria Math" panose="02040503050406030204" pitchFamily="18" charset="0"/>
                            </a:rPr>
                          </m:ctrlPr>
                        </m:dPr>
                        <m:e>
                          <m:r>
                            <a:rPr lang="pt-BR" i="1">
                              <a:latin typeface="Cambria Math" panose="02040503050406030204" pitchFamily="18" charset="0"/>
                            </a:rPr>
                            <m:t>𝜔</m:t>
                          </m:r>
                        </m:e>
                      </m:d>
                      <m:r>
                        <a:rPr lang="pt-BR" i="1">
                          <a:latin typeface="Cambria Math" panose="02040503050406030204" pitchFamily="18" charset="0"/>
                        </a:rPr>
                        <m:t> +</m:t>
                      </m:r>
                      <m:r>
                        <a:rPr lang="pt-BR" i="1">
                          <a:latin typeface="Cambria Math" panose="02040503050406030204" pitchFamily="18" charset="0"/>
                        </a:rPr>
                        <m:t>𝑗</m:t>
                      </m:r>
                      <m:r>
                        <a:rPr lang="pt-BR" i="1">
                          <a:latin typeface="Cambria Math" panose="02040503050406030204" pitchFamily="18" charset="0"/>
                        </a:rPr>
                        <m:t>𝜔</m:t>
                      </m:r>
                      <m:r>
                        <a:rPr lang="pt-BR" b="1" i="1">
                          <a:latin typeface="Cambria Math" panose="02040503050406030204" pitchFamily="18" charset="0"/>
                        </a:rPr>
                        <m:t>𝑳</m:t>
                      </m:r>
                      <m:d>
                        <m:dPr>
                          <m:ctrlPr>
                            <a:rPr lang="pt-BR" b="1" i="1">
                              <a:latin typeface="Cambria Math" panose="02040503050406030204" pitchFamily="18" charset="0"/>
                            </a:rPr>
                          </m:ctrlPr>
                        </m:dPr>
                        <m:e>
                          <m:r>
                            <a:rPr lang="pt-BR" i="1">
                              <a:latin typeface="Cambria Math" panose="02040503050406030204" pitchFamily="18" charset="0"/>
                            </a:rPr>
                            <m:t>𝜔</m:t>
                          </m:r>
                        </m:e>
                      </m:d>
                      <m:r>
                        <a:rPr lang="pt-BR">
                          <a:latin typeface="Cambria Math" panose="02040503050406030204" pitchFamily="18" charset="0"/>
                        </a:rPr>
                        <m:t>=</m:t>
                      </m:r>
                      <m:sSup>
                        <m:sSupPr>
                          <m:ctrlPr>
                            <a:rPr lang="pt-BR" b="1" i="1" smtClean="0">
                              <a:latin typeface="Cambria Math" panose="02040503050406030204" pitchFamily="18" charset="0"/>
                            </a:rPr>
                          </m:ctrlPr>
                        </m:sSupPr>
                        <m:e>
                          <m:d>
                            <m:dPr>
                              <m:begChr m:val="["/>
                              <m:endChr m:val="]"/>
                              <m:ctrlPr>
                                <a:rPr lang="pt-BR" b="0" i="1" smtClean="0">
                                  <a:latin typeface="Cambria Math" panose="02040503050406030204" pitchFamily="18" charset="0"/>
                                </a:rPr>
                              </m:ctrlPr>
                            </m:dPr>
                            <m:e>
                              <m:sSup>
                                <m:sSupPr>
                                  <m:ctrlPr>
                                    <a:rPr lang="pt-BR" i="1">
                                      <a:latin typeface="Cambria Math" panose="02040503050406030204" pitchFamily="18" charset="0"/>
                                    </a:rPr>
                                  </m:ctrlPr>
                                </m:sSupPr>
                                <m:e>
                                  <m:r>
                                    <a:rPr lang="en-US" b="1" i="1">
                                      <a:latin typeface="Cambria Math" panose="02040503050406030204" pitchFamily="18" charset="0"/>
                                    </a:rPr>
                                    <m:t>𝑼</m:t>
                                  </m:r>
                                </m:e>
                                <m:sup>
                                  <m:r>
                                    <a:rPr lang="en-US" i="1">
                                      <a:latin typeface="Cambria Math" panose="02040503050406030204" pitchFamily="18" charset="0"/>
                                    </a:rPr>
                                    <m:t>𝑇</m:t>
                                  </m:r>
                                </m:sup>
                              </m:sSup>
                              <m:sSup>
                                <m:sSupPr>
                                  <m:ctrlPr>
                                    <a:rPr lang="pt-BR" b="1" i="1" smtClean="0">
                                      <a:latin typeface="Cambria Math" panose="02040503050406030204" pitchFamily="18" charset="0"/>
                                    </a:rPr>
                                  </m:ctrlPr>
                                </m:sSupPr>
                                <m:e>
                                  <m:d>
                                    <m:dPr>
                                      <m:ctrlPr>
                                        <a:rPr lang="pt-BR" b="0" i="1" smtClean="0">
                                          <a:latin typeface="Cambria Math" panose="02040503050406030204" pitchFamily="18" charset="0"/>
                                        </a:rPr>
                                      </m:ctrlPr>
                                    </m:dPr>
                                    <m:e>
                                      <m:r>
                                        <a:rPr lang="pt-BR" b="1" i="0" smtClean="0">
                                          <a:latin typeface="Cambria Math" panose="02040503050406030204" pitchFamily="18" charset="0"/>
                                        </a:rPr>
                                        <m:t>𝟏</m:t>
                                      </m:r>
                                      <m:r>
                                        <a:rPr lang="pt-BR" b="0" i="0"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0" i="1">
                                          <a:latin typeface="Cambria Math" panose="02040503050406030204" pitchFamily="18" charset="0"/>
                                          <a:ea typeface="Cambria Math" panose="02040503050406030204" pitchFamily="18" charset="0"/>
                                        </a:rPr>
                                        <m:t>𝔾</m:t>
                                      </m:r>
                                    </m:e>
                                  </m:d>
                                </m:e>
                                <m:sup>
                                  <m:r>
                                    <a:rPr lang="pt-BR" b="0" i="1" smtClean="0">
                                      <a:latin typeface="Cambria Math" panose="02040503050406030204" pitchFamily="18" charset="0"/>
                                    </a:rPr>
                                    <m:t>−1</m:t>
                                  </m:r>
                                </m:sup>
                              </m:sSup>
                              <m:sSub>
                                <m:sSubPr>
                                  <m:ctrlPr>
                                    <a:rPr lang="pt-BR"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𝕐</m:t>
                                  </m:r>
                                </m:e>
                                <m:sub>
                                  <m:r>
                                    <a:rPr lang="pt-BR" b="1" i="1">
                                      <a:latin typeface="Cambria Math" panose="02040503050406030204" pitchFamily="18" charset="0"/>
                                      <a:ea typeface="Cambria Math" panose="02040503050406030204" pitchFamily="18" charset="0"/>
                                    </a:rPr>
                                    <m:t>𝒔</m:t>
                                  </m:r>
                                </m:sub>
                              </m:sSub>
                              <m:r>
                                <a:rPr lang="pt-BR" b="1" i="1" smtClean="0">
                                  <a:latin typeface="Cambria Math" panose="02040503050406030204" pitchFamily="18" charset="0"/>
                                </a:rPr>
                                <m:t>𝑼</m:t>
                              </m:r>
                            </m:e>
                          </m:d>
                        </m:e>
                        <m:sup>
                          <m:r>
                            <a:rPr lang="pt-BR" b="1" i="1" smtClean="0">
                              <a:latin typeface="Cambria Math" panose="02040503050406030204" pitchFamily="18" charset="0"/>
                            </a:rPr>
                            <m:t>−</m:t>
                          </m:r>
                          <m:r>
                            <a:rPr lang="pt-BR" b="1" i="1" smtClean="0">
                              <a:latin typeface="Cambria Math" panose="02040503050406030204" pitchFamily="18" charset="0"/>
                            </a:rPr>
                            <m:t>𝟏</m:t>
                          </m:r>
                        </m:sup>
                      </m:sSup>
                    </m:oMath>
                  </m:oMathPara>
                </a14:m>
                <a:endParaRPr lang="en-US" b="1" i="1"/>
              </a:p>
            </p:txBody>
          </p:sp>
        </mc:Choice>
        <mc:Fallback xmlns="">
          <p:sp>
            <p:nvSpPr>
              <p:cNvPr id="24" name="CaixaDeTexto 23">
                <a:extLst>
                  <a:ext uri="{FF2B5EF4-FFF2-40B4-BE49-F238E27FC236}">
                    <a16:creationId xmlns:a16="http://schemas.microsoft.com/office/drawing/2014/main" id="{48E64D3E-E220-823B-0B74-E6CCD9241650}"/>
                  </a:ext>
                </a:extLst>
              </p:cNvPr>
              <p:cNvSpPr txBox="1">
                <a:spLocks noRot="1" noChangeAspect="1" noMove="1" noResize="1" noEditPoints="1" noAdjustHandles="1" noChangeArrowheads="1" noChangeShapeType="1" noTextEdit="1"/>
              </p:cNvSpPr>
              <p:nvPr/>
            </p:nvSpPr>
            <p:spPr>
              <a:xfrm>
                <a:off x="6528046" y="3483871"/>
                <a:ext cx="4428492" cy="344133"/>
              </a:xfrm>
              <a:prstGeom prst="rect">
                <a:avLst/>
              </a:prstGeom>
              <a:blipFill>
                <a:blip r:embed="rId16"/>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16B37226-E8E1-B2AF-A9A3-BC5B4BDB13B7}"/>
                  </a:ext>
                </a:extLst>
              </p:cNvPr>
              <p:cNvSpPr txBox="1"/>
              <p:nvPr/>
            </p:nvSpPr>
            <p:spPr>
              <a:xfrm>
                <a:off x="11211805" y="3546583"/>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14)</m:t>
                      </m:r>
                    </m:oMath>
                  </m:oMathPara>
                </a14:m>
                <a:endParaRPr lang="en-US" sz="1200"/>
              </a:p>
            </p:txBody>
          </p:sp>
        </mc:Choice>
        <mc:Fallback xmlns="">
          <p:sp>
            <p:nvSpPr>
              <p:cNvPr id="25" name="CaixaDeTexto 24">
                <a:extLst>
                  <a:ext uri="{FF2B5EF4-FFF2-40B4-BE49-F238E27FC236}">
                    <a16:creationId xmlns:a16="http://schemas.microsoft.com/office/drawing/2014/main" id="{16B37226-E8E1-B2AF-A9A3-BC5B4BDB13B7}"/>
                  </a:ext>
                </a:extLst>
              </p:cNvPr>
              <p:cNvSpPr txBox="1">
                <a:spLocks noRot="1" noChangeAspect="1" noMove="1" noResize="1" noEditPoints="1" noAdjustHandles="1" noChangeArrowheads="1" noChangeShapeType="1" noTextEdit="1"/>
              </p:cNvSpPr>
              <p:nvPr/>
            </p:nvSpPr>
            <p:spPr>
              <a:xfrm>
                <a:off x="11211805" y="3546583"/>
                <a:ext cx="468052" cy="276999"/>
              </a:xfrm>
              <a:prstGeom prst="rect">
                <a:avLst/>
              </a:prstGeom>
              <a:blipFill>
                <a:blip r:embed="rId17"/>
                <a:stretch>
                  <a:fillRect b="-8889"/>
                </a:stretch>
              </a:blipFill>
            </p:spPr>
            <p:txBody>
              <a:bodyPr/>
              <a:lstStyle/>
              <a:p>
                <a:r>
                  <a:rPr lang="pt-BR">
                    <a:noFill/>
                  </a:rPr>
                  <a:t> </a:t>
                </a:r>
              </a:p>
            </p:txBody>
          </p:sp>
        </mc:Fallback>
      </mc:AlternateContent>
      <p:sp>
        <p:nvSpPr>
          <p:cNvPr id="26" name="Retângulo: Cantos Arredondados 25">
            <a:extLst>
              <a:ext uri="{FF2B5EF4-FFF2-40B4-BE49-F238E27FC236}">
                <a16:creationId xmlns:a16="http://schemas.microsoft.com/office/drawing/2014/main" id="{EF016933-E4EB-4391-1679-52827799F2E8}"/>
              </a:ext>
            </a:extLst>
          </p:cNvPr>
          <p:cNvSpPr/>
          <p:nvPr/>
        </p:nvSpPr>
        <p:spPr>
          <a:xfrm>
            <a:off x="6528048" y="3442379"/>
            <a:ext cx="4428492" cy="454673"/>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ED600B99-F270-DBBE-DF7E-50A8A35C2F22}"/>
                  </a:ext>
                </a:extLst>
              </p:cNvPr>
              <p:cNvSpPr txBox="1"/>
              <p:nvPr/>
            </p:nvSpPr>
            <p:spPr>
              <a:xfrm>
                <a:off x="6528047" y="4175038"/>
                <a:ext cx="4805599" cy="2081083"/>
              </a:xfrm>
              <a:prstGeom prst="rect">
                <a:avLst/>
              </a:prstGeom>
              <a:noFill/>
            </p:spPr>
            <p:txBody>
              <a:bodyPr wrap="square">
                <a:spAutoFit/>
              </a:bodyPr>
              <a:lstStyle>
                <a:defPPr>
                  <a:defRPr lang="pt-BR"/>
                </a:defPPr>
                <a:lvl1pPr>
                  <a:defRPr sz="1600"/>
                </a:lvl1pPr>
              </a:lstStyle>
              <a:p>
                <a:r>
                  <a:rPr lang="en-US"/>
                  <a:t>The partial p.u.l. impedance relates the scalar potential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𝑉</m:t>
                        </m:r>
                      </m:e>
                      <m:sub>
                        <m:r>
                          <a:rPr lang="en-US" i="1" smtClean="0">
                            <a:latin typeface="Cambria Math" panose="02040503050406030204" pitchFamily="18" charset="0"/>
                          </a:rPr>
                          <m:t>𝑝</m:t>
                        </m:r>
                      </m:sub>
                    </m:sSub>
                  </m:oMath>
                </a14:m>
                <a:r>
                  <a:rPr lang="en-US"/>
                  <a:t> and current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𝐼</m:t>
                        </m:r>
                      </m:e>
                      <m:sub>
                        <m:r>
                          <a:rPr lang="en-US" i="1" smtClean="0">
                            <a:latin typeface="Cambria Math" panose="02040503050406030204" pitchFamily="18" charset="0"/>
                          </a:rPr>
                          <m:t>𝑝</m:t>
                        </m:r>
                      </m:sub>
                    </m:sSub>
                  </m:oMath>
                </a14:m>
                <a:r>
                  <a:rPr lang="en-US"/>
                  <a:t> in each conductor of a MTL.</a:t>
                </a:r>
              </a:p>
              <a:p>
                <a:endParaRPr lang="en-US"/>
              </a:p>
              <a:p>
                <a:r>
                  <a:rPr lang="en-US"/>
                  <a:t>In order to know the total current in each conductor, it’s possible to perform reduction of the partial p.u.l. impedance on the total p.u.l. impedance parameters.</a:t>
                </a:r>
                <a:endParaRPr lang="pt-BR"/>
              </a:p>
            </p:txBody>
          </p:sp>
        </mc:Choice>
        <mc:Fallback xmlns="">
          <p:sp>
            <p:nvSpPr>
              <p:cNvPr id="30" name="CaixaDeTexto 29">
                <a:extLst>
                  <a:ext uri="{FF2B5EF4-FFF2-40B4-BE49-F238E27FC236}">
                    <a16:creationId xmlns:a16="http://schemas.microsoft.com/office/drawing/2014/main" id="{ED600B99-F270-DBBE-DF7E-50A8A35C2F22}"/>
                  </a:ext>
                </a:extLst>
              </p:cNvPr>
              <p:cNvSpPr txBox="1">
                <a:spLocks noRot="1" noChangeAspect="1" noMove="1" noResize="1" noEditPoints="1" noAdjustHandles="1" noChangeArrowheads="1" noChangeShapeType="1" noTextEdit="1"/>
              </p:cNvSpPr>
              <p:nvPr/>
            </p:nvSpPr>
            <p:spPr>
              <a:xfrm>
                <a:off x="6528047" y="4175038"/>
                <a:ext cx="4805599" cy="2081083"/>
              </a:xfrm>
              <a:prstGeom prst="rect">
                <a:avLst/>
              </a:prstGeom>
              <a:blipFill>
                <a:blip r:embed="rId18"/>
                <a:stretch>
                  <a:fillRect l="-761" t="-880" b="-2933"/>
                </a:stretch>
              </a:blipFill>
            </p:spPr>
            <p:txBody>
              <a:bodyPr/>
              <a:lstStyle/>
              <a:p>
                <a:r>
                  <a:rPr lang="pt-BR">
                    <a:noFill/>
                  </a:rPr>
                  <a:t> </a:t>
                </a:r>
              </a:p>
            </p:txBody>
          </p:sp>
        </mc:Fallback>
      </mc:AlternateContent>
    </p:spTree>
    <p:extLst>
      <p:ext uri="{BB962C8B-B14F-4D97-AF65-F5344CB8AC3E}">
        <p14:creationId xmlns:p14="http://schemas.microsoft.com/office/powerpoint/2010/main" val="580419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23</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Total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75F1EE07-FF18-5666-6CD3-1C996B921451}"/>
                  </a:ext>
                </a:extLst>
              </p:cNvPr>
              <p:cNvSpPr txBox="1"/>
              <p:nvPr/>
            </p:nvSpPr>
            <p:spPr>
              <a:xfrm>
                <a:off x="489346" y="1389100"/>
                <a:ext cx="4877596" cy="1323439"/>
              </a:xfrm>
              <a:prstGeom prst="rect">
                <a:avLst/>
              </a:prstGeom>
              <a:noFill/>
            </p:spPr>
            <p:txBody>
              <a:bodyPr wrap="square">
                <a:spAutoFit/>
              </a:bodyPr>
              <a:lstStyle>
                <a:defPPr>
                  <a:defRPr lang="pt-BR"/>
                </a:defPPr>
                <a:lvl1pPr>
                  <a:defRPr sz="1600"/>
                </a:lvl1pPr>
              </a:lstStyle>
              <a:p>
                <a:r>
                  <a:rPr lang="en-US"/>
                  <a:t>For a configuration in which multiple conductors are lumped into the same line, is desirable to relate </a:t>
                </a:r>
                <a:r>
                  <a:rPr lang="en-US">
                    <a:solidFill>
                      <a:srgbClr val="0070C0"/>
                    </a:solidFill>
                  </a:rPr>
                  <a:t>line potential</a:t>
                </a:r>
                <a:r>
                  <a:rPr lang="en-US"/>
                  <a:t>, </a:t>
                </a:r>
                <a14:m>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i="1">
                            <a:latin typeface="Cambria Math" panose="02040503050406030204" pitchFamily="18" charset="0"/>
                            <a:cs typeface="Arial" panose="020B0604020202020204" pitchFamily="34" charset="0"/>
                          </a:rPr>
                          <m:t>𝑙</m:t>
                        </m:r>
                      </m:sub>
                    </m:sSub>
                  </m:oMath>
                </a14:m>
                <a:r>
                  <a:rPr lang="en-US"/>
                  <a:t>, with </a:t>
                </a:r>
                <a:r>
                  <a:rPr lang="en-US">
                    <a:solidFill>
                      <a:srgbClr val="0070C0"/>
                    </a:solidFill>
                  </a:rPr>
                  <a:t>line current</a:t>
                </a:r>
                <a:r>
                  <a:rPr lang="en-US"/>
                  <a:t>,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oMath>
                </a14:m>
                <a:r>
                  <a:rPr lang="en-US"/>
                  <a:t>.</a:t>
                </a:r>
              </a:p>
              <a:p>
                <a:endParaRPr lang="en-US"/>
              </a:p>
              <a:p>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oMath>
                </a14:m>
                <a:r>
                  <a:rPr lang="en-US"/>
                  <a:t> relate with conductor current, </a:t>
                </a:r>
                <a14:m>
                  <m:oMath xmlns:m="http://schemas.openxmlformats.org/officeDocument/2006/math">
                    <m:r>
                      <a:rPr lang="en-US" b="1" i="1" smtClean="0">
                        <a:latin typeface="Cambria Math" panose="02040503050406030204" pitchFamily="18" charset="0"/>
                      </a:rPr>
                      <m:t>𝑰</m:t>
                    </m:r>
                  </m:oMath>
                </a14:m>
                <a:r>
                  <a:rPr lang="en-US"/>
                  <a:t>, through:</a:t>
                </a:r>
                <a:endParaRPr lang="pt-BR"/>
              </a:p>
            </p:txBody>
          </p:sp>
        </mc:Choice>
        <mc:Fallback xmlns="">
          <p:sp>
            <p:nvSpPr>
              <p:cNvPr id="10" name="CaixaDeTexto 9">
                <a:extLst>
                  <a:ext uri="{FF2B5EF4-FFF2-40B4-BE49-F238E27FC236}">
                    <a16:creationId xmlns:a16="http://schemas.microsoft.com/office/drawing/2014/main" id="{75F1EE07-FF18-5666-6CD3-1C996B921451}"/>
                  </a:ext>
                </a:extLst>
              </p:cNvPr>
              <p:cNvSpPr txBox="1">
                <a:spLocks noRot="1" noChangeAspect="1" noMove="1" noResize="1" noEditPoints="1" noAdjustHandles="1" noChangeArrowheads="1" noChangeShapeType="1" noTextEdit="1"/>
              </p:cNvSpPr>
              <p:nvPr/>
            </p:nvSpPr>
            <p:spPr>
              <a:xfrm>
                <a:off x="489346" y="1389100"/>
                <a:ext cx="4877596" cy="1323439"/>
              </a:xfrm>
              <a:prstGeom prst="rect">
                <a:avLst/>
              </a:prstGeom>
              <a:blipFill>
                <a:blip r:embed="rId4"/>
                <a:stretch>
                  <a:fillRect l="-625" t="-1382" b="-506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F36BB651-0A20-F8B0-CBA7-5217A4A18993}"/>
                  </a:ext>
                </a:extLst>
              </p:cNvPr>
              <p:cNvSpPr txBox="1"/>
              <p:nvPr/>
            </p:nvSpPr>
            <p:spPr>
              <a:xfrm>
                <a:off x="2305894" y="2934841"/>
                <a:ext cx="972108" cy="34413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pt-BR" b="1" i="1" smtClean="0">
                              <a:latin typeface="Cambria Math" panose="02040503050406030204" pitchFamily="18" charset="0"/>
                            </a:rPr>
                            <m:t>𝑰</m:t>
                          </m:r>
                        </m:e>
                        <m:sub>
                          <m:r>
                            <a:rPr lang="pt-BR" b="0" i="1" smtClean="0">
                              <a:latin typeface="Cambria Math" panose="02040503050406030204" pitchFamily="18" charset="0"/>
                            </a:rPr>
                            <m:t>𝑙</m:t>
                          </m:r>
                        </m:sub>
                      </m:sSub>
                      <m:r>
                        <a:rPr lang="pt-BR">
                          <a:latin typeface="Cambria Math" panose="02040503050406030204" pitchFamily="18" charset="0"/>
                        </a:rPr>
                        <m:t>=</m:t>
                      </m:r>
                      <m:r>
                        <a:rPr lang="pt-BR" b="1" i="1" smtClean="0">
                          <a:latin typeface="Cambria Math" panose="02040503050406030204" pitchFamily="18" charset="0"/>
                        </a:rPr>
                        <m:t>𝑸𝑰</m:t>
                      </m:r>
                    </m:oMath>
                  </m:oMathPara>
                </a14:m>
                <a:endParaRPr lang="en-US" b="1" i="1"/>
              </a:p>
            </p:txBody>
          </p:sp>
        </mc:Choice>
        <mc:Fallback xmlns="">
          <p:sp>
            <p:nvSpPr>
              <p:cNvPr id="32" name="CaixaDeTexto 31">
                <a:extLst>
                  <a:ext uri="{FF2B5EF4-FFF2-40B4-BE49-F238E27FC236}">
                    <a16:creationId xmlns:a16="http://schemas.microsoft.com/office/drawing/2014/main" id="{F36BB651-0A20-F8B0-CBA7-5217A4A18993}"/>
                  </a:ext>
                </a:extLst>
              </p:cNvPr>
              <p:cNvSpPr txBox="1">
                <a:spLocks noRot="1" noChangeAspect="1" noMove="1" noResize="1" noEditPoints="1" noAdjustHandles="1" noChangeArrowheads="1" noChangeShapeType="1" noTextEdit="1"/>
              </p:cNvSpPr>
              <p:nvPr/>
            </p:nvSpPr>
            <p:spPr>
              <a:xfrm>
                <a:off x="2305894" y="2934841"/>
                <a:ext cx="972108" cy="344133"/>
              </a:xfrm>
              <a:prstGeom prst="rect">
                <a:avLst/>
              </a:prstGeom>
              <a:blipFill>
                <a:blip r:embed="rId5"/>
                <a:stretch>
                  <a:fillRect b="-350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4216A76C-0355-3521-1B20-EEC5F6912AA6}"/>
                  </a:ext>
                </a:extLst>
              </p:cNvPr>
              <p:cNvSpPr txBox="1"/>
              <p:nvPr/>
            </p:nvSpPr>
            <p:spPr>
              <a:xfrm>
                <a:off x="700945" y="3629342"/>
                <a:ext cx="4737297" cy="1815882"/>
              </a:xfrm>
              <a:prstGeom prst="rect">
                <a:avLst/>
              </a:prstGeom>
              <a:noFill/>
            </p:spPr>
            <p:txBody>
              <a:bodyPr wrap="square">
                <a:spAutoFit/>
              </a:bodyPr>
              <a:lstStyle>
                <a:defPPr>
                  <a:defRPr lang="pt-BR"/>
                </a:defPPr>
                <a:lvl1pPr>
                  <a:defRPr sz="1600"/>
                </a:lvl1pPr>
              </a:lstStyle>
              <a:p>
                <a:r>
                  <a:rPr lang="en-US"/>
                  <a:t>On the </a:t>
                </a:r>
                <a14:m>
                  <m:oMath xmlns:m="http://schemas.openxmlformats.org/officeDocument/2006/math">
                    <m:r>
                      <a:rPr lang="en-US" i="1" smtClean="0">
                        <a:latin typeface="Cambria Math" panose="02040503050406030204" pitchFamily="18" charset="0"/>
                      </a:rPr>
                      <m:t>𝑖</m:t>
                    </m:r>
                  </m:oMath>
                </a14:m>
                <a:r>
                  <a:rPr lang="en-US"/>
                  <a:t>-th row of </a:t>
                </a:r>
                <a14:m>
                  <m:oMath xmlns:m="http://schemas.openxmlformats.org/officeDocument/2006/math">
                    <m:r>
                      <a:rPr lang="en-US" b="1" i="1" smtClean="0">
                        <a:latin typeface="Cambria Math" panose="02040503050406030204" pitchFamily="18" charset="0"/>
                      </a:rPr>
                      <m:t>𝑸</m:t>
                    </m:r>
                  </m:oMath>
                </a14:m>
                <a:r>
                  <a:rPr lang="en-US"/>
                  <a:t>, ‘1’s are present in the columns corresponding to the conductors which are part of the </a:t>
                </a:r>
                <a14:m>
                  <m:oMath xmlns:m="http://schemas.openxmlformats.org/officeDocument/2006/math">
                    <m:r>
                      <a:rPr lang="en-US" i="1" smtClean="0">
                        <a:latin typeface="Cambria Math" panose="02040503050406030204" pitchFamily="18" charset="0"/>
                      </a:rPr>
                      <m:t>𝑖</m:t>
                    </m:r>
                  </m:oMath>
                </a14:m>
                <a:r>
                  <a:rPr lang="en-US"/>
                  <a:t>-th line, and all other columns are zero. </a:t>
                </a:r>
              </a:p>
              <a:p>
                <a:endParaRPr lang="en-US"/>
              </a:p>
              <a:p>
                <a:r>
                  <a:rPr lang="en-US" b="1"/>
                  <a:t>Incidence Matrix </a:t>
                </a:r>
                <a14:m>
                  <m:oMath xmlns:m="http://schemas.openxmlformats.org/officeDocument/2006/math">
                    <m:r>
                      <a:rPr lang="en-US" b="1" i="1" smtClean="0">
                        <a:latin typeface="Cambria Math" panose="02040503050406030204" pitchFamily="18" charset="0"/>
                      </a:rPr>
                      <m:t>𝑸</m:t>
                    </m:r>
                  </m:oMath>
                </a14:m>
                <a:r>
                  <a:rPr lang="en-US" b="1"/>
                  <a:t> state that the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r>
                      <a:rPr lang="pt-BR" b="1" i="1">
                        <a:latin typeface="Cambria Math" panose="02040503050406030204" pitchFamily="18" charset="0"/>
                        <a:cs typeface="Arial" panose="020B0604020202020204" pitchFamily="34" charset="0"/>
                      </a:rPr>
                      <m:t> </m:t>
                    </m:r>
                  </m:oMath>
                </a14:m>
                <a:r>
                  <a:rPr lang="en-US" b="1"/>
                  <a:t>is equal to the sum of currents in conductors of that particular line.</a:t>
                </a:r>
                <a:endParaRPr lang="pt-BR"/>
              </a:p>
            </p:txBody>
          </p:sp>
        </mc:Choice>
        <mc:Fallback xmlns="">
          <p:sp>
            <p:nvSpPr>
              <p:cNvPr id="33" name="CaixaDeTexto 32">
                <a:extLst>
                  <a:ext uri="{FF2B5EF4-FFF2-40B4-BE49-F238E27FC236}">
                    <a16:creationId xmlns:a16="http://schemas.microsoft.com/office/drawing/2014/main" id="{4216A76C-0355-3521-1B20-EEC5F6912AA6}"/>
                  </a:ext>
                </a:extLst>
              </p:cNvPr>
              <p:cNvSpPr txBox="1">
                <a:spLocks noRot="1" noChangeAspect="1" noMove="1" noResize="1" noEditPoints="1" noAdjustHandles="1" noChangeArrowheads="1" noChangeShapeType="1" noTextEdit="1"/>
              </p:cNvSpPr>
              <p:nvPr/>
            </p:nvSpPr>
            <p:spPr>
              <a:xfrm>
                <a:off x="700945" y="3629342"/>
                <a:ext cx="4737297" cy="1815882"/>
              </a:xfrm>
              <a:prstGeom prst="rect">
                <a:avLst/>
              </a:prstGeom>
              <a:blipFill>
                <a:blip r:embed="rId6"/>
                <a:stretch>
                  <a:fillRect l="-772" t="-1007" r="-1158" b="-3356"/>
                </a:stretch>
              </a:blipFill>
            </p:spPr>
            <p:txBody>
              <a:bodyPr/>
              <a:lstStyle/>
              <a:p>
                <a:r>
                  <a:rPr lang="pt-BR">
                    <a:noFill/>
                  </a:rPr>
                  <a:t> </a:t>
                </a:r>
              </a:p>
            </p:txBody>
          </p:sp>
        </mc:Fallback>
      </mc:AlternateContent>
      <p:sp>
        <p:nvSpPr>
          <p:cNvPr id="35" name="Retângulo: Cantos Arredondados 34">
            <a:extLst>
              <a:ext uri="{FF2B5EF4-FFF2-40B4-BE49-F238E27FC236}">
                <a16:creationId xmlns:a16="http://schemas.microsoft.com/office/drawing/2014/main" id="{6F301873-6EA2-77F3-3936-1DFB4D028717}"/>
              </a:ext>
            </a:extLst>
          </p:cNvPr>
          <p:cNvSpPr/>
          <p:nvPr/>
        </p:nvSpPr>
        <p:spPr>
          <a:xfrm>
            <a:off x="2305894" y="2862833"/>
            <a:ext cx="972108" cy="451965"/>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21EF64CA-835B-7353-E0E8-898E69F94FD8}"/>
                  </a:ext>
                </a:extLst>
              </p:cNvPr>
              <p:cNvSpPr txBox="1"/>
              <p:nvPr/>
            </p:nvSpPr>
            <p:spPr>
              <a:xfrm>
                <a:off x="6085057" y="4308520"/>
                <a:ext cx="5232231" cy="584775"/>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r>
                      <a:rPr lang="en-US" b="1" i="1" smtClean="0">
                        <a:latin typeface="Cambria Math" panose="02040503050406030204" pitchFamily="18" charset="0"/>
                      </a:rPr>
                      <m:t>𝒁</m:t>
                    </m:r>
                  </m:oMath>
                </a14:m>
                <a:r>
                  <a:rPr lang="en-US"/>
                  <a:t> is the </a:t>
                </a:r>
                <a:r>
                  <a:rPr lang="en-US" u="sng"/>
                  <a:t>partial p.u.l. impedance</a:t>
                </a:r>
                <a:r>
                  <a:rPr lang="en-US"/>
                  <a:t>, computed by the MoM-SO theory. Replacing </a:t>
                </a:r>
                <a14:m>
                  <m:oMath xmlns:m="http://schemas.openxmlformats.org/officeDocument/2006/math">
                    <m:r>
                      <a:rPr lang="en-US" i="1" smtClean="0">
                        <a:latin typeface="Cambria Math" panose="02040503050406030204" pitchFamily="18" charset="0"/>
                      </a:rPr>
                      <m:t>(15) </m:t>
                    </m:r>
                  </m:oMath>
                </a14:m>
                <a:r>
                  <a:rPr lang="en-US"/>
                  <a:t>and </a:t>
                </a:r>
                <a14:m>
                  <m:oMath xmlns:m="http://schemas.openxmlformats.org/officeDocument/2006/math">
                    <m:r>
                      <a:rPr lang="en-US" i="1" smtClean="0">
                        <a:latin typeface="Cambria Math" panose="02040503050406030204" pitchFamily="18" charset="0"/>
                      </a:rPr>
                      <m:t>(16)</m:t>
                    </m:r>
                  </m:oMath>
                </a14:m>
                <a:r>
                  <a:rPr lang="en-US"/>
                  <a:t> into </a:t>
                </a:r>
                <a14:m>
                  <m:oMath xmlns:m="http://schemas.openxmlformats.org/officeDocument/2006/math">
                    <m:r>
                      <a:rPr lang="en-US" i="1" smtClean="0">
                        <a:latin typeface="Cambria Math" panose="02040503050406030204" pitchFamily="18" charset="0"/>
                      </a:rPr>
                      <m:t>(17)</m:t>
                    </m:r>
                  </m:oMath>
                </a14:m>
                <a:r>
                  <a:rPr lang="en-US"/>
                  <a:t>,</a:t>
                </a:r>
                <a:endParaRPr lang="pt-BR"/>
              </a:p>
            </p:txBody>
          </p:sp>
        </mc:Choice>
        <mc:Fallback xmlns="">
          <p:sp>
            <p:nvSpPr>
              <p:cNvPr id="36" name="CaixaDeTexto 35">
                <a:extLst>
                  <a:ext uri="{FF2B5EF4-FFF2-40B4-BE49-F238E27FC236}">
                    <a16:creationId xmlns:a16="http://schemas.microsoft.com/office/drawing/2014/main" id="{21EF64CA-835B-7353-E0E8-898E69F94FD8}"/>
                  </a:ext>
                </a:extLst>
              </p:cNvPr>
              <p:cNvSpPr txBox="1">
                <a:spLocks noRot="1" noChangeAspect="1" noMove="1" noResize="1" noEditPoints="1" noAdjustHandles="1" noChangeArrowheads="1" noChangeShapeType="1" noTextEdit="1"/>
              </p:cNvSpPr>
              <p:nvPr/>
            </p:nvSpPr>
            <p:spPr>
              <a:xfrm>
                <a:off x="6085057" y="4308520"/>
                <a:ext cx="5232231" cy="584775"/>
              </a:xfrm>
              <a:prstGeom prst="rect">
                <a:avLst/>
              </a:prstGeom>
              <a:blipFill>
                <a:blip r:embed="rId7"/>
                <a:stretch>
                  <a:fillRect l="-582"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B6629BA-34EF-2168-2A73-2CAF29A3F9CD}"/>
                  </a:ext>
                </a:extLst>
              </p:cNvPr>
              <p:cNvSpPr txBox="1"/>
              <p:nvPr/>
            </p:nvSpPr>
            <p:spPr>
              <a:xfrm>
                <a:off x="667358" y="5590401"/>
                <a:ext cx="4770884" cy="584775"/>
              </a:xfrm>
              <a:prstGeom prst="rect">
                <a:avLst/>
              </a:prstGeom>
              <a:noFill/>
            </p:spPr>
            <p:txBody>
              <a:bodyPr wrap="square">
                <a:spAutoFit/>
              </a:bodyPr>
              <a:lstStyle>
                <a:defPPr>
                  <a:defRPr lang="pt-BR"/>
                </a:defPPr>
                <a:lvl1pPr>
                  <a:defRPr sz="1600"/>
                </a:lvl1pPr>
              </a:lstStyle>
              <a:p>
                <a14:m>
                  <m:oMath xmlns:m="http://schemas.openxmlformats.org/officeDocument/2006/math">
                    <m:r>
                      <a:rPr lang="en-US" b="1" i="1" smtClean="0">
                        <a:latin typeface="Cambria Math" panose="02040503050406030204" pitchFamily="18" charset="0"/>
                      </a:rPr>
                      <m:t>𝑸</m:t>
                    </m:r>
                  </m:oMath>
                </a14:m>
                <a:r>
                  <a:rPr lang="en-US"/>
                  <a:t> can also relate line potentials,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𝑽</m:t>
                        </m:r>
                      </m:e>
                      <m:sub>
                        <m:r>
                          <a:rPr lang="pt-BR" i="1">
                            <a:latin typeface="Cambria Math" panose="02040503050406030204" pitchFamily="18" charset="0"/>
                            <a:cs typeface="Arial" panose="020B0604020202020204" pitchFamily="34" charset="0"/>
                          </a:rPr>
                          <m:t>𝑙</m:t>
                        </m:r>
                      </m:sub>
                    </m:sSub>
                  </m:oMath>
                </a14:m>
                <a:r>
                  <a:rPr lang="en-US"/>
                  <a:t>, and conductor potentials, </a:t>
                </a:r>
                <a14:m>
                  <m:oMath xmlns:m="http://schemas.openxmlformats.org/officeDocument/2006/math">
                    <m:r>
                      <a:rPr lang="en-US" b="1" i="1" smtClean="0">
                        <a:latin typeface="Cambria Math" panose="02040503050406030204" pitchFamily="18" charset="0"/>
                      </a:rPr>
                      <m:t>𝑽</m:t>
                    </m:r>
                  </m:oMath>
                </a14:m>
                <a:r>
                  <a:rPr lang="en-US"/>
                  <a:t>, as</a:t>
                </a:r>
                <a:endParaRPr lang="pt-BR"/>
              </a:p>
            </p:txBody>
          </p:sp>
        </mc:Choice>
        <mc:Fallback xmlns="">
          <p:sp>
            <p:nvSpPr>
              <p:cNvPr id="37" name="CaixaDeTexto 36">
                <a:extLst>
                  <a:ext uri="{FF2B5EF4-FFF2-40B4-BE49-F238E27FC236}">
                    <a16:creationId xmlns:a16="http://schemas.microsoft.com/office/drawing/2014/main" id="{AB6629BA-34EF-2168-2A73-2CAF29A3F9CD}"/>
                  </a:ext>
                </a:extLst>
              </p:cNvPr>
              <p:cNvSpPr txBox="1">
                <a:spLocks noRot="1" noChangeAspect="1" noMove="1" noResize="1" noEditPoints="1" noAdjustHandles="1" noChangeArrowheads="1" noChangeShapeType="1" noTextEdit="1"/>
              </p:cNvSpPr>
              <p:nvPr/>
            </p:nvSpPr>
            <p:spPr>
              <a:xfrm>
                <a:off x="667358" y="5590401"/>
                <a:ext cx="4770884" cy="584775"/>
              </a:xfrm>
              <a:prstGeom prst="rect">
                <a:avLst/>
              </a:prstGeom>
              <a:blipFill>
                <a:blip r:embed="rId8"/>
                <a:stretch>
                  <a:fillRect l="-639"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249E7232-84ED-41DD-982A-82835E50CF1F}"/>
                  </a:ext>
                </a:extLst>
              </p:cNvPr>
              <p:cNvSpPr txBox="1"/>
              <p:nvPr/>
            </p:nvSpPr>
            <p:spPr>
              <a:xfrm>
                <a:off x="8148228" y="1433453"/>
                <a:ext cx="1116124" cy="34413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𝑽</m:t>
                      </m:r>
                      <m:r>
                        <a:rPr lang="pt-BR">
                          <a:latin typeface="Cambria Math" panose="02040503050406030204" pitchFamily="18" charset="0"/>
                        </a:rPr>
                        <m:t>=</m:t>
                      </m:r>
                      <m:sSup>
                        <m:sSupPr>
                          <m:ctrlPr>
                            <a:rPr lang="pt-BR" b="1" i="1" smtClean="0">
                              <a:latin typeface="Cambria Math" panose="02040503050406030204" pitchFamily="18" charset="0"/>
                            </a:rPr>
                          </m:ctrlPr>
                        </m:sSupPr>
                        <m:e>
                          <m:r>
                            <a:rPr lang="pt-BR" b="1" i="1" smtClean="0">
                              <a:latin typeface="Cambria Math" panose="02040503050406030204" pitchFamily="18" charset="0"/>
                            </a:rPr>
                            <m:t>𝑸</m:t>
                          </m:r>
                        </m:e>
                        <m:sup>
                          <m:r>
                            <a:rPr lang="pt-BR" b="0" i="1" smtClean="0">
                              <a:latin typeface="Cambria Math" panose="02040503050406030204" pitchFamily="18" charset="0"/>
                            </a:rPr>
                            <m:t>𝑇</m:t>
                          </m:r>
                        </m:sup>
                      </m:sSup>
                      <m:sSub>
                        <m:sSubPr>
                          <m:ctrlPr>
                            <a:rPr lang="pt-BR" b="1" i="1" smtClean="0">
                              <a:latin typeface="Cambria Math" panose="02040503050406030204" pitchFamily="18" charset="0"/>
                            </a:rPr>
                          </m:ctrlPr>
                        </m:sSubPr>
                        <m:e>
                          <m:r>
                            <a:rPr lang="pt-BR" b="1" i="1" smtClean="0">
                              <a:latin typeface="Cambria Math" panose="02040503050406030204" pitchFamily="18" charset="0"/>
                            </a:rPr>
                            <m:t>𝑽</m:t>
                          </m:r>
                        </m:e>
                        <m:sub>
                          <m:r>
                            <a:rPr lang="pt-BR" b="0" i="1" smtClean="0">
                              <a:latin typeface="Cambria Math" panose="02040503050406030204" pitchFamily="18" charset="0"/>
                            </a:rPr>
                            <m:t>𝑙</m:t>
                          </m:r>
                        </m:sub>
                      </m:sSub>
                    </m:oMath>
                  </m:oMathPara>
                </a14:m>
                <a:endParaRPr lang="en-US" b="1" i="1"/>
              </a:p>
            </p:txBody>
          </p:sp>
        </mc:Choice>
        <mc:Fallback xmlns="">
          <p:sp>
            <p:nvSpPr>
              <p:cNvPr id="38" name="CaixaDeTexto 37">
                <a:extLst>
                  <a:ext uri="{FF2B5EF4-FFF2-40B4-BE49-F238E27FC236}">
                    <a16:creationId xmlns:a16="http://schemas.microsoft.com/office/drawing/2014/main" id="{249E7232-84ED-41DD-982A-82835E50CF1F}"/>
                  </a:ext>
                </a:extLst>
              </p:cNvPr>
              <p:cNvSpPr txBox="1">
                <a:spLocks noRot="1" noChangeAspect="1" noMove="1" noResize="1" noEditPoints="1" noAdjustHandles="1" noChangeArrowheads="1" noChangeShapeType="1" noTextEdit="1"/>
              </p:cNvSpPr>
              <p:nvPr/>
            </p:nvSpPr>
            <p:spPr>
              <a:xfrm>
                <a:off x="8148228" y="1433453"/>
                <a:ext cx="1116124" cy="344133"/>
              </a:xfrm>
              <a:prstGeom prst="rect">
                <a:avLst/>
              </a:prstGeom>
              <a:blipFill>
                <a:blip r:embed="rId9"/>
                <a:stretch>
                  <a:fillRect b="-3509"/>
                </a:stretch>
              </a:blipFill>
            </p:spPr>
            <p:txBody>
              <a:bodyPr/>
              <a:lstStyle/>
              <a:p>
                <a:r>
                  <a:rPr lang="pt-BR">
                    <a:noFill/>
                  </a:rPr>
                  <a:t> </a:t>
                </a:r>
              </a:p>
            </p:txBody>
          </p:sp>
        </mc:Fallback>
      </mc:AlternateContent>
      <p:sp>
        <p:nvSpPr>
          <p:cNvPr id="39" name="CaixaDeTexto 38">
            <a:extLst>
              <a:ext uri="{FF2B5EF4-FFF2-40B4-BE49-F238E27FC236}">
                <a16:creationId xmlns:a16="http://schemas.microsoft.com/office/drawing/2014/main" id="{5E0AFD97-52BE-A635-6A10-E10C6C915873}"/>
              </a:ext>
            </a:extLst>
          </p:cNvPr>
          <p:cNvSpPr txBox="1"/>
          <p:nvPr/>
        </p:nvSpPr>
        <p:spPr>
          <a:xfrm>
            <a:off x="6085057" y="1976969"/>
            <a:ext cx="5195519" cy="1323439"/>
          </a:xfrm>
          <a:prstGeom prst="rect">
            <a:avLst/>
          </a:prstGeom>
          <a:noFill/>
        </p:spPr>
        <p:txBody>
          <a:bodyPr wrap="square">
            <a:spAutoFit/>
          </a:bodyPr>
          <a:lstStyle>
            <a:defPPr>
              <a:defRPr lang="pt-BR"/>
            </a:defPPr>
            <a:lvl1pPr>
              <a:defRPr sz="1600"/>
            </a:lvl1pPr>
          </a:lstStyle>
          <a:p>
            <a:r>
              <a:rPr lang="en-US"/>
              <a:t>which enforces that the scalar potentials of all conductors in the same line are identical.</a:t>
            </a:r>
          </a:p>
          <a:p>
            <a:endParaRPr lang="en-US"/>
          </a:p>
          <a:p>
            <a:r>
              <a:rPr lang="en-US"/>
              <a:t>Telegrapher’s equation which relates conductor currents and conductor potentials is given by</a:t>
            </a:r>
            <a:endParaRPr lang="pt-BR"/>
          </a:p>
        </p:txBody>
      </p: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C7CDA22E-5F75-C07B-4026-CF7AF6ED30D4}"/>
                  </a:ext>
                </a:extLst>
              </p:cNvPr>
              <p:cNvSpPr txBox="1"/>
              <p:nvPr/>
            </p:nvSpPr>
            <p:spPr>
              <a:xfrm>
                <a:off x="6188060" y="3521378"/>
                <a:ext cx="5273756"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b="0" i="1" smtClean="0">
                                  <a:latin typeface="Cambria Math" panose="02040503050406030204" pitchFamily="18" charset="0"/>
                                  <a:cs typeface="Arial" panose="020B0604020202020204" pitchFamily="34" charset="0"/>
                                </a:rPr>
                                <m:t> </m:t>
                              </m:r>
                            </m:sub>
                          </m:sSub>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 </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40" name="CaixaDeTexto 39">
                <a:extLst>
                  <a:ext uri="{FF2B5EF4-FFF2-40B4-BE49-F238E27FC236}">
                    <a16:creationId xmlns:a16="http://schemas.microsoft.com/office/drawing/2014/main" id="{C7CDA22E-5F75-C07B-4026-CF7AF6ED30D4}"/>
                  </a:ext>
                </a:extLst>
              </p:cNvPr>
              <p:cNvSpPr txBox="1">
                <a:spLocks noRot="1" noChangeAspect="1" noMove="1" noResize="1" noEditPoints="1" noAdjustHandles="1" noChangeArrowheads="1" noChangeShapeType="1" noTextEdit="1"/>
              </p:cNvSpPr>
              <p:nvPr/>
            </p:nvSpPr>
            <p:spPr>
              <a:xfrm>
                <a:off x="6188060" y="3521378"/>
                <a:ext cx="5273756" cy="571118"/>
              </a:xfrm>
              <a:prstGeom prst="rect">
                <a:avLst/>
              </a:prstGeom>
              <a:blipFill>
                <a:blip r:embed="rId10"/>
                <a:stretch>
                  <a:fillRect/>
                </a:stretch>
              </a:blipFill>
            </p:spPr>
            <p:txBody>
              <a:bodyPr/>
              <a:lstStyle/>
              <a:p>
                <a:r>
                  <a:rPr lang="pt-BR">
                    <a:noFill/>
                  </a:rPr>
                  <a:t> </a:t>
                </a:r>
              </a:p>
            </p:txBody>
          </p:sp>
        </mc:Fallback>
      </mc:AlternateContent>
      <p:sp>
        <p:nvSpPr>
          <p:cNvPr id="41" name="Retângulo: Cantos Arredondados 40">
            <a:extLst>
              <a:ext uri="{FF2B5EF4-FFF2-40B4-BE49-F238E27FC236}">
                <a16:creationId xmlns:a16="http://schemas.microsoft.com/office/drawing/2014/main" id="{EEC98B50-5F9B-FE3C-96ED-B158D62DBB3C}"/>
              </a:ext>
            </a:extLst>
          </p:cNvPr>
          <p:cNvSpPr/>
          <p:nvPr/>
        </p:nvSpPr>
        <p:spPr>
          <a:xfrm>
            <a:off x="8148228" y="1376772"/>
            <a:ext cx="1116124" cy="471815"/>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C0C4A6AE-F4BF-14BA-0896-3CFA47335EEC}"/>
                  </a:ext>
                </a:extLst>
              </p:cNvPr>
              <p:cNvSpPr txBox="1"/>
              <p:nvPr/>
            </p:nvSpPr>
            <p:spPr>
              <a:xfrm>
                <a:off x="5158526" y="2954723"/>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15)</m:t>
                      </m:r>
                    </m:oMath>
                  </m:oMathPara>
                </a14:m>
                <a:endParaRPr lang="en-US" sz="1200"/>
              </a:p>
            </p:txBody>
          </p:sp>
        </mc:Choice>
        <mc:Fallback xmlns="">
          <p:sp>
            <p:nvSpPr>
              <p:cNvPr id="42" name="CaixaDeTexto 41">
                <a:extLst>
                  <a:ext uri="{FF2B5EF4-FFF2-40B4-BE49-F238E27FC236}">
                    <a16:creationId xmlns:a16="http://schemas.microsoft.com/office/drawing/2014/main" id="{C0C4A6AE-F4BF-14BA-0896-3CFA47335EEC}"/>
                  </a:ext>
                </a:extLst>
              </p:cNvPr>
              <p:cNvSpPr txBox="1">
                <a:spLocks noRot="1" noChangeAspect="1" noMove="1" noResize="1" noEditPoints="1" noAdjustHandles="1" noChangeArrowheads="1" noChangeShapeType="1" noTextEdit="1"/>
              </p:cNvSpPr>
              <p:nvPr/>
            </p:nvSpPr>
            <p:spPr>
              <a:xfrm>
                <a:off x="5158526" y="2954723"/>
                <a:ext cx="468052" cy="276999"/>
              </a:xfrm>
              <a:prstGeom prst="rect">
                <a:avLst/>
              </a:prstGeom>
              <a:blipFill>
                <a:blip r:embed="rId11"/>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69389CBF-9B95-B48C-48B1-CD6A27A34D2A}"/>
                  </a:ext>
                </a:extLst>
              </p:cNvPr>
              <p:cNvSpPr txBox="1"/>
              <p:nvPr/>
            </p:nvSpPr>
            <p:spPr>
              <a:xfrm>
                <a:off x="11208568" y="1495661"/>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16)</m:t>
                      </m:r>
                    </m:oMath>
                  </m:oMathPara>
                </a14:m>
                <a:endParaRPr lang="en-US" sz="1200"/>
              </a:p>
            </p:txBody>
          </p:sp>
        </mc:Choice>
        <mc:Fallback xmlns="">
          <p:sp>
            <p:nvSpPr>
              <p:cNvPr id="43" name="CaixaDeTexto 42">
                <a:extLst>
                  <a:ext uri="{FF2B5EF4-FFF2-40B4-BE49-F238E27FC236}">
                    <a16:creationId xmlns:a16="http://schemas.microsoft.com/office/drawing/2014/main" id="{69389CBF-9B95-B48C-48B1-CD6A27A34D2A}"/>
                  </a:ext>
                </a:extLst>
              </p:cNvPr>
              <p:cNvSpPr txBox="1">
                <a:spLocks noRot="1" noChangeAspect="1" noMove="1" noResize="1" noEditPoints="1" noAdjustHandles="1" noChangeArrowheads="1" noChangeShapeType="1" noTextEdit="1"/>
              </p:cNvSpPr>
              <p:nvPr/>
            </p:nvSpPr>
            <p:spPr>
              <a:xfrm>
                <a:off x="11208568" y="1495661"/>
                <a:ext cx="468052" cy="276999"/>
              </a:xfrm>
              <a:prstGeom prst="rect">
                <a:avLst/>
              </a:prstGeom>
              <a:blipFill>
                <a:blip r:embed="rId12"/>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0044D90A-A02D-A1F8-91F5-CCE89695DB5E}"/>
                  </a:ext>
                </a:extLst>
              </p:cNvPr>
              <p:cNvSpPr txBox="1"/>
              <p:nvPr/>
            </p:nvSpPr>
            <p:spPr>
              <a:xfrm>
                <a:off x="11208568" y="369645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17)</m:t>
                      </m:r>
                    </m:oMath>
                  </m:oMathPara>
                </a14:m>
                <a:endParaRPr lang="en-US" sz="1200"/>
              </a:p>
            </p:txBody>
          </p:sp>
        </mc:Choice>
        <mc:Fallback xmlns="">
          <p:sp>
            <p:nvSpPr>
              <p:cNvPr id="44" name="CaixaDeTexto 43">
                <a:extLst>
                  <a:ext uri="{FF2B5EF4-FFF2-40B4-BE49-F238E27FC236}">
                    <a16:creationId xmlns:a16="http://schemas.microsoft.com/office/drawing/2014/main" id="{0044D90A-A02D-A1F8-91F5-CCE89695DB5E}"/>
                  </a:ext>
                </a:extLst>
              </p:cNvPr>
              <p:cNvSpPr txBox="1">
                <a:spLocks noRot="1" noChangeAspect="1" noMove="1" noResize="1" noEditPoints="1" noAdjustHandles="1" noChangeArrowheads="1" noChangeShapeType="1" noTextEdit="1"/>
              </p:cNvSpPr>
              <p:nvPr/>
            </p:nvSpPr>
            <p:spPr>
              <a:xfrm>
                <a:off x="11208568" y="3696452"/>
                <a:ext cx="468052" cy="276999"/>
              </a:xfrm>
              <a:prstGeom prst="rect">
                <a:avLst/>
              </a:prstGeom>
              <a:blipFill>
                <a:blip r:embed="rId13"/>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8161928A-540D-B66D-6403-D84E56C57AA9}"/>
                  </a:ext>
                </a:extLst>
              </p:cNvPr>
              <p:cNvSpPr txBox="1"/>
              <p:nvPr/>
            </p:nvSpPr>
            <p:spPr>
              <a:xfrm>
                <a:off x="6124297" y="5194102"/>
                <a:ext cx="527375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d>
                            <m:dPr>
                              <m:begChr m:val="["/>
                              <m:endChr m:val="]"/>
                              <m:ctrlPr>
                                <a:rPr lang="pt-BR" sz="1600" b="0" i="1" smtClean="0">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cs typeface="Arial" panose="020B0604020202020204" pitchFamily="34" charset="0"/>
                                </a:rPr>
                                <m:t>𝑸</m:t>
                              </m:r>
                              <m:sSup>
                                <m:sSupPr>
                                  <m:ctrlPr>
                                    <a:rPr lang="pt-BR" sz="1600" b="0"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𝒁</m:t>
                                  </m:r>
                                </m:e>
                                <m:sup>
                                  <m:r>
                                    <a:rPr lang="pt-BR" sz="1600" b="0" i="1" smtClean="0">
                                      <a:latin typeface="Cambria Math" panose="02040503050406030204" pitchFamily="18" charset="0"/>
                                      <a:cs typeface="Arial" panose="020B0604020202020204" pitchFamily="34" charset="0"/>
                                    </a:rPr>
                                    <m:t>−1</m:t>
                                  </m:r>
                                </m:sup>
                              </m:sSup>
                              <m:sSup>
                                <m:sSupPr>
                                  <m:ctrlPr>
                                    <a:rPr lang="pt-BR" sz="1600" b="0"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𝑸</m:t>
                                  </m:r>
                                </m:e>
                                <m:sup>
                                  <m:r>
                                    <a:rPr lang="pt-BR" sz="1600" b="0" i="1" smtClean="0">
                                      <a:latin typeface="Cambria Math" panose="02040503050406030204" pitchFamily="18" charset="0"/>
                                      <a:cs typeface="Arial" panose="020B0604020202020204" pitchFamily="34" charset="0"/>
                                    </a:rPr>
                                    <m:t>𝑇</m:t>
                                  </m:r>
                                </m:sup>
                              </m:sSup>
                            </m:e>
                          </m:d>
                        </m:e>
                        <m:sup>
                          <m:r>
                            <a:rPr lang="pt-BR" sz="1600" b="0" i="1" smtClean="0">
                              <a:latin typeface="Cambria Math" panose="02040503050406030204" pitchFamily="18" charset="0"/>
                              <a:cs typeface="Arial" panose="020B0604020202020204" pitchFamily="34" charset="0"/>
                            </a:rPr>
                            <m:t>−1</m:t>
                          </m:r>
                        </m:sup>
                      </m:sSup>
                    </m:oMath>
                  </m:oMathPara>
                </a14:m>
                <a:endParaRPr lang="pt-BR" sz="1600" b="1">
                  <a:latin typeface="Arial" panose="020B0604020202020204" pitchFamily="34" charset="0"/>
                  <a:cs typeface="Arial" panose="020B0604020202020204" pitchFamily="34" charset="0"/>
                </a:endParaRPr>
              </a:p>
            </p:txBody>
          </p:sp>
        </mc:Choice>
        <mc:Fallback xmlns="">
          <p:sp>
            <p:nvSpPr>
              <p:cNvPr id="45" name="CaixaDeTexto 44">
                <a:extLst>
                  <a:ext uri="{FF2B5EF4-FFF2-40B4-BE49-F238E27FC236}">
                    <a16:creationId xmlns:a16="http://schemas.microsoft.com/office/drawing/2014/main" id="{8161928A-540D-B66D-6403-D84E56C57AA9}"/>
                  </a:ext>
                </a:extLst>
              </p:cNvPr>
              <p:cNvSpPr txBox="1">
                <a:spLocks noRot="1" noChangeAspect="1" noMove="1" noResize="1" noEditPoints="1" noAdjustHandles="1" noChangeArrowheads="1" noChangeShapeType="1" noTextEdit="1"/>
              </p:cNvSpPr>
              <p:nvPr/>
            </p:nvSpPr>
            <p:spPr>
              <a:xfrm>
                <a:off x="6124297" y="5194102"/>
                <a:ext cx="5273756" cy="338554"/>
              </a:xfrm>
              <a:prstGeom prst="rect">
                <a:avLst/>
              </a:prstGeom>
              <a:blipFill>
                <a:blip r:embed="rId14"/>
                <a:stretch>
                  <a:fillRect b="-714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06ABEA69-54A2-08D5-3E67-341F8D7017BF}"/>
                  </a:ext>
                </a:extLst>
              </p:cNvPr>
              <p:cNvSpPr txBox="1"/>
              <p:nvPr/>
            </p:nvSpPr>
            <p:spPr>
              <a:xfrm>
                <a:off x="11223000" y="5280628"/>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18)</m:t>
                      </m:r>
                    </m:oMath>
                  </m:oMathPara>
                </a14:m>
                <a:endParaRPr lang="en-US" sz="1200"/>
              </a:p>
            </p:txBody>
          </p:sp>
        </mc:Choice>
        <mc:Fallback xmlns="">
          <p:sp>
            <p:nvSpPr>
              <p:cNvPr id="46" name="CaixaDeTexto 45">
                <a:extLst>
                  <a:ext uri="{FF2B5EF4-FFF2-40B4-BE49-F238E27FC236}">
                    <a16:creationId xmlns:a16="http://schemas.microsoft.com/office/drawing/2014/main" id="{06ABEA69-54A2-08D5-3E67-341F8D7017BF}"/>
                  </a:ext>
                </a:extLst>
              </p:cNvPr>
              <p:cNvSpPr txBox="1">
                <a:spLocks noRot="1" noChangeAspect="1" noMove="1" noResize="1" noEditPoints="1" noAdjustHandles="1" noChangeArrowheads="1" noChangeShapeType="1" noTextEdit="1"/>
              </p:cNvSpPr>
              <p:nvPr/>
            </p:nvSpPr>
            <p:spPr>
              <a:xfrm>
                <a:off x="11223000" y="5280628"/>
                <a:ext cx="468052" cy="276999"/>
              </a:xfrm>
              <a:prstGeom prst="rect">
                <a:avLst/>
              </a:prstGeom>
              <a:blipFill>
                <a:blip r:embed="rId15"/>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4EBC944D-0E05-7253-41E1-B990233A5F50}"/>
                  </a:ext>
                </a:extLst>
              </p:cNvPr>
              <p:cNvSpPr txBox="1"/>
              <p:nvPr/>
            </p:nvSpPr>
            <p:spPr>
              <a:xfrm>
                <a:off x="6096000" y="5796553"/>
                <a:ext cx="5232231" cy="584775"/>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𝑙</m:t>
                        </m:r>
                      </m:sub>
                    </m:sSub>
                  </m:oMath>
                </a14:m>
                <a:r>
                  <a:rPr lang="en-US"/>
                  <a:t> is the impedance matrix of dimension equal to number of lines (active and reference). </a:t>
                </a:r>
                <a:endParaRPr lang="pt-BR"/>
              </a:p>
            </p:txBody>
          </p:sp>
        </mc:Choice>
        <mc:Fallback xmlns="">
          <p:sp>
            <p:nvSpPr>
              <p:cNvPr id="47" name="CaixaDeTexto 46">
                <a:extLst>
                  <a:ext uri="{FF2B5EF4-FFF2-40B4-BE49-F238E27FC236}">
                    <a16:creationId xmlns:a16="http://schemas.microsoft.com/office/drawing/2014/main" id="{4EBC944D-0E05-7253-41E1-B990233A5F50}"/>
                  </a:ext>
                </a:extLst>
              </p:cNvPr>
              <p:cNvSpPr txBox="1">
                <a:spLocks noRot="1" noChangeAspect="1" noMove="1" noResize="1" noEditPoints="1" noAdjustHandles="1" noChangeArrowheads="1" noChangeShapeType="1" noTextEdit="1"/>
              </p:cNvSpPr>
              <p:nvPr/>
            </p:nvSpPr>
            <p:spPr>
              <a:xfrm>
                <a:off x="6096000" y="5796553"/>
                <a:ext cx="5232231" cy="584775"/>
              </a:xfrm>
              <a:prstGeom prst="rect">
                <a:avLst/>
              </a:prstGeom>
              <a:blipFill>
                <a:blip r:embed="rId16"/>
                <a:stretch>
                  <a:fillRect l="-583" t="-3125" b="-12500"/>
                </a:stretch>
              </a:blipFill>
            </p:spPr>
            <p:txBody>
              <a:bodyPr/>
              <a:lstStyle/>
              <a:p>
                <a:r>
                  <a:rPr lang="pt-BR">
                    <a:noFill/>
                  </a:rPr>
                  <a:t> </a:t>
                </a:r>
              </a:p>
            </p:txBody>
          </p:sp>
        </mc:Fallback>
      </mc:AlternateContent>
    </p:spTree>
    <p:extLst>
      <p:ext uri="{BB962C8B-B14F-4D97-AF65-F5344CB8AC3E}">
        <p14:creationId xmlns:p14="http://schemas.microsoft.com/office/powerpoint/2010/main" val="1995195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24</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Total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75F1EE07-FF18-5666-6CD3-1C996B921451}"/>
                  </a:ext>
                </a:extLst>
              </p:cNvPr>
              <p:cNvSpPr txBox="1"/>
              <p:nvPr/>
            </p:nvSpPr>
            <p:spPr>
              <a:xfrm>
                <a:off x="6438154" y="1379203"/>
                <a:ext cx="4877596" cy="1609671"/>
              </a:xfrm>
              <a:prstGeom prst="rect">
                <a:avLst/>
              </a:prstGeom>
              <a:noFill/>
            </p:spPr>
            <p:txBody>
              <a:bodyPr wrap="square">
                <a:spAutoFit/>
              </a:bodyPr>
              <a:lstStyle>
                <a:defPPr>
                  <a:defRPr lang="pt-BR"/>
                </a:defPPr>
                <a:lvl1pPr>
                  <a:defRPr sz="1600"/>
                </a:lvl1pPr>
              </a:lstStyle>
              <a:p>
                <a:r>
                  <a:rPr lang="en-US" b="1"/>
                  <a:t>Procedure to Calculate the Total P.u.l. Impedance</a:t>
                </a:r>
              </a:p>
              <a:p>
                <a:endParaRPr lang="en-US"/>
              </a:p>
              <a:p>
                <a:r>
                  <a:rPr lang="en-US"/>
                  <a:t>1. Store </a:t>
                </a:r>
                <a:r>
                  <a:rPr lang="en-US">
                    <a:solidFill>
                      <a:srgbClr val="0070C0"/>
                    </a:solidFill>
                  </a:rPr>
                  <a:t>line voltages </a:t>
                </a:r>
                <a:r>
                  <a:rPr lang="en-US"/>
                  <a:t>of each active line with respect to the reference line in vector </a:t>
                </a:r>
                <a14:m>
                  <m:oMath xmlns:m="http://schemas.openxmlformats.org/officeDocument/2006/math">
                    <m:sSub>
                      <m:sSubPr>
                        <m:ctrlPr>
                          <a:rPr lang="pt-BR" b="0" i="1" smtClean="0">
                            <a:latin typeface="Cambria Math" panose="02040503050406030204" pitchFamily="18" charset="0"/>
                          </a:rPr>
                        </m:ctrlPr>
                      </m:sSubPr>
                      <m:e>
                        <m:r>
                          <a:rPr lang="en-US" b="1" i="1" smtClean="0">
                            <a:latin typeface="Cambria Math" panose="02040503050406030204" pitchFamily="18" charset="0"/>
                          </a:rPr>
                          <m:t>𝑽</m:t>
                        </m:r>
                      </m:e>
                      <m:sub>
                        <m:r>
                          <a:rPr lang="pt-BR" b="1" i="1" smtClean="0">
                            <a:latin typeface="Cambria Math" panose="02040503050406030204" pitchFamily="18" charset="0"/>
                          </a:rPr>
                          <m:t>𝒏</m:t>
                        </m:r>
                      </m:sub>
                    </m:sSub>
                  </m:oMath>
                </a14:m>
                <a:r>
                  <a:rPr lang="en-US"/>
                  <a:t>. Likewise, the </a:t>
                </a:r>
                <a:r>
                  <a:rPr lang="en-US">
                    <a:solidFill>
                      <a:srgbClr val="0070C0"/>
                    </a:solidFill>
                  </a:rPr>
                  <a:t>line currents</a:t>
                </a:r>
                <a:r>
                  <a:rPr lang="en-US"/>
                  <a:t> of all active lines are stored in vector </a:t>
                </a:r>
                <a14:m>
                  <m:oMath xmlns:m="http://schemas.openxmlformats.org/officeDocument/2006/math">
                    <m:sSub>
                      <m:sSubPr>
                        <m:ctrlPr>
                          <a:rPr lang="pt-BR" b="0" i="1" smtClean="0">
                            <a:latin typeface="Cambria Math" panose="02040503050406030204" pitchFamily="18" charset="0"/>
                          </a:rPr>
                        </m:ctrlPr>
                      </m:sSubPr>
                      <m:e>
                        <m:r>
                          <a:rPr lang="en-US" b="1" i="1" smtClean="0">
                            <a:latin typeface="Cambria Math" panose="02040503050406030204" pitchFamily="18" charset="0"/>
                          </a:rPr>
                          <m:t>𝑰</m:t>
                        </m:r>
                      </m:e>
                      <m:sub>
                        <m:r>
                          <a:rPr lang="pt-BR" b="0" i="1" smtClean="0">
                            <a:latin typeface="Cambria Math" panose="02040503050406030204" pitchFamily="18" charset="0"/>
                          </a:rPr>
                          <m:t>𝑛</m:t>
                        </m:r>
                      </m:sub>
                    </m:sSub>
                  </m:oMath>
                </a14:m>
                <a:r>
                  <a:rPr lang="en-US"/>
                  <a:t>.</a:t>
                </a:r>
                <a:br>
                  <a:rPr lang="en-US"/>
                </a:br>
                <a:r>
                  <a:rPr lang="en-US"/>
                  <a:t>The Telegrapher’s equation</a:t>
                </a:r>
                <a:endParaRPr lang="pt-BR"/>
              </a:p>
            </p:txBody>
          </p:sp>
        </mc:Choice>
        <mc:Fallback xmlns="">
          <p:sp>
            <p:nvSpPr>
              <p:cNvPr id="10" name="CaixaDeTexto 9">
                <a:extLst>
                  <a:ext uri="{FF2B5EF4-FFF2-40B4-BE49-F238E27FC236}">
                    <a16:creationId xmlns:a16="http://schemas.microsoft.com/office/drawing/2014/main" id="{75F1EE07-FF18-5666-6CD3-1C996B921451}"/>
                  </a:ext>
                </a:extLst>
              </p:cNvPr>
              <p:cNvSpPr txBox="1">
                <a:spLocks noRot="1" noChangeAspect="1" noMove="1" noResize="1" noEditPoints="1" noAdjustHandles="1" noChangeArrowheads="1" noChangeShapeType="1" noTextEdit="1"/>
              </p:cNvSpPr>
              <p:nvPr/>
            </p:nvSpPr>
            <p:spPr>
              <a:xfrm>
                <a:off x="6438154" y="1379203"/>
                <a:ext cx="4877596" cy="1609671"/>
              </a:xfrm>
              <a:prstGeom prst="rect">
                <a:avLst/>
              </a:prstGeom>
              <a:blipFill>
                <a:blip r:embed="rId4"/>
                <a:stretch>
                  <a:fillRect l="-625" t="-1136" b="-15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96F4F071-F7BA-F817-D815-3DBB2A7FC13F}"/>
                  </a:ext>
                </a:extLst>
              </p:cNvPr>
              <p:cNvSpPr txBox="1"/>
              <p:nvPr/>
            </p:nvSpPr>
            <p:spPr>
              <a:xfrm>
                <a:off x="6438154" y="3145914"/>
                <a:ext cx="4877596"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b="0" i="1" smtClean="0">
                                  <a:latin typeface="Cambria Math" panose="02040503050406030204" pitchFamily="18" charset="0"/>
                                  <a:cs typeface="Arial" panose="020B0604020202020204" pitchFamily="34" charset="0"/>
                                </a:rPr>
                                <m:t>𝑛</m:t>
                              </m:r>
                            </m:sub>
                          </m:sSub>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rPr>
                          </m:ctrlPr>
                        </m:sSubPr>
                        <m:e>
                          <m:r>
                            <a:rPr lang="en-US" sz="1600" b="1" i="1">
                              <a:latin typeface="Cambria Math" panose="02040503050406030204" pitchFamily="18" charset="0"/>
                            </a:rPr>
                            <m:t>𝒁</m:t>
                          </m:r>
                        </m:e>
                        <m:sub>
                          <m:r>
                            <a:rPr lang="pt-BR" sz="1600" i="1">
                              <a:latin typeface="Cambria Math" panose="02040503050406030204" pitchFamily="18" charset="0"/>
                              <a:cs typeface="Arial" panose="020B0604020202020204" pitchFamily="34" charset="0"/>
                            </a:rPr>
                            <m:t>𝑛</m:t>
                          </m:r>
                        </m:sub>
                      </m:sSub>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0" i="1" smtClean="0">
                              <a:latin typeface="Cambria Math" panose="02040503050406030204" pitchFamily="18" charset="0"/>
                              <a:cs typeface="Arial" panose="020B0604020202020204" pitchFamily="34" charset="0"/>
                            </a:rPr>
                            <m:t>𝑛</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96F4F071-F7BA-F817-D815-3DBB2A7FC13F}"/>
                  </a:ext>
                </a:extLst>
              </p:cNvPr>
              <p:cNvSpPr txBox="1">
                <a:spLocks noRot="1" noChangeAspect="1" noMove="1" noResize="1" noEditPoints="1" noAdjustHandles="1" noChangeArrowheads="1" noChangeShapeType="1" noTextEdit="1"/>
              </p:cNvSpPr>
              <p:nvPr/>
            </p:nvSpPr>
            <p:spPr>
              <a:xfrm>
                <a:off x="6438154" y="3145914"/>
                <a:ext cx="4877596" cy="571118"/>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3CD90516-EDDF-D128-3535-353C70C31494}"/>
                  </a:ext>
                </a:extLst>
              </p:cNvPr>
              <p:cNvSpPr txBox="1"/>
              <p:nvPr/>
            </p:nvSpPr>
            <p:spPr>
              <a:xfrm>
                <a:off x="6438154" y="3789631"/>
                <a:ext cx="4879134" cy="603755"/>
              </a:xfrm>
              <a:prstGeom prst="rect">
                <a:avLst/>
              </a:prstGeom>
              <a:noFill/>
            </p:spPr>
            <p:txBody>
              <a:bodyPr wrap="square">
                <a:spAutoFit/>
              </a:bodyPr>
              <a:lstStyle>
                <a:defPPr>
                  <a:defRPr lang="pt-BR"/>
                </a:defPPr>
                <a:lvl1pPr>
                  <a:defRPr sz="1600"/>
                </a:lvl1pPr>
              </a:lstStyle>
              <a:p>
                <a:r>
                  <a:rPr lang="en-US"/>
                  <a:t>relates the line voltages and currents by the total p.u.l. impedance matrix </a:t>
                </a:r>
                <a14:m>
                  <m:oMath xmlns:m="http://schemas.openxmlformats.org/officeDocument/2006/math">
                    <m:sSub>
                      <m:sSubPr>
                        <m:ctrlPr>
                          <a:rPr lang="pt-BR" b="0" i="1" smtClean="0">
                            <a:latin typeface="Cambria Math" panose="02040503050406030204" pitchFamily="18" charset="0"/>
                          </a:rPr>
                        </m:ctrlPr>
                      </m:sSubPr>
                      <m:e>
                        <m:r>
                          <a:rPr lang="en-US" b="1" i="1" smtClean="0">
                            <a:latin typeface="Cambria Math" panose="02040503050406030204" pitchFamily="18" charset="0"/>
                          </a:rPr>
                          <m:t>𝒁</m:t>
                        </m:r>
                      </m:e>
                      <m:sub>
                        <m:r>
                          <a:rPr lang="pt-BR" b="0" i="1" smtClean="0">
                            <a:latin typeface="Cambria Math" panose="02040503050406030204" pitchFamily="18" charset="0"/>
                            <a:cs typeface="Arial" panose="020B0604020202020204" pitchFamily="34" charset="0"/>
                          </a:rPr>
                          <m:t>𝑛</m:t>
                        </m:r>
                      </m:sub>
                    </m:sSub>
                  </m:oMath>
                </a14:m>
                <a:r>
                  <a:rPr lang="en-US"/>
                  <a:t>.</a:t>
                </a:r>
                <a:endParaRPr lang="pt-BR"/>
              </a:p>
            </p:txBody>
          </p:sp>
        </mc:Choice>
        <mc:Fallback xmlns="">
          <p:sp>
            <p:nvSpPr>
              <p:cNvPr id="13" name="CaixaDeTexto 12">
                <a:extLst>
                  <a:ext uri="{FF2B5EF4-FFF2-40B4-BE49-F238E27FC236}">
                    <a16:creationId xmlns:a16="http://schemas.microsoft.com/office/drawing/2014/main" id="{3CD90516-EDDF-D128-3535-353C70C31494}"/>
                  </a:ext>
                </a:extLst>
              </p:cNvPr>
              <p:cNvSpPr txBox="1">
                <a:spLocks noRot="1" noChangeAspect="1" noMove="1" noResize="1" noEditPoints="1" noAdjustHandles="1" noChangeArrowheads="1" noChangeShapeType="1" noTextEdit="1"/>
              </p:cNvSpPr>
              <p:nvPr/>
            </p:nvSpPr>
            <p:spPr>
              <a:xfrm>
                <a:off x="6438154" y="3789631"/>
                <a:ext cx="4879134" cy="603755"/>
              </a:xfrm>
              <a:prstGeom prst="rect">
                <a:avLst/>
              </a:prstGeom>
              <a:blipFill>
                <a:blip r:embed="rId6"/>
                <a:stretch>
                  <a:fillRect l="-624" t="-3030" b="-909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987B891E-5411-A661-E7C3-3495A51E130B}"/>
                  </a:ext>
                </a:extLst>
              </p:cNvPr>
              <p:cNvSpPr txBox="1"/>
              <p:nvPr/>
            </p:nvSpPr>
            <p:spPr>
              <a:xfrm>
                <a:off x="6438154" y="4571863"/>
                <a:ext cx="4877596" cy="584775"/>
              </a:xfrm>
              <a:prstGeom prst="rect">
                <a:avLst/>
              </a:prstGeom>
              <a:noFill/>
            </p:spPr>
            <p:txBody>
              <a:bodyPr wrap="square">
                <a:spAutoFit/>
              </a:bodyPr>
              <a:lstStyle>
                <a:defPPr>
                  <a:defRPr lang="pt-BR"/>
                </a:defPPr>
                <a:lvl1pPr>
                  <a:defRPr sz="1600"/>
                </a:lvl1pPr>
              </a:lstStyle>
              <a:p>
                <a:r>
                  <a:rPr lang="en-US"/>
                  <a:t>2. Relate voltages </a:t>
                </a:r>
                <a14:m>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b="0" i="1" smtClean="0">
                            <a:latin typeface="Cambria Math" panose="02040503050406030204" pitchFamily="18" charset="0"/>
                            <a:cs typeface="Arial" panose="020B0604020202020204" pitchFamily="34" charset="0"/>
                          </a:rPr>
                          <m:t>𝑛</m:t>
                        </m:r>
                      </m:sub>
                    </m:sSub>
                  </m:oMath>
                </a14:m>
                <a:r>
                  <a:rPr lang="en-US"/>
                  <a:t> and line potentials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𝑽</m:t>
                        </m:r>
                      </m:e>
                      <m:sub>
                        <m:r>
                          <a:rPr lang="pt-BR" i="1">
                            <a:latin typeface="Cambria Math" panose="02040503050406030204" pitchFamily="18" charset="0"/>
                            <a:cs typeface="Arial" panose="020B0604020202020204" pitchFamily="34" charset="0"/>
                          </a:rPr>
                          <m:t>𝑙</m:t>
                        </m:r>
                      </m:sub>
                    </m:sSub>
                  </m:oMath>
                </a14:m>
                <a:r>
                  <a:rPr lang="en-US"/>
                  <a:t>, and currents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b="0" i="1" smtClean="0">
                            <a:latin typeface="Cambria Math" panose="02040503050406030204" pitchFamily="18" charset="0"/>
                            <a:cs typeface="Arial" panose="020B0604020202020204" pitchFamily="34" charset="0"/>
                          </a:rPr>
                          <m:t>𝑛</m:t>
                        </m:r>
                      </m:sub>
                    </m:sSub>
                  </m:oMath>
                </a14:m>
                <a:r>
                  <a:rPr lang="en-US"/>
                  <a:t> and </a:t>
                </a:r>
                <a14:m>
                  <m:oMath xmlns:m="http://schemas.openxmlformats.org/officeDocument/2006/math">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𝑰</m:t>
                        </m:r>
                      </m:e>
                      <m:sub>
                        <m:r>
                          <a:rPr lang="pt-BR" i="1">
                            <a:latin typeface="Cambria Math" panose="02040503050406030204" pitchFamily="18" charset="0"/>
                            <a:cs typeface="Arial" panose="020B0604020202020204" pitchFamily="34" charset="0"/>
                          </a:rPr>
                          <m:t>𝑙</m:t>
                        </m:r>
                      </m:sub>
                    </m:sSub>
                  </m:oMath>
                </a14:m>
                <a:r>
                  <a:rPr lang="en-US"/>
                  <a:t> through a incidence matrix </a:t>
                </a:r>
                <a14:m>
                  <m:oMath xmlns:m="http://schemas.openxmlformats.org/officeDocument/2006/math">
                    <m:r>
                      <a:rPr lang="en-US" b="1" i="1" smtClean="0">
                        <a:latin typeface="Cambria Math" panose="02040503050406030204" pitchFamily="18" charset="0"/>
                      </a:rPr>
                      <m:t>𝑺</m:t>
                    </m:r>
                  </m:oMath>
                </a14:m>
                <a:r>
                  <a:rPr lang="en-US"/>
                  <a:t>:</a:t>
                </a:r>
                <a:endParaRPr lang="pt-BR"/>
              </a:p>
            </p:txBody>
          </p:sp>
        </mc:Choice>
        <mc:Fallback xmlns="">
          <p:sp>
            <p:nvSpPr>
              <p:cNvPr id="27" name="CaixaDeTexto 26">
                <a:extLst>
                  <a:ext uri="{FF2B5EF4-FFF2-40B4-BE49-F238E27FC236}">
                    <a16:creationId xmlns:a16="http://schemas.microsoft.com/office/drawing/2014/main" id="{987B891E-5411-A661-E7C3-3495A51E130B}"/>
                  </a:ext>
                </a:extLst>
              </p:cNvPr>
              <p:cNvSpPr txBox="1">
                <a:spLocks noRot="1" noChangeAspect="1" noMove="1" noResize="1" noEditPoints="1" noAdjustHandles="1" noChangeArrowheads="1" noChangeShapeType="1" noTextEdit="1"/>
              </p:cNvSpPr>
              <p:nvPr/>
            </p:nvSpPr>
            <p:spPr>
              <a:xfrm>
                <a:off x="6438154" y="4571863"/>
                <a:ext cx="4877596" cy="584775"/>
              </a:xfrm>
              <a:prstGeom prst="rect">
                <a:avLst/>
              </a:prstGeom>
              <a:blipFill>
                <a:blip r:embed="rId7"/>
                <a:stretch>
                  <a:fillRect l="-625"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66100F78-C5D7-A403-419C-93047F709B4F}"/>
                  </a:ext>
                </a:extLst>
              </p:cNvPr>
              <p:cNvSpPr txBox="1"/>
              <p:nvPr/>
            </p:nvSpPr>
            <p:spPr>
              <a:xfrm>
                <a:off x="7967909" y="5481159"/>
                <a:ext cx="17281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a:latin typeface="Cambria Math" panose="02040503050406030204" pitchFamily="18" charset="0"/>
                              <a:cs typeface="Arial" panose="020B0604020202020204" pitchFamily="34" charset="0"/>
                            </a:rPr>
                            <m:t>𝑽</m:t>
                          </m:r>
                        </m:e>
                        <m:sub>
                          <m:r>
                            <a:rPr lang="pt-BR" sz="1600" b="1" i="1" smtClean="0">
                              <a:latin typeface="Cambria Math" panose="02040503050406030204" pitchFamily="18" charset="0"/>
                              <a:cs typeface="Arial" panose="020B0604020202020204" pitchFamily="34" charset="0"/>
                            </a:rPr>
                            <m:t>𝒏</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𝑺</m:t>
                          </m:r>
                        </m:e>
                        <m:sup>
                          <m:r>
                            <a:rPr lang="pt-BR" sz="1600" b="0" i="1" smtClean="0">
                              <a:latin typeface="Cambria Math" panose="02040503050406030204" pitchFamily="18" charset="0"/>
                              <a:cs typeface="Arial" panose="020B0604020202020204" pitchFamily="34" charset="0"/>
                            </a:rPr>
                            <m:t>𝑇</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𝑽</m:t>
                          </m:r>
                        </m:e>
                        <m:sub>
                          <m:r>
                            <a:rPr lang="pt-BR" sz="1600" i="1">
                              <a:latin typeface="Cambria Math" panose="02040503050406030204" pitchFamily="18" charset="0"/>
                              <a:cs typeface="Arial" panose="020B0604020202020204" pitchFamily="34" charset="0"/>
                            </a:rPr>
                            <m:t>𝑙</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28" name="CaixaDeTexto 27">
                <a:extLst>
                  <a:ext uri="{FF2B5EF4-FFF2-40B4-BE49-F238E27FC236}">
                    <a16:creationId xmlns:a16="http://schemas.microsoft.com/office/drawing/2014/main" id="{66100F78-C5D7-A403-419C-93047F709B4F}"/>
                  </a:ext>
                </a:extLst>
              </p:cNvPr>
              <p:cNvSpPr txBox="1">
                <a:spLocks noRot="1" noChangeAspect="1" noMove="1" noResize="1" noEditPoints="1" noAdjustHandles="1" noChangeArrowheads="1" noChangeShapeType="1" noTextEdit="1"/>
              </p:cNvSpPr>
              <p:nvPr/>
            </p:nvSpPr>
            <p:spPr>
              <a:xfrm>
                <a:off x="7967909" y="5481159"/>
                <a:ext cx="1728192" cy="33855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E67362DF-34E7-DAA4-D24F-40FB780979F5}"/>
                  </a:ext>
                </a:extLst>
              </p:cNvPr>
              <p:cNvSpPr txBox="1"/>
              <p:nvPr/>
            </p:nvSpPr>
            <p:spPr>
              <a:xfrm>
                <a:off x="7967909" y="5858376"/>
                <a:ext cx="172819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i="1">
                              <a:latin typeface="Cambria Math" panose="02040503050406030204" pitchFamily="18" charset="0"/>
                              <a:cs typeface="Arial" panose="020B0604020202020204" pitchFamily="34"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𝑺</m:t>
                          </m:r>
                        </m:e>
                        <m:sup>
                          <m:r>
                            <a:rPr lang="pt-BR" sz="1600" b="0" i="1" smtClean="0">
                              <a:latin typeface="Cambria Math" panose="02040503050406030204" pitchFamily="18" charset="0"/>
                              <a:cs typeface="Arial" panose="020B0604020202020204" pitchFamily="34" charset="0"/>
                            </a:rPr>
                            <m:t> </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0" i="1" smtClean="0">
                              <a:latin typeface="Cambria Math" panose="02040503050406030204" pitchFamily="18" charset="0"/>
                              <a:cs typeface="Arial" panose="020B0604020202020204" pitchFamily="34" charset="0"/>
                            </a:rPr>
                            <m:t>𝑛</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29" name="CaixaDeTexto 28">
                <a:extLst>
                  <a:ext uri="{FF2B5EF4-FFF2-40B4-BE49-F238E27FC236}">
                    <a16:creationId xmlns:a16="http://schemas.microsoft.com/office/drawing/2014/main" id="{E67362DF-34E7-DAA4-D24F-40FB780979F5}"/>
                  </a:ext>
                </a:extLst>
              </p:cNvPr>
              <p:cNvSpPr txBox="1">
                <a:spLocks noRot="1" noChangeAspect="1" noMove="1" noResize="1" noEditPoints="1" noAdjustHandles="1" noChangeArrowheads="1" noChangeShapeType="1" noTextEdit="1"/>
              </p:cNvSpPr>
              <p:nvPr/>
            </p:nvSpPr>
            <p:spPr>
              <a:xfrm>
                <a:off x="7967909" y="5858376"/>
                <a:ext cx="1728192" cy="338554"/>
              </a:xfrm>
              <a:prstGeom prst="rect">
                <a:avLst/>
              </a:prstGeom>
              <a:blipFill>
                <a:blip r:embed="rId9"/>
                <a:stretch>
                  <a:fillRect/>
                </a:stretch>
              </a:blipFill>
            </p:spPr>
            <p:txBody>
              <a:bodyPr/>
              <a:lstStyle/>
              <a:p>
                <a:r>
                  <a:rPr lang="pt-BR">
                    <a:noFill/>
                  </a:rPr>
                  <a:t> </a:t>
                </a:r>
              </a:p>
            </p:txBody>
          </p:sp>
        </mc:Fallback>
      </mc:AlternateContent>
      <p:sp>
        <p:nvSpPr>
          <p:cNvPr id="30" name="Retângulo: Cantos Arredondados 29">
            <a:extLst>
              <a:ext uri="{FF2B5EF4-FFF2-40B4-BE49-F238E27FC236}">
                <a16:creationId xmlns:a16="http://schemas.microsoft.com/office/drawing/2014/main" id="{E00E947C-A73E-5306-ED37-459668394D34}"/>
              </a:ext>
            </a:extLst>
          </p:cNvPr>
          <p:cNvSpPr/>
          <p:nvPr/>
        </p:nvSpPr>
        <p:spPr>
          <a:xfrm>
            <a:off x="7967909" y="5378195"/>
            <a:ext cx="1728192" cy="931125"/>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C2CE47C6-DEAC-571D-C9FC-94BDEB1C73DE}"/>
                  </a:ext>
                </a:extLst>
              </p:cNvPr>
              <p:cNvSpPr txBox="1"/>
              <p:nvPr/>
            </p:nvSpPr>
            <p:spPr>
              <a:xfrm>
                <a:off x="11243182" y="5689870"/>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19)</m:t>
                      </m:r>
                    </m:oMath>
                  </m:oMathPara>
                </a14:m>
                <a:endParaRPr lang="en-US" sz="1200"/>
              </a:p>
            </p:txBody>
          </p:sp>
        </mc:Choice>
        <mc:Fallback xmlns="">
          <p:sp>
            <p:nvSpPr>
              <p:cNvPr id="31" name="CaixaDeTexto 30">
                <a:extLst>
                  <a:ext uri="{FF2B5EF4-FFF2-40B4-BE49-F238E27FC236}">
                    <a16:creationId xmlns:a16="http://schemas.microsoft.com/office/drawing/2014/main" id="{C2CE47C6-DEAC-571D-C9FC-94BDEB1C73DE}"/>
                  </a:ext>
                </a:extLst>
              </p:cNvPr>
              <p:cNvSpPr txBox="1">
                <a:spLocks noRot="1" noChangeAspect="1" noMove="1" noResize="1" noEditPoints="1" noAdjustHandles="1" noChangeArrowheads="1" noChangeShapeType="1" noTextEdit="1"/>
              </p:cNvSpPr>
              <p:nvPr/>
            </p:nvSpPr>
            <p:spPr>
              <a:xfrm>
                <a:off x="11243182" y="5689870"/>
                <a:ext cx="468052" cy="276999"/>
              </a:xfrm>
              <a:prstGeom prst="rect">
                <a:avLst/>
              </a:prstGeom>
              <a:blipFill>
                <a:blip r:embed="rId10"/>
                <a:stretch>
                  <a:fillRect b="-6522"/>
                </a:stretch>
              </a:blipFill>
            </p:spPr>
            <p:txBody>
              <a:bodyPr/>
              <a:lstStyle/>
              <a:p>
                <a:r>
                  <a:rPr lang="pt-BR">
                    <a:noFill/>
                  </a:rPr>
                  <a:t> </a:t>
                </a:r>
              </a:p>
            </p:txBody>
          </p:sp>
        </mc:Fallback>
      </mc:AlternateContent>
      <p:sp>
        <p:nvSpPr>
          <p:cNvPr id="12" name="CaixaDeTexto 11">
            <a:extLst>
              <a:ext uri="{FF2B5EF4-FFF2-40B4-BE49-F238E27FC236}">
                <a16:creationId xmlns:a16="http://schemas.microsoft.com/office/drawing/2014/main" id="{EB3CCF7E-DD5B-74CD-F977-70679BB003E4}"/>
              </a:ext>
            </a:extLst>
          </p:cNvPr>
          <p:cNvSpPr txBox="1"/>
          <p:nvPr/>
        </p:nvSpPr>
        <p:spPr>
          <a:xfrm>
            <a:off x="490302" y="1376363"/>
            <a:ext cx="5092912" cy="4031873"/>
          </a:xfrm>
          <a:prstGeom prst="rect">
            <a:avLst/>
          </a:prstGeom>
          <a:noFill/>
        </p:spPr>
        <p:txBody>
          <a:bodyPr wrap="square">
            <a:spAutoFit/>
          </a:bodyPr>
          <a:lstStyle>
            <a:defPPr>
              <a:defRPr lang="pt-BR"/>
            </a:defPPr>
            <a:lvl1pPr>
              <a:defRPr sz="1600"/>
            </a:lvl1pPr>
          </a:lstStyle>
          <a:p>
            <a:r>
              <a:rPr lang="en-US"/>
              <a:t>For practical applications, the total p.u.l. impedance relates </a:t>
            </a:r>
            <a:r>
              <a:rPr lang="en-US" i="1"/>
              <a:t>voltages</a:t>
            </a:r>
            <a:r>
              <a:rPr lang="en-US"/>
              <a:t> with </a:t>
            </a:r>
            <a:r>
              <a:rPr lang="en-US" i="1"/>
              <a:t>currents</a:t>
            </a:r>
            <a:r>
              <a:rPr lang="en-US"/>
              <a:t> of all active lines. </a:t>
            </a:r>
          </a:p>
          <a:p>
            <a:endParaRPr lang="en-US"/>
          </a:p>
          <a:p>
            <a:r>
              <a:rPr lang="en-US"/>
              <a:t>Fot this reduction procedure, set any conductor as reference for the voltages and as return path for the currents. </a:t>
            </a:r>
          </a:p>
          <a:p>
            <a:endParaRPr lang="en-US"/>
          </a:p>
          <a:p>
            <a:r>
              <a:rPr lang="en-US" b="1"/>
              <a:t>Line</a:t>
            </a:r>
            <a:r>
              <a:rPr lang="en-US"/>
              <a:t> is a group of one or more conductors which are kept at the same potential and carry the same signal;</a:t>
            </a:r>
          </a:p>
          <a:p>
            <a:endParaRPr lang="en-US"/>
          </a:p>
          <a:p>
            <a:r>
              <a:rPr lang="en-US" b="1"/>
              <a:t>Return line</a:t>
            </a:r>
            <a:r>
              <a:rPr lang="en-US"/>
              <a:t> is used as reference for the voltage of the corresponding line, and carries the return current.</a:t>
            </a:r>
          </a:p>
          <a:p>
            <a:endParaRPr lang="en-US"/>
          </a:p>
          <a:p>
            <a:r>
              <a:rPr lang="en-US" b="1"/>
              <a:t>Line voltages </a:t>
            </a:r>
            <a:r>
              <a:rPr lang="en-US"/>
              <a:t>are defined as the difference between the potential of an active line and its corresponding return line.</a:t>
            </a:r>
            <a:endParaRPr lang="pt-BR"/>
          </a:p>
        </p:txBody>
      </p:sp>
    </p:spTree>
    <p:extLst>
      <p:ext uri="{BB962C8B-B14F-4D97-AF65-F5344CB8AC3E}">
        <p14:creationId xmlns:p14="http://schemas.microsoft.com/office/powerpoint/2010/main" val="609989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25</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Total p.u.l. Impedance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p.u.l. Impedance</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EB3CCF7E-DD5B-74CD-F977-70679BB003E4}"/>
                  </a:ext>
                </a:extLst>
              </p:cNvPr>
              <p:cNvSpPr txBox="1"/>
              <p:nvPr/>
            </p:nvSpPr>
            <p:spPr>
              <a:xfrm>
                <a:off x="490302" y="1376363"/>
                <a:ext cx="5209654" cy="1631216"/>
              </a:xfrm>
              <a:prstGeom prst="rect">
                <a:avLst/>
              </a:prstGeom>
              <a:noFill/>
            </p:spPr>
            <p:txBody>
              <a:bodyPr wrap="square">
                <a:spAutoFit/>
              </a:bodyPr>
              <a:lstStyle>
                <a:defPPr>
                  <a:defRPr lang="pt-BR"/>
                </a:defPPr>
                <a:lvl1pPr>
                  <a:defRPr sz="1600"/>
                </a:lvl1pPr>
              </a:lstStyle>
              <a:p>
                <a14:m>
                  <m:oMath xmlns:m="http://schemas.openxmlformats.org/officeDocument/2006/math">
                    <m:sSup>
                      <m:sSupPr>
                        <m:ctrlPr>
                          <a:rPr lang="pt-BR" b="1" i="1" smtClean="0">
                            <a:latin typeface="Cambria Math" panose="02040503050406030204" pitchFamily="18" charset="0"/>
                          </a:rPr>
                        </m:ctrlPr>
                      </m:sSupPr>
                      <m:e>
                        <m:r>
                          <a:rPr lang="en-US" b="1" i="1" smtClean="0">
                            <a:latin typeface="Cambria Math" panose="02040503050406030204" pitchFamily="18" charset="0"/>
                          </a:rPr>
                          <m:t>𝑺</m:t>
                        </m:r>
                      </m:e>
                      <m:sup>
                        <m:r>
                          <a:rPr lang="pt-BR" b="0" i="1" smtClean="0">
                            <a:latin typeface="Cambria Math" panose="02040503050406030204" pitchFamily="18" charset="0"/>
                          </a:rPr>
                          <m:t>𝑇</m:t>
                        </m:r>
                      </m:sup>
                    </m:sSup>
                  </m:oMath>
                </a14:m>
                <a:r>
                  <a:rPr lang="en-US"/>
                  <a:t> is made up of ‘1’s, ‘0’s, and ‘-1’s:</a:t>
                </a:r>
              </a:p>
              <a:p>
                <a:pPr marL="514350" indent="-285750">
                  <a:spcBef>
                    <a:spcPts val="1200"/>
                  </a:spcBef>
                  <a:buFont typeface="Arial" panose="020B0604020202020204" pitchFamily="34" charset="0"/>
                  <a:buChar char="•"/>
                </a:pPr>
                <a:r>
                  <a:rPr lang="en-US"/>
                  <a:t>In the </a:t>
                </a:r>
                <a14:m>
                  <m:oMath xmlns:m="http://schemas.openxmlformats.org/officeDocument/2006/math">
                    <m:r>
                      <a:rPr lang="en-US" i="1" smtClean="0">
                        <a:latin typeface="Cambria Math" panose="02040503050406030204" pitchFamily="18" charset="0"/>
                      </a:rPr>
                      <m:t>𝑖</m:t>
                    </m:r>
                  </m:oMath>
                </a14:m>
                <a:r>
                  <a:rPr lang="en-US"/>
                  <a:t>-th row, there is a “1” in the column corresponding to the active line’s line number; and</a:t>
                </a:r>
              </a:p>
              <a:p>
                <a:pPr marL="514350" indent="-285750">
                  <a:spcBef>
                    <a:spcPts val="1200"/>
                  </a:spcBef>
                  <a:buFont typeface="Arial" panose="020B0604020202020204" pitchFamily="34" charset="0"/>
                  <a:buChar char="•"/>
                </a:pPr>
                <a:r>
                  <a:rPr lang="en-US"/>
                  <a:t> “-1” in the column corresponding to the line number of its return line.</a:t>
                </a:r>
                <a:endParaRPr lang="pt-BR"/>
              </a:p>
            </p:txBody>
          </p:sp>
        </mc:Choice>
        <mc:Fallback xmlns="">
          <p:sp>
            <p:nvSpPr>
              <p:cNvPr id="12" name="CaixaDeTexto 11">
                <a:extLst>
                  <a:ext uri="{FF2B5EF4-FFF2-40B4-BE49-F238E27FC236}">
                    <a16:creationId xmlns:a16="http://schemas.microsoft.com/office/drawing/2014/main" id="{EB3CCF7E-DD5B-74CD-F977-70679BB003E4}"/>
                  </a:ext>
                </a:extLst>
              </p:cNvPr>
              <p:cNvSpPr txBox="1">
                <a:spLocks noRot="1" noChangeAspect="1" noMove="1" noResize="1" noEditPoints="1" noAdjustHandles="1" noChangeArrowheads="1" noChangeShapeType="1" noTextEdit="1"/>
              </p:cNvSpPr>
              <p:nvPr/>
            </p:nvSpPr>
            <p:spPr>
              <a:xfrm>
                <a:off x="490302" y="1376363"/>
                <a:ext cx="5209654" cy="1631216"/>
              </a:xfrm>
              <a:prstGeom prst="rect">
                <a:avLst/>
              </a:prstGeom>
              <a:blipFill>
                <a:blip r:embed="rId4"/>
                <a:stretch>
                  <a:fillRect t="-1124" b="-412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2809E10-80A8-13F9-1702-A91766264365}"/>
                  </a:ext>
                </a:extLst>
              </p:cNvPr>
              <p:cNvSpPr txBox="1"/>
              <p:nvPr/>
            </p:nvSpPr>
            <p:spPr>
              <a:xfrm>
                <a:off x="536042" y="3429000"/>
                <a:ext cx="5525542" cy="338554"/>
              </a:xfrm>
              <a:prstGeom prst="rect">
                <a:avLst/>
              </a:prstGeom>
              <a:noFill/>
            </p:spPr>
            <p:txBody>
              <a:bodyPr wrap="square">
                <a:spAutoFit/>
              </a:bodyPr>
              <a:lstStyle>
                <a:defPPr>
                  <a:defRPr lang="pt-BR"/>
                </a:defPPr>
                <a:lvl1pPr>
                  <a:defRPr sz="1600"/>
                </a:lvl1pPr>
              </a:lstStyle>
              <a:p>
                <a:r>
                  <a:rPr lang="en-US"/>
                  <a:t>3. Replacing </a:t>
                </a:r>
                <a14:m>
                  <m:oMath xmlns:m="http://schemas.openxmlformats.org/officeDocument/2006/math">
                    <m:r>
                      <a:rPr lang="en-US" i="1">
                        <a:latin typeface="Cambria Math" panose="02040503050406030204" pitchFamily="18" charset="0"/>
                      </a:rPr>
                      <m:t>(15) </m:t>
                    </m:r>
                  </m:oMath>
                </a14:m>
                <a:r>
                  <a:rPr lang="en-US"/>
                  <a:t>and </a:t>
                </a:r>
                <a14:m>
                  <m:oMath xmlns:m="http://schemas.openxmlformats.org/officeDocument/2006/math">
                    <m:r>
                      <a:rPr lang="en-US" i="1">
                        <a:latin typeface="Cambria Math" panose="02040503050406030204" pitchFamily="18" charset="0"/>
                      </a:rPr>
                      <m:t>(16)</m:t>
                    </m:r>
                  </m:oMath>
                </a14:m>
                <a:r>
                  <a:rPr lang="en-US"/>
                  <a:t> into </a:t>
                </a:r>
                <a14:m>
                  <m:oMath xmlns:m="http://schemas.openxmlformats.org/officeDocument/2006/math">
                    <m:r>
                      <a:rPr lang="en-US" i="1">
                        <a:latin typeface="Cambria Math" panose="02040503050406030204" pitchFamily="18" charset="0"/>
                      </a:rPr>
                      <m:t>(17)</m:t>
                    </m:r>
                  </m:oMath>
                </a14:m>
                <a:r>
                  <a:rPr lang="en-US"/>
                  <a:t>,</a:t>
                </a:r>
                <a:endParaRPr lang="pt-BR"/>
              </a:p>
            </p:txBody>
          </p:sp>
        </mc:Choice>
        <mc:Fallback xmlns="">
          <p:sp>
            <p:nvSpPr>
              <p:cNvPr id="3" name="CaixaDeTexto 2">
                <a:extLst>
                  <a:ext uri="{FF2B5EF4-FFF2-40B4-BE49-F238E27FC236}">
                    <a16:creationId xmlns:a16="http://schemas.microsoft.com/office/drawing/2014/main" id="{72809E10-80A8-13F9-1702-A91766264365}"/>
                  </a:ext>
                </a:extLst>
              </p:cNvPr>
              <p:cNvSpPr txBox="1">
                <a:spLocks noRot="1" noChangeAspect="1" noMove="1" noResize="1" noEditPoints="1" noAdjustHandles="1" noChangeArrowheads="1" noChangeShapeType="1" noTextEdit="1"/>
              </p:cNvSpPr>
              <p:nvPr/>
            </p:nvSpPr>
            <p:spPr>
              <a:xfrm>
                <a:off x="536042" y="3429000"/>
                <a:ext cx="5525542" cy="338554"/>
              </a:xfrm>
              <a:prstGeom prst="rect">
                <a:avLst/>
              </a:prstGeom>
              <a:blipFill>
                <a:blip r:embed="rId5"/>
                <a:stretch>
                  <a:fillRect l="-662" t="-5455" b="-2181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9EF378B8-E408-D35D-3908-9C32E9D35CFF}"/>
                  </a:ext>
                </a:extLst>
              </p:cNvPr>
              <p:cNvSpPr txBox="1"/>
              <p:nvPr/>
            </p:nvSpPr>
            <p:spPr>
              <a:xfrm>
                <a:off x="479425" y="3849955"/>
                <a:ext cx="5616575"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sSup>
                        <m:sSupPr>
                          <m:ctrlPr>
                            <a:rPr lang="pt-BR" sz="1600" b="1" i="1">
                              <a:latin typeface="Cambria Math" panose="02040503050406030204" pitchFamily="18" charset="0"/>
                            </a:rPr>
                          </m:ctrlPr>
                        </m:sSupPr>
                        <m:e>
                          <m:r>
                            <a:rPr lang="pt-BR" sz="1600" b="1" i="1">
                              <a:latin typeface="Cambria Math" panose="02040503050406030204" pitchFamily="18" charset="0"/>
                            </a:rPr>
                            <m:t>𝑸</m:t>
                          </m:r>
                        </m:e>
                        <m:sup>
                          <m:r>
                            <a:rPr lang="pt-BR" sz="1600" i="1">
                              <a:latin typeface="Cambria Math" panose="02040503050406030204" pitchFamily="18" charset="0"/>
                            </a:rPr>
                            <m:t>𝑇</m:t>
                          </m:r>
                        </m:sup>
                      </m:sSup>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rPr>
                        <m:t>]</m:t>
                      </m:r>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r>
                        <a:rPr lang="pt-BR" sz="1600" b="0" i="1" smtClean="0">
                          <a:latin typeface="Cambria Math" panose="02040503050406030204" pitchFamily="18" charset="0"/>
                          <a:cs typeface="Arial" panose="020B0604020202020204" pitchFamily="34" charset="0"/>
                        </a:rPr>
                        <m:t>[</m:t>
                      </m:r>
                      <m:sSubSup>
                        <m:sSubSupPr>
                          <m:ctrlPr>
                            <a:rPr lang="pt-BR" sz="1600" b="1" i="1" smtClean="0">
                              <a:latin typeface="Cambria Math" panose="02040503050406030204" pitchFamily="18" charset="0"/>
                              <a:cs typeface="Arial" panose="020B0604020202020204" pitchFamily="34" charset="0"/>
                            </a:rPr>
                          </m:ctrlPr>
                        </m:sSubSupPr>
                        <m:e>
                          <m:r>
                            <a:rPr lang="pt-BR" sz="1600" b="1" i="1" smtClean="0">
                              <a:latin typeface="Cambria Math" panose="02040503050406030204" pitchFamily="18" charset="0"/>
                              <a:cs typeface="Arial" panose="020B0604020202020204" pitchFamily="34" charset="0"/>
                            </a:rPr>
                            <m:t>𝑸</m:t>
                          </m:r>
                        </m:e>
                        <m:sub>
                          <m:r>
                            <a:rPr lang="pt-BR" sz="1600" b="1" i="1" smtClean="0">
                              <a:latin typeface="Cambria Math" panose="02040503050406030204" pitchFamily="18" charset="0"/>
                              <a:cs typeface="Arial" panose="020B0604020202020204" pitchFamily="34" charset="0"/>
                            </a:rPr>
                            <m:t> </m:t>
                          </m:r>
                        </m:sub>
                        <m:sup>
                          <m:r>
                            <a:rPr lang="pt-BR" sz="1600" b="0" i="1" smtClean="0">
                              <a:latin typeface="Cambria Math" panose="02040503050406030204" pitchFamily="18" charset="0"/>
                              <a:cs typeface="Arial" panose="020B0604020202020204" pitchFamily="34" charset="0"/>
                            </a:rPr>
                            <m:t>−1</m:t>
                          </m:r>
                        </m:sup>
                      </m:sSub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r>
                        <a:rPr lang="pt-BR" sz="1600" b="1" i="1" smtClean="0">
                          <a:latin typeface="Cambria Math" panose="02040503050406030204" pitchFamily="18" charset="0"/>
                          <a:cs typeface="Arial" panose="020B0604020202020204" pitchFamily="34" charset="0"/>
                        </a:rPr>
                        <m:t>]</m:t>
                      </m:r>
                    </m:oMath>
                  </m:oMathPara>
                </a14:m>
                <a:endParaRPr lang="pt-BR" sz="1600" b="1">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9EF378B8-E408-D35D-3908-9C32E9D35CFF}"/>
                  </a:ext>
                </a:extLst>
              </p:cNvPr>
              <p:cNvSpPr txBox="1">
                <a:spLocks noRot="1" noChangeAspect="1" noMove="1" noResize="1" noEditPoints="1" noAdjustHandles="1" noChangeArrowheads="1" noChangeShapeType="1" noTextEdit="1"/>
              </p:cNvSpPr>
              <p:nvPr/>
            </p:nvSpPr>
            <p:spPr>
              <a:xfrm>
                <a:off x="479425" y="3849955"/>
                <a:ext cx="5616575" cy="571118"/>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FF62544-298F-18A1-2B7D-075A3D6C0966}"/>
                  </a:ext>
                </a:extLst>
              </p:cNvPr>
              <p:cNvSpPr txBox="1"/>
              <p:nvPr/>
            </p:nvSpPr>
            <p:spPr>
              <a:xfrm>
                <a:off x="498650" y="4496292"/>
                <a:ext cx="5616575"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1" i="1">
                              <a:latin typeface="Cambria Math" panose="02040503050406030204" pitchFamily="18" charset="0"/>
                            </a:rPr>
                          </m:ctrlPr>
                        </m:sSupPr>
                        <m:e>
                          <m:r>
                            <a:rPr lang="pt-BR" sz="1600" b="1" i="1">
                              <a:latin typeface="Cambria Math" panose="02040503050406030204" pitchFamily="18" charset="0"/>
                            </a:rPr>
                            <m:t>𝑸</m:t>
                          </m:r>
                        </m:e>
                        <m:sup>
                          <m:r>
                            <a:rPr lang="pt-BR" sz="1600" i="1">
                              <a:latin typeface="Cambria Math" panose="02040503050406030204" pitchFamily="18" charset="0"/>
                            </a:rPr>
                            <m:t>𝑇</m:t>
                          </m:r>
                        </m:sup>
                      </m:sSup>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sSubSup>
                        <m:sSubSupPr>
                          <m:ctrlPr>
                            <a:rPr lang="pt-BR" sz="1600" b="1" i="1" smtClean="0">
                              <a:latin typeface="Cambria Math" panose="02040503050406030204" pitchFamily="18" charset="0"/>
                              <a:cs typeface="Arial" panose="020B0604020202020204" pitchFamily="34" charset="0"/>
                            </a:rPr>
                          </m:ctrlPr>
                        </m:sSubSupPr>
                        <m:e>
                          <m:r>
                            <a:rPr lang="pt-BR" sz="1600" b="1" i="1" smtClean="0">
                              <a:latin typeface="Cambria Math" panose="02040503050406030204" pitchFamily="18" charset="0"/>
                              <a:cs typeface="Arial" panose="020B0604020202020204" pitchFamily="34" charset="0"/>
                            </a:rPr>
                            <m:t>𝑸</m:t>
                          </m:r>
                        </m:e>
                        <m:sub>
                          <m:r>
                            <a:rPr lang="pt-BR" sz="1600" b="1" i="1" smtClean="0">
                              <a:latin typeface="Cambria Math" panose="02040503050406030204" pitchFamily="18" charset="0"/>
                              <a:cs typeface="Arial" panose="020B0604020202020204" pitchFamily="34" charset="0"/>
                            </a:rPr>
                            <m:t> </m:t>
                          </m:r>
                        </m:sub>
                        <m:sup>
                          <m:r>
                            <a:rPr lang="pt-BR" sz="1600" b="0" i="1" smtClean="0">
                              <a:latin typeface="Cambria Math" panose="02040503050406030204" pitchFamily="18" charset="0"/>
                              <a:cs typeface="Arial" panose="020B0604020202020204" pitchFamily="34" charset="0"/>
                            </a:rPr>
                            <m:t>−1</m:t>
                          </m:r>
                        </m:sup>
                      </m:sSub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7" name="CaixaDeTexto 6">
                <a:extLst>
                  <a:ext uri="{FF2B5EF4-FFF2-40B4-BE49-F238E27FC236}">
                    <a16:creationId xmlns:a16="http://schemas.microsoft.com/office/drawing/2014/main" id="{3FF62544-298F-18A1-2B7D-075A3D6C0966}"/>
                  </a:ext>
                </a:extLst>
              </p:cNvPr>
              <p:cNvSpPr txBox="1">
                <a:spLocks noRot="1" noChangeAspect="1" noMove="1" noResize="1" noEditPoints="1" noAdjustHandles="1" noChangeArrowheads="1" noChangeShapeType="1" noTextEdit="1"/>
              </p:cNvSpPr>
              <p:nvPr/>
            </p:nvSpPr>
            <p:spPr>
              <a:xfrm>
                <a:off x="498650" y="4496292"/>
                <a:ext cx="5616575" cy="571118"/>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1D302527-BF7D-5B8F-9410-1CB22D4C5DF2}"/>
                  </a:ext>
                </a:extLst>
              </p:cNvPr>
              <p:cNvSpPr txBox="1"/>
              <p:nvPr/>
            </p:nvSpPr>
            <p:spPr>
              <a:xfrm>
                <a:off x="490302" y="5250686"/>
                <a:ext cx="5605698" cy="338554"/>
              </a:xfrm>
              <a:prstGeom prst="rect">
                <a:avLst/>
              </a:prstGeom>
              <a:noFill/>
            </p:spPr>
            <p:txBody>
              <a:bodyPr wrap="square">
                <a:spAutoFit/>
              </a:bodyPr>
              <a:lstStyle>
                <a:defPPr>
                  <a:defRPr lang="pt-BR"/>
                </a:defPPr>
                <a:lvl1pPr>
                  <a:defRPr sz="1600"/>
                </a:lvl1pPr>
              </a:lstStyle>
              <a:p>
                <a:r>
                  <a:rPr lang="pt-BR"/>
                  <a:t>Multiplying both sides by </a:t>
                </a:r>
                <a14:m>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d>
                          <m:dPr>
                            <m:begChr m:val="["/>
                            <m:endChr m:val="]"/>
                            <m:ctrlPr>
                              <a:rPr lang="pt-BR" sz="1600" b="0" i="1" smtClean="0">
                                <a:latin typeface="Cambria Math" panose="02040503050406030204" pitchFamily="18" charset="0"/>
                                <a:cs typeface="Arial" panose="020B0604020202020204" pitchFamily="34" charset="0"/>
                              </a:rPr>
                            </m:ctrlPr>
                          </m:dPr>
                          <m:e>
                            <m:sSup>
                              <m:sSupPr>
                                <m:ctrlPr>
                                  <a:rPr lang="pt-BR" sz="1600" b="1" i="1">
                                    <a:latin typeface="Cambria Math" panose="02040503050406030204" pitchFamily="18" charset="0"/>
                                  </a:rPr>
                                </m:ctrlPr>
                              </m:sSupPr>
                              <m:e>
                                <m:r>
                                  <a:rPr lang="pt-BR" sz="1600" b="1" i="1">
                                    <a:latin typeface="Cambria Math" panose="02040503050406030204" pitchFamily="18" charset="0"/>
                                  </a:rPr>
                                  <m:t>𝑸</m:t>
                                </m:r>
                              </m:e>
                              <m:sup>
                                <m:r>
                                  <a:rPr lang="pt-BR" sz="1600" i="1">
                                    <a:latin typeface="Cambria Math" panose="02040503050406030204" pitchFamily="18" charset="0"/>
                                  </a:rPr>
                                  <m:t>𝑇</m:t>
                                </m:r>
                              </m:sup>
                            </m:sSup>
                          </m:e>
                        </m:d>
                      </m:e>
                      <m:sup>
                        <m:r>
                          <a:rPr lang="pt-BR" sz="1600" b="0" i="1" smtClean="0">
                            <a:latin typeface="Cambria Math" panose="02040503050406030204" pitchFamily="18" charset="0"/>
                          </a:rPr>
                          <m:t>−1</m:t>
                        </m:r>
                      </m:sup>
                    </m:sSup>
                  </m:oMath>
                </a14:m>
                <a:endParaRPr lang="pt-BR"/>
              </a:p>
            </p:txBody>
          </p:sp>
        </mc:Choice>
        <mc:Fallback xmlns="">
          <p:sp>
            <p:nvSpPr>
              <p:cNvPr id="10" name="CaixaDeTexto 9">
                <a:extLst>
                  <a:ext uri="{FF2B5EF4-FFF2-40B4-BE49-F238E27FC236}">
                    <a16:creationId xmlns:a16="http://schemas.microsoft.com/office/drawing/2014/main" id="{1D302527-BF7D-5B8F-9410-1CB22D4C5DF2}"/>
                  </a:ext>
                </a:extLst>
              </p:cNvPr>
              <p:cNvSpPr txBox="1">
                <a:spLocks noRot="1" noChangeAspect="1" noMove="1" noResize="1" noEditPoints="1" noAdjustHandles="1" noChangeArrowheads="1" noChangeShapeType="1" noTextEdit="1"/>
              </p:cNvSpPr>
              <p:nvPr/>
            </p:nvSpPr>
            <p:spPr>
              <a:xfrm>
                <a:off x="490302" y="5250686"/>
                <a:ext cx="5605698" cy="338554"/>
              </a:xfrm>
              <a:prstGeom prst="rect">
                <a:avLst/>
              </a:prstGeom>
              <a:blipFill>
                <a:blip r:embed="rId8"/>
                <a:stretch>
                  <a:fillRect l="-543" t="-5357" b="-214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C9202CEC-ECC0-77F1-B0FA-5599A3A9FE55}"/>
                  </a:ext>
                </a:extLst>
              </p:cNvPr>
              <p:cNvSpPr txBox="1"/>
              <p:nvPr/>
            </p:nvSpPr>
            <p:spPr>
              <a:xfrm>
                <a:off x="475032" y="5655446"/>
                <a:ext cx="5616575" cy="5711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i="1">
                              <a:latin typeface="Cambria Math" panose="02040503050406030204" pitchFamily="18" charset="0"/>
                              <a:cs typeface="Arial" panose="020B0604020202020204" pitchFamily="34" charset="0"/>
                            </a:rPr>
                          </m:ctrlPr>
                        </m:sSupPr>
                        <m:e>
                          <m:d>
                            <m:dPr>
                              <m:begChr m:val="["/>
                              <m:endChr m:val="]"/>
                              <m:ctrlPr>
                                <a:rPr lang="pt-BR" sz="1600" i="1">
                                  <a:latin typeface="Cambria Math" panose="02040503050406030204" pitchFamily="18" charset="0"/>
                                  <a:cs typeface="Arial" panose="020B0604020202020204" pitchFamily="34" charset="0"/>
                                </a:rPr>
                              </m:ctrlPr>
                            </m:dPr>
                            <m:e>
                              <m:sSup>
                                <m:sSupPr>
                                  <m:ctrlPr>
                                    <a:rPr lang="pt-BR" sz="1600" b="1" i="1">
                                      <a:latin typeface="Cambria Math" panose="02040503050406030204" pitchFamily="18" charset="0"/>
                                    </a:rPr>
                                  </m:ctrlPr>
                                </m:sSupPr>
                                <m:e>
                                  <m:r>
                                    <a:rPr lang="pt-BR" sz="1600" b="1" i="1">
                                      <a:latin typeface="Cambria Math" panose="02040503050406030204" pitchFamily="18" charset="0"/>
                                    </a:rPr>
                                    <m:t>𝑸</m:t>
                                  </m:r>
                                </m:e>
                                <m:sup>
                                  <m:r>
                                    <a:rPr lang="pt-BR" sz="1600" i="1">
                                      <a:latin typeface="Cambria Math" panose="02040503050406030204" pitchFamily="18" charset="0"/>
                                    </a:rPr>
                                    <m:t>𝑇</m:t>
                                  </m:r>
                                </m:sup>
                              </m:sSup>
                            </m:e>
                          </m:d>
                        </m:e>
                        <m:sup>
                          <m:r>
                            <a:rPr lang="pt-BR" sz="1600" i="1">
                              <a:latin typeface="Cambria Math" panose="02040503050406030204" pitchFamily="18" charset="0"/>
                            </a:rPr>
                            <m:t>−1</m:t>
                          </m:r>
                        </m:sup>
                      </m:sSup>
                      <m:sSub>
                        <m:sSubPr>
                          <m:ctrlPr>
                            <a:rPr lang="pt-BR" sz="1600" b="0"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𝒁</m:t>
                          </m:r>
                        </m:e>
                        <m:sub>
                          <m:r>
                            <a:rPr lang="pt-BR" sz="1600" b="0" i="1" smtClean="0">
                              <a:latin typeface="Cambria Math" panose="02040503050406030204" pitchFamily="18" charset="0"/>
                              <a:cs typeface="Arial" panose="020B0604020202020204" pitchFamily="34" charset="0"/>
                            </a:rPr>
                            <m:t> </m:t>
                          </m:r>
                        </m:sub>
                      </m:sSub>
                      <m:sSubSup>
                        <m:sSubSupPr>
                          <m:ctrlPr>
                            <a:rPr lang="pt-BR" sz="1600" b="1" i="1" smtClean="0">
                              <a:latin typeface="Cambria Math" panose="02040503050406030204" pitchFamily="18" charset="0"/>
                              <a:cs typeface="Arial" panose="020B0604020202020204" pitchFamily="34" charset="0"/>
                            </a:rPr>
                          </m:ctrlPr>
                        </m:sSubSupPr>
                        <m:e>
                          <m:r>
                            <a:rPr lang="pt-BR" sz="1600" b="1" i="1" smtClean="0">
                              <a:latin typeface="Cambria Math" panose="02040503050406030204" pitchFamily="18" charset="0"/>
                              <a:cs typeface="Arial" panose="020B0604020202020204" pitchFamily="34" charset="0"/>
                            </a:rPr>
                            <m:t>𝑸</m:t>
                          </m:r>
                        </m:e>
                        <m:sub>
                          <m:r>
                            <a:rPr lang="pt-BR" sz="1600" b="1" i="1" smtClean="0">
                              <a:latin typeface="Cambria Math" panose="02040503050406030204" pitchFamily="18" charset="0"/>
                              <a:cs typeface="Arial" panose="020B0604020202020204" pitchFamily="34" charset="0"/>
                            </a:rPr>
                            <m:t> </m:t>
                          </m:r>
                        </m:sub>
                        <m:sup>
                          <m:r>
                            <a:rPr lang="pt-BR" sz="1600" b="0" i="1" smtClean="0">
                              <a:latin typeface="Cambria Math" panose="02040503050406030204" pitchFamily="18" charset="0"/>
                              <a:cs typeface="Arial" panose="020B0604020202020204" pitchFamily="34" charset="0"/>
                            </a:rPr>
                            <m:t>−1</m:t>
                          </m:r>
                        </m:sup>
                      </m:sSub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1" name="CaixaDeTexto 10">
                <a:extLst>
                  <a:ext uri="{FF2B5EF4-FFF2-40B4-BE49-F238E27FC236}">
                    <a16:creationId xmlns:a16="http://schemas.microsoft.com/office/drawing/2014/main" id="{C9202CEC-ECC0-77F1-B0FA-5599A3A9FE55}"/>
                  </a:ext>
                </a:extLst>
              </p:cNvPr>
              <p:cNvSpPr txBox="1">
                <a:spLocks noRot="1" noChangeAspect="1" noMove="1" noResize="1" noEditPoints="1" noAdjustHandles="1" noChangeArrowheads="1" noChangeShapeType="1" noTextEdit="1"/>
              </p:cNvSpPr>
              <p:nvPr/>
            </p:nvSpPr>
            <p:spPr>
              <a:xfrm>
                <a:off x="475032" y="5655446"/>
                <a:ext cx="5616575" cy="571118"/>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673027A3-9382-CCD6-909A-C8D1B4686248}"/>
                  </a:ext>
                </a:extLst>
              </p:cNvPr>
              <p:cNvSpPr txBox="1"/>
              <p:nvPr/>
            </p:nvSpPr>
            <p:spPr>
              <a:xfrm>
                <a:off x="6061584" y="1376363"/>
                <a:ext cx="5343992" cy="830997"/>
              </a:xfrm>
              <a:prstGeom prst="rect">
                <a:avLst/>
              </a:prstGeom>
              <a:noFill/>
            </p:spPr>
            <p:txBody>
              <a:bodyPr wrap="square">
                <a:spAutoFit/>
              </a:bodyPr>
              <a:lstStyle>
                <a:defPPr>
                  <a:defRPr lang="pt-BR"/>
                </a:defPPr>
                <a:lvl1pPr>
                  <a:defRPr sz="1600"/>
                </a:lvl1pPr>
              </a:lstStyle>
              <a:p>
                <a:r>
                  <a:rPr lang="pt-BR"/>
                  <a:t>Using the fact that </a:t>
                </a:r>
                <a14:m>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d>
                          <m:dPr>
                            <m:begChr m:val="["/>
                            <m:endChr m:val="]"/>
                            <m:ctrlPr>
                              <a:rPr lang="pt-BR" sz="1600" b="0" i="1" smtClean="0">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rPr>
                              <m:t>𝑨𝑩</m:t>
                            </m:r>
                          </m:e>
                        </m:d>
                      </m:e>
                      <m:sup>
                        <m:r>
                          <a:rPr lang="pt-BR" sz="1600" b="0" i="1" smtClean="0">
                            <a:latin typeface="Cambria Math" panose="02040503050406030204" pitchFamily="18" charset="0"/>
                          </a:rPr>
                          <m:t>−1</m:t>
                        </m:r>
                      </m:sup>
                    </m:sSup>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1" i="1" smtClean="0">
                            <a:latin typeface="Cambria Math" panose="02040503050406030204" pitchFamily="18" charset="0"/>
                          </a:rPr>
                          <m:t>𝑩</m:t>
                        </m:r>
                      </m:e>
                      <m:sup>
                        <m:r>
                          <a:rPr lang="pt-BR" sz="1600" b="0" i="1" smtClean="0">
                            <a:latin typeface="Cambria Math" panose="02040503050406030204" pitchFamily="18" charset="0"/>
                          </a:rPr>
                          <m:t>−1</m:t>
                        </m:r>
                      </m:sup>
                    </m:sSup>
                    <m:sSup>
                      <m:sSupPr>
                        <m:ctrlPr>
                          <a:rPr lang="pt-BR" i="1">
                            <a:latin typeface="Cambria Math" panose="02040503050406030204" pitchFamily="18" charset="0"/>
                          </a:rPr>
                        </m:ctrlPr>
                      </m:sSupPr>
                      <m:e>
                        <m:r>
                          <a:rPr lang="pt-BR" b="1" i="1" smtClean="0">
                            <a:latin typeface="Cambria Math" panose="02040503050406030204" pitchFamily="18" charset="0"/>
                          </a:rPr>
                          <m:t>𝑨</m:t>
                        </m:r>
                      </m:e>
                      <m:sup>
                        <m:r>
                          <a:rPr lang="pt-BR" i="1">
                            <a:latin typeface="Cambria Math" panose="02040503050406030204" pitchFamily="18" charset="0"/>
                          </a:rPr>
                          <m:t>−1</m:t>
                        </m:r>
                      </m:sup>
                    </m:sSup>
                  </m:oMath>
                </a14:m>
                <a:r>
                  <a:rPr lang="pt-BR"/>
                  <a:t> and </a:t>
                </a:r>
                <a14:m>
                  <m:oMath xmlns:m="http://schemas.openxmlformats.org/officeDocument/2006/math">
                    <m:sSup>
                      <m:sSupPr>
                        <m:ctrlPr>
                          <a:rPr lang="pt-BR" i="1">
                            <a:latin typeface="Cambria Math" panose="02040503050406030204" pitchFamily="18" charset="0"/>
                            <a:cs typeface="Arial" panose="020B0604020202020204" pitchFamily="34" charset="0"/>
                          </a:rPr>
                        </m:ctrlPr>
                      </m:sSupPr>
                      <m:e>
                        <m:d>
                          <m:dPr>
                            <m:begChr m:val="["/>
                            <m:endChr m:val="]"/>
                            <m:ctrlPr>
                              <a:rPr lang="pt-BR" i="1">
                                <a:latin typeface="Cambria Math" panose="02040503050406030204" pitchFamily="18" charset="0"/>
                                <a:cs typeface="Arial" panose="020B0604020202020204" pitchFamily="34" charset="0"/>
                              </a:rPr>
                            </m:ctrlPr>
                          </m:dPr>
                          <m:e>
                            <m:sSup>
                              <m:sSupPr>
                                <m:ctrlPr>
                                  <a:rPr lang="pt-BR" b="0" i="1" smtClean="0">
                                    <a:latin typeface="Cambria Math" panose="02040503050406030204" pitchFamily="18" charset="0"/>
                                  </a:rPr>
                                </m:ctrlPr>
                              </m:sSupPr>
                              <m:e>
                                <m:r>
                                  <a:rPr lang="pt-BR" b="1" i="1">
                                    <a:latin typeface="Cambria Math" panose="02040503050406030204" pitchFamily="18" charset="0"/>
                                  </a:rPr>
                                  <m:t>𝑨</m:t>
                                </m:r>
                              </m:e>
                              <m:sup>
                                <m:r>
                                  <a:rPr lang="pt-BR" b="0" i="1" smtClean="0">
                                    <a:latin typeface="Cambria Math" panose="02040503050406030204" pitchFamily="18" charset="0"/>
                                  </a:rPr>
                                  <m:t>𝑇</m:t>
                                </m:r>
                              </m:sup>
                            </m:sSup>
                          </m:e>
                        </m:d>
                      </m:e>
                      <m:sup>
                        <m:r>
                          <a:rPr lang="pt-BR" i="1">
                            <a:latin typeface="Cambria Math" panose="02040503050406030204" pitchFamily="18" charset="0"/>
                          </a:rPr>
                          <m:t>−1</m:t>
                        </m:r>
                      </m:sup>
                    </m:sSup>
                    <m:r>
                      <a:rPr lang="pt-BR" i="1">
                        <a:latin typeface="Cambria Math" panose="02040503050406030204" pitchFamily="18" charset="0"/>
                      </a:rPr>
                      <m:t>=</m:t>
                    </m:r>
                    <m:sSup>
                      <m:sSupPr>
                        <m:ctrlPr>
                          <a:rPr lang="pt-BR" b="0" i="1" smtClean="0">
                            <a:latin typeface="Cambria Math" panose="02040503050406030204" pitchFamily="18" charset="0"/>
                          </a:rPr>
                        </m:ctrlPr>
                      </m:sSupPr>
                      <m:e>
                        <m:d>
                          <m:dPr>
                            <m:begChr m:val="["/>
                            <m:endChr m:val="]"/>
                            <m:ctrlPr>
                              <a:rPr lang="pt-BR" b="0" i="1" smtClean="0">
                                <a:latin typeface="Cambria Math" panose="02040503050406030204" pitchFamily="18" charset="0"/>
                              </a:rPr>
                            </m:ctrlPr>
                          </m:dPr>
                          <m:e>
                            <m:sSup>
                              <m:sSupPr>
                                <m:ctrlPr>
                                  <a:rPr lang="pt-BR" i="1">
                                    <a:latin typeface="Cambria Math" panose="02040503050406030204" pitchFamily="18" charset="0"/>
                                  </a:rPr>
                                </m:ctrlPr>
                              </m:sSupPr>
                              <m:e>
                                <m:r>
                                  <a:rPr lang="pt-BR" b="1" i="1">
                                    <a:latin typeface="Cambria Math" panose="02040503050406030204" pitchFamily="18" charset="0"/>
                                  </a:rPr>
                                  <m:t>𝑨</m:t>
                                </m:r>
                              </m:e>
                              <m:sup>
                                <m:r>
                                  <a:rPr lang="pt-BR" i="1">
                                    <a:latin typeface="Cambria Math" panose="02040503050406030204" pitchFamily="18" charset="0"/>
                                  </a:rPr>
                                  <m:t>−1</m:t>
                                </m:r>
                              </m:sup>
                            </m:sSup>
                          </m:e>
                        </m:d>
                      </m:e>
                      <m:sup>
                        <m:r>
                          <a:rPr lang="pt-BR" b="0" i="1" smtClean="0">
                            <a:latin typeface="Cambria Math" panose="02040503050406030204" pitchFamily="18" charset="0"/>
                          </a:rPr>
                          <m:t>𝑇</m:t>
                        </m:r>
                      </m:sup>
                    </m:sSup>
                  </m:oMath>
                </a14:m>
                <a:r>
                  <a:rPr lang="pt-BR"/>
                  <a:t>, it’s possible to </a:t>
                </a:r>
                <a:r>
                  <a:rPr lang="en-US"/>
                  <a:t>grouping terms in right-hand of </a:t>
                </a:r>
                <a14:m>
                  <m:oMath xmlns:m="http://schemas.openxmlformats.org/officeDocument/2006/math">
                    <m:r>
                      <a:rPr lang="en-US" sz="1400" i="1" smtClean="0">
                        <a:latin typeface="Cambria Math" panose="02040503050406030204" pitchFamily="18" charset="0"/>
                      </a:rPr>
                      <m:t>(20)</m:t>
                    </m:r>
                  </m:oMath>
                </a14:m>
                <a:r>
                  <a:rPr lang="en-US"/>
                  <a:t> into a single inverse:</a:t>
                </a:r>
                <a:endParaRPr lang="pt-BR"/>
              </a:p>
            </p:txBody>
          </p:sp>
        </mc:Choice>
        <mc:Fallback xmlns="">
          <p:sp>
            <p:nvSpPr>
              <p:cNvPr id="15" name="CaixaDeTexto 14">
                <a:extLst>
                  <a:ext uri="{FF2B5EF4-FFF2-40B4-BE49-F238E27FC236}">
                    <a16:creationId xmlns:a16="http://schemas.microsoft.com/office/drawing/2014/main" id="{673027A3-9382-CCD6-909A-C8D1B4686248}"/>
                  </a:ext>
                </a:extLst>
              </p:cNvPr>
              <p:cNvSpPr txBox="1">
                <a:spLocks noRot="1" noChangeAspect="1" noMove="1" noResize="1" noEditPoints="1" noAdjustHandles="1" noChangeArrowheads="1" noChangeShapeType="1" noTextEdit="1"/>
              </p:cNvSpPr>
              <p:nvPr/>
            </p:nvSpPr>
            <p:spPr>
              <a:xfrm>
                <a:off x="6061584" y="1376363"/>
                <a:ext cx="5343992" cy="830997"/>
              </a:xfrm>
              <a:prstGeom prst="rect">
                <a:avLst/>
              </a:prstGeom>
              <a:blipFill>
                <a:blip r:embed="rId10"/>
                <a:stretch>
                  <a:fillRect l="-570" t="-2206" r="-684" b="-882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E4FC19CD-5A1A-FE9F-4E22-FC2AF04F2C2F}"/>
                  </a:ext>
                </a:extLst>
              </p:cNvPr>
              <p:cNvSpPr txBox="1"/>
              <p:nvPr/>
            </p:nvSpPr>
            <p:spPr>
              <a:xfrm>
                <a:off x="6157129" y="2173806"/>
                <a:ext cx="5160159" cy="5761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sSub>
                        <m:sSubPr>
                          <m:ctrlPr>
                            <a:rPr lang="pt-BR" sz="1600" b="1" i="1">
                              <a:latin typeface="Cambria Math" panose="02040503050406030204" pitchFamily="18" charset="0"/>
                            </a:rPr>
                          </m:ctrlPr>
                        </m:sSubPr>
                        <m:e>
                          <m:r>
                            <a:rPr lang="pt-BR" sz="1600" b="1" i="1">
                              <a:latin typeface="Cambria Math" panose="02040503050406030204" pitchFamily="18" charset="0"/>
                            </a:rPr>
                            <m:t>𝑽</m:t>
                          </m:r>
                        </m:e>
                        <m:sub>
                          <m:r>
                            <a:rPr lang="pt-BR" sz="1600" i="1">
                              <a:latin typeface="Cambria Math" panose="02040503050406030204" pitchFamily="18" charset="0"/>
                            </a:rPr>
                            <m:t>𝑙</m:t>
                          </m:r>
                        </m:sub>
                      </m:sSub>
                      <m:r>
                        <a:rPr lang="pt-BR" sz="1600" b="0" i="1" smtClean="0">
                          <a:latin typeface="Cambria Math" panose="02040503050406030204" pitchFamily="18" charset="0"/>
                          <a:cs typeface="Arial" panose="020B0604020202020204" pitchFamily="34" charset="0"/>
                        </a:rPr>
                        <m:t>=−</m:t>
                      </m:r>
                      <m:sSup>
                        <m:sSupPr>
                          <m:ctrlPr>
                            <a:rPr lang="pt-BR" sz="1600" i="1">
                              <a:latin typeface="Cambria Math" panose="02040503050406030204" pitchFamily="18" charset="0"/>
                              <a:cs typeface="Arial" panose="020B0604020202020204" pitchFamily="34" charset="0"/>
                            </a:rPr>
                          </m:ctrlPr>
                        </m:sSupPr>
                        <m:e>
                          <m:d>
                            <m:dPr>
                              <m:begChr m:val="["/>
                              <m:endChr m:val="]"/>
                              <m:ctrlPr>
                                <a:rPr lang="pt-BR" sz="1600" i="1">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cs typeface="Arial" panose="020B0604020202020204" pitchFamily="34" charset="0"/>
                                </a:rPr>
                                <m:t>𝑸</m:t>
                              </m:r>
                              <m:sSup>
                                <m:sSupPr>
                                  <m:ctrlPr>
                                    <a:rPr lang="pt-BR" sz="1600" b="1"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𝒁</m:t>
                                  </m:r>
                                </m:e>
                                <m:sup>
                                  <m:r>
                                    <a:rPr lang="pt-BR" sz="1600" b="0" i="1" smtClean="0">
                                      <a:latin typeface="Cambria Math" panose="02040503050406030204" pitchFamily="18" charset="0"/>
                                      <a:cs typeface="Arial" panose="020B0604020202020204" pitchFamily="34" charset="0"/>
                                    </a:rPr>
                                    <m:t>−1</m:t>
                                  </m:r>
                                </m:sup>
                              </m:sSup>
                              <m:sSup>
                                <m:sSupPr>
                                  <m:ctrlPr>
                                    <a:rPr lang="pt-BR" sz="1600" b="1" i="1">
                                      <a:latin typeface="Cambria Math" panose="02040503050406030204" pitchFamily="18" charset="0"/>
                                    </a:rPr>
                                  </m:ctrlPr>
                                </m:sSupPr>
                                <m:e>
                                  <m:r>
                                    <a:rPr lang="pt-BR" sz="1600" b="1" i="1">
                                      <a:latin typeface="Cambria Math" panose="02040503050406030204" pitchFamily="18" charset="0"/>
                                    </a:rPr>
                                    <m:t>𝑸</m:t>
                                  </m:r>
                                </m:e>
                                <m:sup>
                                  <m:r>
                                    <a:rPr lang="pt-BR" sz="1600" b="1" i="1" smtClean="0">
                                      <a:latin typeface="Cambria Math" panose="02040503050406030204" pitchFamily="18" charset="0"/>
                                    </a:rPr>
                                    <m:t>𝑻</m:t>
                                  </m:r>
                                </m:sup>
                              </m:sSup>
                            </m:e>
                          </m:d>
                        </m:e>
                        <m:sup>
                          <m:r>
                            <a:rPr lang="pt-BR" sz="1600" b="0" i="1" smtClean="0">
                              <a:latin typeface="Cambria Math" panose="02040503050406030204" pitchFamily="18" charset="0"/>
                            </a:rPr>
                            <m:t>−1</m:t>
                          </m:r>
                        </m:sup>
                      </m:sSup>
                      <m:sSub>
                        <m:sSubPr>
                          <m:ctrlPr>
                            <a:rPr lang="pt-BR" sz="1600" b="1" i="1" smtClean="0">
                              <a:latin typeface="Cambria Math" panose="02040503050406030204" pitchFamily="18" charset="0"/>
                              <a:cs typeface="Arial" panose="020B0604020202020204" pitchFamily="34" charset="0"/>
                            </a:rPr>
                          </m:ctrlPr>
                        </m:sSubPr>
                        <m:e>
                          <m:r>
                            <a:rPr lang="pt-BR" sz="1600" b="1" i="1" smtClean="0">
                              <a:latin typeface="Cambria Math" panose="02040503050406030204" pitchFamily="18" charset="0"/>
                              <a:cs typeface="Arial" panose="020B0604020202020204" pitchFamily="34" charset="0"/>
                            </a:rPr>
                            <m:t>𝑰</m:t>
                          </m:r>
                        </m:e>
                        <m:sub>
                          <m:r>
                            <a:rPr lang="pt-BR" sz="1600" b="1" i="1" smtClean="0">
                              <a:latin typeface="Cambria Math" panose="02040503050406030204" pitchFamily="18" charset="0"/>
                              <a:cs typeface="Arial" panose="020B0604020202020204" pitchFamily="34" charset="0"/>
                            </a:rPr>
                            <m:t>𝒍</m:t>
                          </m:r>
                        </m:sub>
                      </m:sSub>
                    </m:oMath>
                  </m:oMathPara>
                </a14:m>
                <a:endParaRPr lang="pt-BR" sz="1600" b="1">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E4FC19CD-5A1A-FE9F-4E22-FC2AF04F2C2F}"/>
                  </a:ext>
                </a:extLst>
              </p:cNvPr>
              <p:cNvSpPr txBox="1">
                <a:spLocks noRot="1" noChangeAspect="1" noMove="1" noResize="1" noEditPoints="1" noAdjustHandles="1" noChangeArrowheads="1" noChangeShapeType="1" noTextEdit="1"/>
              </p:cNvSpPr>
              <p:nvPr/>
            </p:nvSpPr>
            <p:spPr>
              <a:xfrm>
                <a:off x="6157129" y="2173806"/>
                <a:ext cx="5160159" cy="576183"/>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21FC8F52-485B-95A5-E69E-5EFD58811C77}"/>
                  </a:ext>
                </a:extLst>
              </p:cNvPr>
              <p:cNvSpPr txBox="1"/>
              <p:nvPr/>
            </p:nvSpPr>
            <p:spPr>
              <a:xfrm>
                <a:off x="5704239" y="5843002"/>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20)</m:t>
                      </m:r>
                    </m:oMath>
                  </m:oMathPara>
                </a14:m>
                <a:endParaRPr lang="en-US" sz="1200"/>
              </a:p>
            </p:txBody>
          </p:sp>
        </mc:Choice>
        <mc:Fallback xmlns="">
          <p:sp>
            <p:nvSpPr>
              <p:cNvPr id="18" name="CaixaDeTexto 17">
                <a:extLst>
                  <a:ext uri="{FF2B5EF4-FFF2-40B4-BE49-F238E27FC236}">
                    <a16:creationId xmlns:a16="http://schemas.microsoft.com/office/drawing/2014/main" id="{21FC8F52-485B-95A5-E69E-5EFD58811C77}"/>
                  </a:ext>
                </a:extLst>
              </p:cNvPr>
              <p:cNvSpPr txBox="1">
                <a:spLocks noRot="1" noChangeAspect="1" noMove="1" noResize="1" noEditPoints="1" noAdjustHandles="1" noChangeArrowheads="1" noChangeShapeType="1" noTextEdit="1"/>
              </p:cNvSpPr>
              <p:nvPr/>
            </p:nvSpPr>
            <p:spPr>
              <a:xfrm>
                <a:off x="5704239" y="5843002"/>
                <a:ext cx="468052" cy="276999"/>
              </a:xfrm>
              <a:prstGeom prst="rect">
                <a:avLst/>
              </a:prstGeom>
              <a:blipFill>
                <a:blip r:embed="rId12"/>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D40163AE-2615-A371-567C-44892AD388C1}"/>
                  </a:ext>
                </a:extLst>
              </p:cNvPr>
              <p:cNvSpPr txBox="1"/>
              <p:nvPr/>
            </p:nvSpPr>
            <p:spPr>
              <a:xfrm>
                <a:off x="6096000" y="3015227"/>
                <a:ext cx="5605698" cy="338554"/>
              </a:xfrm>
              <a:prstGeom prst="rect">
                <a:avLst/>
              </a:prstGeom>
              <a:noFill/>
            </p:spPr>
            <p:txBody>
              <a:bodyPr wrap="square">
                <a:spAutoFit/>
              </a:bodyPr>
              <a:lstStyle>
                <a:defPPr>
                  <a:defRPr lang="pt-BR"/>
                </a:defPPr>
                <a:lvl1pPr>
                  <a:defRPr sz="1600"/>
                </a:lvl1pPr>
              </a:lstStyle>
              <a:p>
                <a:r>
                  <a:rPr lang="en-US"/>
                  <a:t>4. Replacing both equations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19</m:t>
                    </m:r>
                    <m:r>
                      <a:rPr lang="en-US" i="1" smtClean="0">
                        <a:latin typeface="Cambria Math" panose="02040503050406030204" pitchFamily="18" charset="0"/>
                      </a:rPr>
                      <m:t>)</m:t>
                    </m:r>
                  </m:oMath>
                </a14:m>
                <a:r>
                  <a:rPr lang="en-US"/>
                  <a:t> into </a:t>
                </a:r>
                <a14:m>
                  <m:oMath xmlns:m="http://schemas.openxmlformats.org/officeDocument/2006/math">
                    <m:r>
                      <a:rPr lang="en-US" i="1" smtClean="0">
                        <a:latin typeface="Cambria Math" panose="02040503050406030204" pitchFamily="18" charset="0"/>
                      </a:rPr>
                      <m:t>(</m:t>
                    </m:r>
                    <m:r>
                      <a:rPr lang="pt-BR" b="0" i="1" smtClean="0">
                        <a:latin typeface="Cambria Math" panose="02040503050406030204" pitchFamily="18" charset="0"/>
                      </a:rPr>
                      <m:t>21</m:t>
                    </m:r>
                    <m:r>
                      <a:rPr lang="en-US" i="1" smtClean="0">
                        <a:latin typeface="Cambria Math" panose="02040503050406030204" pitchFamily="18" charset="0"/>
                      </a:rPr>
                      <m:t>)</m:t>
                    </m:r>
                  </m:oMath>
                </a14:m>
                <a:r>
                  <a:rPr lang="en-US"/>
                  <a:t>,</a:t>
                </a:r>
                <a:endParaRPr lang="pt-BR"/>
              </a:p>
            </p:txBody>
          </p:sp>
        </mc:Choice>
        <mc:Fallback xmlns="">
          <p:sp>
            <p:nvSpPr>
              <p:cNvPr id="19" name="CaixaDeTexto 18">
                <a:extLst>
                  <a:ext uri="{FF2B5EF4-FFF2-40B4-BE49-F238E27FC236}">
                    <a16:creationId xmlns:a16="http://schemas.microsoft.com/office/drawing/2014/main" id="{D40163AE-2615-A371-567C-44892AD388C1}"/>
                  </a:ext>
                </a:extLst>
              </p:cNvPr>
              <p:cNvSpPr txBox="1">
                <a:spLocks noRot="1" noChangeAspect="1" noMove="1" noResize="1" noEditPoints="1" noAdjustHandles="1" noChangeArrowheads="1" noChangeShapeType="1" noTextEdit="1"/>
              </p:cNvSpPr>
              <p:nvPr/>
            </p:nvSpPr>
            <p:spPr>
              <a:xfrm>
                <a:off x="6096000" y="3015227"/>
                <a:ext cx="5605698" cy="338554"/>
              </a:xfrm>
              <a:prstGeom prst="rect">
                <a:avLst/>
              </a:prstGeom>
              <a:blipFill>
                <a:blip r:embed="rId13"/>
                <a:stretch>
                  <a:fillRect l="-543"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249E3CEE-2677-41A4-6039-831AF2204F01}"/>
                  </a:ext>
                </a:extLst>
              </p:cNvPr>
              <p:cNvSpPr txBox="1"/>
              <p:nvPr/>
            </p:nvSpPr>
            <p:spPr>
              <a:xfrm>
                <a:off x="11211325" y="2316947"/>
                <a:ext cx="468052" cy="276999"/>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
                    </m:oMathParaPr>
                    <m:oMath xmlns:m="http://schemas.openxmlformats.org/officeDocument/2006/math">
                      <m:r>
                        <a:rPr lang="pt-BR" sz="1200" i="1" smtClean="0">
                          <a:latin typeface="Cambria Math" panose="02040503050406030204" pitchFamily="18" charset="0"/>
                        </a:rPr>
                        <m:t>(</m:t>
                      </m:r>
                      <m:r>
                        <a:rPr lang="pt-BR" sz="1200" b="0" i="1" smtClean="0">
                          <a:latin typeface="Cambria Math" panose="02040503050406030204" pitchFamily="18" charset="0"/>
                        </a:rPr>
                        <m:t>21)</m:t>
                      </m:r>
                    </m:oMath>
                  </m:oMathPara>
                </a14:m>
                <a:endParaRPr lang="en-US" sz="1200"/>
              </a:p>
            </p:txBody>
          </p:sp>
        </mc:Choice>
        <mc:Fallback xmlns="">
          <p:sp>
            <p:nvSpPr>
              <p:cNvPr id="20" name="CaixaDeTexto 19">
                <a:extLst>
                  <a:ext uri="{FF2B5EF4-FFF2-40B4-BE49-F238E27FC236}">
                    <a16:creationId xmlns:a16="http://schemas.microsoft.com/office/drawing/2014/main" id="{249E3CEE-2677-41A4-6039-831AF2204F01}"/>
                  </a:ext>
                </a:extLst>
              </p:cNvPr>
              <p:cNvSpPr txBox="1">
                <a:spLocks noRot="1" noChangeAspect="1" noMove="1" noResize="1" noEditPoints="1" noAdjustHandles="1" noChangeArrowheads="1" noChangeShapeType="1" noTextEdit="1"/>
              </p:cNvSpPr>
              <p:nvPr/>
            </p:nvSpPr>
            <p:spPr>
              <a:xfrm>
                <a:off x="11211325" y="2316947"/>
                <a:ext cx="468052" cy="276999"/>
              </a:xfrm>
              <a:prstGeom prst="rect">
                <a:avLst/>
              </a:prstGeom>
              <a:blipFill>
                <a:blip r:embed="rId14"/>
                <a:stretch>
                  <a:fillRect b="-652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5ABB60D7-0C03-674A-E12A-F88B9DAB2207}"/>
                  </a:ext>
                </a:extLst>
              </p:cNvPr>
              <p:cNvSpPr txBox="1"/>
              <p:nvPr/>
            </p:nvSpPr>
            <p:spPr>
              <a:xfrm>
                <a:off x="6130418" y="3537293"/>
                <a:ext cx="5160159" cy="3429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𝒁</m:t>
                          </m:r>
                        </m:e>
                        <m:sub>
                          <m:r>
                            <a:rPr lang="pt-BR" sz="1600" b="1" i="1" smtClean="0">
                              <a:latin typeface="Cambria Math" panose="02040503050406030204" pitchFamily="18" charset="0"/>
                            </a:rPr>
                            <m:t>𝒏</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1" i="1" smtClean="0">
                              <a:latin typeface="Cambria Math" panose="02040503050406030204" pitchFamily="18" charset="0"/>
                              <a:cs typeface="Arial" panose="020B0604020202020204" pitchFamily="34" charset="0"/>
                            </a:rPr>
                            <m:t>𝑺</m:t>
                          </m:r>
                        </m:e>
                        <m:sup>
                          <m:r>
                            <a:rPr lang="pt-BR" sz="1600" b="0" i="1" smtClean="0">
                              <a:latin typeface="Cambria Math" panose="02040503050406030204" pitchFamily="18" charset="0"/>
                              <a:cs typeface="Arial" panose="020B0604020202020204" pitchFamily="34" charset="0"/>
                            </a:rPr>
                            <m:t>𝑇</m:t>
                          </m:r>
                        </m:sup>
                      </m:sSup>
                      <m:d>
                        <m:dPr>
                          <m:begChr m:val="["/>
                          <m:endChr m:val="]"/>
                          <m:ctrlPr>
                            <a:rPr lang="pt-BR" sz="1600" i="1">
                              <a:latin typeface="Cambria Math" panose="02040503050406030204" pitchFamily="18" charset="0"/>
                              <a:cs typeface="Arial" panose="020B0604020202020204" pitchFamily="34" charset="0"/>
                            </a:rPr>
                          </m:ctrlPr>
                        </m:dPr>
                        <m:e>
                          <m:r>
                            <a:rPr lang="pt-BR" sz="1600" b="1" i="1">
                              <a:latin typeface="Cambria Math" panose="02040503050406030204" pitchFamily="18" charset="0"/>
                              <a:cs typeface="Arial" panose="020B0604020202020204" pitchFamily="34" charset="0"/>
                            </a:rPr>
                            <m:t>𝑸</m:t>
                          </m:r>
                          <m:sSup>
                            <m:sSupPr>
                              <m:ctrlPr>
                                <a:rPr lang="pt-BR" sz="1600" b="1" i="1">
                                  <a:latin typeface="Cambria Math" panose="02040503050406030204" pitchFamily="18" charset="0"/>
                                  <a:cs typeface="Arial" panose="020B0604020202020204" pitchFamily="34" charset="0"/>
                                </a:rPr>
                              </m:ctrlPr>
                            </m:sSupPr>
                            <m:e>
                              <m:r>
                                <a:rPr lang="pt-BR" sz="1600" b="1" i="1">
                                  <a:latin typeface="Cambria Math" panose="02040503050406030204" pitchFamily="18" charset="0"/>
                                  <a:cs typeface="Arial" panose="020B0604020202020204" pitchFamily="34" charset="0"/>
                                </a:rPr>
                                <m:t>𝒁</m:t>
                              </m:r>
                            </m:e>
                            <m:sup>
                              <m:r>
                                <a:rPr lang="pt-BR" sz="1600" i="1">
                                  <a:latin typeface="Cambria Math" panose="02040503050406030204" pitchFamily="18" charset="0"/>
                                  <a:cs typeface="Arial" panose="020B0604020202020204" pitchFamily="34" charset="0"/>
                                </a:rPr>
                                <m:t>−1</m:t>
                              </m:r>
                            </m:sup>
                          </m:sSup>
                          <m:sSup>
                            <m:sSupPr>
                              <m:ctrlPr>
                                <a:rPr lang="pt-BR" sz="1600" b="1" i="1">
                                  <a:latin typeface="Cambria Math" panose="02040503050406030204" pitchFamily="18" charset="0"/>
                                </a:rPr>
                              </m:ctrlPr>
                            </m:sSupPr>
                            <m:e>
                              <m:r>
                                <a:rPr lang="pt-BR" sz="1600" b="1" i="1">
                                  <a:latin typeface="Cambria Math" panose="02040503050406030204" pitchFamily="18" charset="0"/>
                                </a:rPr>
                                <m:t>𝑸</m:t>
                              </m:r>
                            </m:e>
                            <m:sup>
                              <m:r>
                                <a:rPr lang="pt-BR" sz="1600" b="1" i="1">
                                  <a:latin typeface="Cambria Math" panose="02040503050406030204" pitchFamily="18" charset="0"/>
                                </a:rPr>
                                <m:t>𝑻</m:t>
                              </m:r>
                            </m:sup>
                          </m:sSup>
                        </m:e>
                      </m:d>
                      <m:r>
                        <a:rPr lang="pt-BR" sz="1600" b="1" i="1">
                          <a:latin typeface="Cambria Math" panose="02040503050406030204" pitchFamily="18" charset="0"/>
                          <a:cs typeface="Arial" panose="020B0604020202020204" pitchFamily="34" charset="0"/>
                        </a:rPr>
                        <m:t>𝑺</m:t>
                      </m:r>
                    </m:oMath>
                  </m:oMathPara>
                </a14:m>
                <a:endParaRPr lang="pt-BR" sz="1600" b="1">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5ABB60D7-0C03-674A-E12A-F88B9DAB2207}"/>
                  </a:ext>
                </a:extLst>
              </p:cNvPr>
              <p:cNvSpPr txBox="1">
                <a:spLocks noRot="1" noChangeAspect="1" noMove="1" noResize="1" noEditPoints="1" noAdjustHandles="1" noChangeArrowheads="1" noChangeShapeType="1" noTextEdit="1"/>
              </p:cNvSpPr>
              <p:nvPr/>
            </p:nvSpPr>
            <p:spPr>
              <a:xfrm>
                <a:off x="6130418" y="3537293"/>
                <a:ext cx="5160159" cy="342979"/>
              </a:xfrm>
              <a:prstGeom prst="rect">
                <a:avLst/>
              </a:prstGeom>
              <a:blipFill>
                <a:blip r:embed="rId15"/>
                <a:stretch>
                  <a:fillRect b="-7018"/>
                </a:stretch>
              </a:blipFill>
            </p:spPr>
            <p:txBody>
              <a:bodyPr/>
              <a:lstStyle/>
              <a:p>
                <a:r>
                  <a:rPr lang="pt-BR">
                    <a:noFill/>
                  </a:rPr>
                  <a:t> </a:t>
                </a:r>
              </a:p>
            </p:txBody>
          </p:sp>
        </mc:Fallback>
      </mc:AlternateContent>
      <p:sp>
        <p:nvSpPr>
          <p:cNvPr id="23" name="Retângulo: Cantos Arredondados 22">
            <a:extLst>
              <a:ext uri="{FF2B5EF4-FFF2-40B4-BE49-F238E27FC236}">
                <a16:creationId xmlns:a16="http://schemas.microsoft.com/office/drawing/2014/main" id="{BB0DCD58-3160-7A1F-2D85-BF7B18360147}"/>
              </a:ext>
            </a:extLst>
          </p:cNvPr>
          <p:cNvSpPr/>
          <p:nvPr/>
        </p:nvSpPr>
        <p:spPr>
          <a:xfrm>
            <a:off x="7752184" y="3475861"/>
            <a:ext cx="1872208" cy="457195"/>
          </a:xfrm>
          <a:prstGeom prst="round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solidFill>
                <a:srgbClr val="FF0000"/>
              </a:solidFill>
            </a:endParaRPr>
          </a:p>
        </p:txBody>
      </p:sp>
    </p:spTree>
    <p:extLst>
      <p:ext uri="{BB962C8B-B14F-4D97-AF65-F5344CB8AC3E}">
        <p14:creationId xmlns:p14="http://schemas.microsoft.com/office/powerpoint/2010/main" val="3309868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Agrupar 36">
            <a:extLst>
              <a:ext uri="{FF2B5EF4-FFF2-40B4-BE49-F238E27FC236}">
                <a16:creationId xmlns:a16="http://schemas.microsoft.com/office/drawing/2014/main" id="{DC6DB741-547A-8C6B-0E4E-DC93E3754B78}"/>
              </a:ext>
            </a:extLst>
          </p:cNvPr>
          <p:cNvGrpSpPr/>
          <p:nvPr/>
        </p:nvGrpSpPr>
        <p:grpSpPr>
          <a:xfrm>
            <a:off x="648139" y="1954230"/>
            <a:ext cx="10992477" cy="4201063"/>
            <a:chOff x="648139" y="1954230"/>
            <a:chExt cx="10992477" cy="4201063"/>
          </a:xfrm>
        </p:grpSpPr>
        <p:grpSp>
          <p:nvGrpSpPr>
            <p:cNvPr id="73" name="Agrupar 72">
              <a:extLst>
                <a:ext uri="{FF2B5EF4-FFF2-40B4-BE49-F238E27FC236}">
                  <a16:creationId xmlns:a16="http://schemas.microsoft.com/office/drawing/2014/main" id="{6259D298-4372-8E4E-54B5-F43FCFCFE086}"/>
                </a:ext>
              </a:extLst>
            </p:cNvPr>
            <p:cNvGrpSpPr/>
            <p:nvPr/>
          </p:nvGrpSpPr>
          <p:grpSpPr>
            <a:xfrm>
              <a:off x="648139" y="1954230"/>
              <a:ext cx="10992477" cy="4201063"/>
              <a:chOff x="599157" y="1954230"/>
              <a:chExt cx="10992477" cy="4201063"/>
            </a:xfrm>
          </p:grpSpPr>
          <p:pic>
            <p:nvPicPr>
              <p:cNvPr id="69" name="Gráfico 68">
                <a:extLst>
                  <a:ext uri="{FF2B5EF4-FFF2-40B4-BE49-F238E27FC236}">
                    <a16:creationId xmlns:a16="http://schemas.microsoft.com/office/drawing/2014/main" id="{BE928D1C-AC8B-F923-80C1-C79847D0BD9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000" t="10323" r="6504" b="1351"/>
              <a:stretch/>
            </p:blipFill>
            <p:spPr>
              <a:xfrm>
                <a:off x="6299046" y="2219394"/>
                <a:ext cx="5292588" cy="3878421"/>
              </a:xfrm>
              <a:prstGeom prst="rect">
                <a:avLst/>
              </a:prstGeom>
            </p:spPr>
          </p:pic>
          <p:pic>
            <p:nvPicPr>
              <p:cNvPr id="71" name="Gráfico 70">
                <a:extLst>
                  <a:ext uri="{FF2B5EF4-FFF2-40B4-BE49-F238E27FC236}">
                    <a16:creationId xmlns:a16="http://schemas.microsoft.com/office/drawing/2014/main" id="{98548C5C-FF4C-6630-93C6-B16368D95A5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1671" t="11674" r="7832"/>
              <a:stretch/>
            </p:blipFill>
            <p:spPr>
              <a:xfrm>
                <a:off x="599157" y="2276872"/>
                <a:ext cx="5292588" cy="3878421"/>
              </a:xfrm>
              <a:prstGeom prst="rect">
                <a:avLst/>
              </a:prstGeom>
            </p:spPr>
          </p:pic>
          <p:sp>
            <p:nvSpPr>
              <p:cNvPr id="72" name="Retângulo 71">
                <a:extLst>
                  <a:ext uri="{FF2B5EF4-FFF2-40B4-BE49-F238E27FC236}">
                    <a16:creationId xmlns:a16="http://schemas.microsoft.com/office/drawing/2014/main" id="{9D3C9934-751B-7E33-684D-BBDD4A3B5B1B}"/>
                  </a:ext>
                </a:extLst>
              </p:cNvPr>
              <p:cNvSpPr/>
              <p:nvPr/>
            </p:nvSpPr>
            <p:spPr>
              <a:xfrm>
                <a:off x="9624392" y="1954230"/>
                <a:ext cx="363675" cy="1800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35" name="Retângulo 34">
              <a:extLst>
                <a:ext uri="{FF2B5EF4-FFF2-40B4-BE49-F238E27FC236}">
                  <a16:creationId xmlns:a16="http://schemas.microsoft.com/office/drawing/2014/main" id="{521DDD0D-51C3-EEB4-0CD8-F69650CAFD8A}"/>
                </a:ext>
              </a:extLst>
            </p:cNvPr>
            <p:cNvSpPr/>
            <p:nvPr/>
          </p:nvSpPr>
          <p:spPr>
            <a:xfrm>
              <a:off x="8184232" y="2117355"/>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26</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7" name="Agrupar 6">
            <a:extLst>
              <a:ext uri="{FF2B5EF4-FFF2-40B4-BE49-F238E27FC236}">
                <a16:creationId xmlns:a16="http://schemas.microsoft.com/office/drawing/2014/main" id="{13B2D9B9-E0CB-8F71-A186-E0181FF06A11}"/>
              </a:ext>
            </a:extLst>
          </p:cNvPr>
          <p:cNvGrpSpPr/>
          <p:nvPr/>
        </p:nvGrpSpPr>
        <p:grpSpPr>
          <a:xfrm>
            <a:off x="1676175" y="2699129"/>
            <a:ext cx="1467497" cy="291298"/>
            <a:chOff x="1604167" y="2702395"/>
            <a:chExt cx="1467497" cy="291298"/>
          </a:xfrm>
        </p:grpSpPr>
        <p:sp>
          <p:nvSpPr>
            <p:cNvPr id="5" name="Retângulo 4">
              <a:extLst>
                <a:ext uri="{FF2B5EF4-FFF2-40B4-BE49-F238E27FC236}">
                  <a16:creationId xmlns:a16="http://schemas.microsoft.com/office/drawing/2014/main" id="{78E868B1-D7F2-0274-FD4D-C4416085B4E9}"/>
                </a:ext>
              </a:extLst>
            </p:cNvPr>
            <p:cNvSpPr/>
            <p:nvPr/>
          </p:nvSpPr>
          <p:spPr>
            <a:xfrm>
              <a:off x="1633028" y="2771146"/>
              <a:ext cx="934580" cy="1537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3" name="CaixaDeTexto 2">
                  <a:extLst>
                    <a:ext uri="{FF2B5EF4-FFF2-40B4-BE49-F238E27FC236}">
                      <a16:creationId xmlns:a16="http://schemas.microsoft.com/office/drawing/2014/main" id="{B40F7ACA-6FC0-F7F9-73A3-908D823ED7D3}"/>
                    </a:ext>
                  </a:extLst>
                </p:cNvPr>
                <p:cNvSpPr txBox="1"/>
                <p:nvPr/>
              </p:nvSpPr>
              <p:spPr>
                <a:xfrm>
                  <a:off x="1604167" y="2702395"/>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=1</m:t>
                      </m:r>
                    </m:oMath>
                  </a14:m>
                  <a:r>
                    <a:rPr lang="pt-BR" sz="1200"/>
                    <a:t>)</a:t>
                  </a:r>
                </a:p>
              </p:txBody>
            </p:sp>
          </mc:Choice>
          <mc:Fallback>
            <p:sp>
              <p:nvSpPr>
                <p:cNvPr id="3" name="CaixaDeTexto 2">
                  <a:extLst>
                    <a:ext uri="{FF2B5EF4-FFF2-40B4-BE49-F238E27FC236}">
                      <a16:creationId xmlns:a16="http://schemas.microsoft.com/office/drawing/2014/main" id="{B40F7ACA-6FC0-F7F9-73A3-908D823ED7D3}"/>
                    </a:ext>
                  </a:extLst>
                </p:cNvPr>
                <p:cNvSpPr txBox="1">
                  <a:spLocks noRot="1" noChangeAspect="1" noMove="1" noResize="1" noEditPoints="1" noAdjustHandles="1" noChangeArrowheads="1" noChangeShapeType="1" noTextEdit="1"/>
                </p:cNvSpPr>
                <p:nvPr/>
              </p:nvSpPr>
              <p:spPr>
                <a:xfrm>
                  <a:off x="1604167" y="2702395"/>
                  <a:ext cx="1467497" cy="291298"/>
                </a:xfrm>
                <a:prstGeom prst="rect">
                  <a:avLst/>
                </a:prstGeom>
                <a:blipFill>
                  <a:blip r:embed="rId8"/>
                  <a:stretch>
                    <a:fillRect l="-415" b="-12500"/>
                  </a:stretch>
                </a:blipFill>
              </p:spPr>
              <p:txBody>
                <a:bodyPr/>
                <a:lstStyle/>
                <a:p>
                  <a:r>
                    <a:rPr lang="pt-BR">
                      <a:noFill/>
                    </a:rPr>
                    <a:t> </a:t>
                  </a:r>
                </a:p>
              </p:txBody>
            </p:sp>
          </mc:Fallback>
        </mc:AlternateContent>
      </p:grpSp>
      <p:grpSp>
        <p:nvGrpSpPr>
          <p:cNvPr id="10" name="Agrupar 9">
            <a:extLst>
              <a:ext uri="{FF2B5EF4-FFF2-40B4-BE49-F238E27FC236}">
                <a16:creationId xmlns:a16="http://schemas.microsoft.com/office/drawing/2014/main" id="{3A290E40-F056-0C55-ED18-A8AD31B33071}"/>
              </a:ext>
            </a:extLst>
          </p:cNvPr>
          <p:cNvGrpSpPr/>
          <p:nvPr/>
        </p:nvGrpSpPr>
        <p:grpSpPr>
          <a:xfrm>
            <a:off x="9660396" y="2705654"/>
            <a:ext cx="1467497" cy="291298"/>
            <a:chOff x="1604167" y="2708920"/>
            <a:chExt cx="1467497" cy="291298"/>
          </a:xfrm>
        </p:grpSpPr>
        <p:sp>
          <p:nvSpPr>
            <p:cNvPr id="11" name="Retângulo 10">
              <a:extLst>
                <a:ext uri="{FF2B5EF4-FFF2-40B4-BE49-F238E27FC236}">
                  <a16:creationId xmlns:a16="http://schemas.microsoft.com/office/drawing/2014/main" id="{F859AFDF-88E7-77BB-1B95-297278A2DE91}"/>
                </a:ext>
              </a:extLst>
            </p:cNvPr>
            <p:cNvSpPr/>
            <p:nvPr/>
          </p:nvSpPr>
          <p:spPr>
            <a:xfrm>
              <a:off x="1703512" y="2780928"/>
              <a:ext cx="756084"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0EF517A4-9664-59AE-270C-0D8C839A5C00}"/>
                    </a:ext>
                  </a:extLst>
                </p:cNvPr>
                <p:cNvSpPr txBox="1"/>
                <p:nvPr/>
              </p:nvSpPr>
              <p:spPr>
                <a:xfrm>
                  <a:off x="1604167" y="2708920"/>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=1</m:t>
                      </m:r>
                    </m:oMath>
                  </a14:m>
                  <a:r>
                    <a:rPr lang="pt-BR" sz="1200"/>
                    <a:t>)</a:t>
                  </a:r>
                </a:p>
              </p:txBody>
            </p:sp>
          </mc:Choice>
          <mc:Fallback xmlns="">
            <p:sp>
              <p:nvSpPr>
                <p:cNvPr id="12" name="CaixaDeTexto 11">
                  <a:extLst>
                    <a:ext uri="{FF2B5EF4-FFF2-40B4-BE49-F238E27FC236}">
                      <a16:creationId xmlns:a16="http://schemas.microsoft.com/office/drawing/2014/main" id="{0EF517A4-9664-59AE-270C-0D8C839A5C00}"/>
                    </a:ext>
                  </a:extLst>
                </p:cNvPr>
                <p:cNvSpPr txBox="1">
                  <a:spLocks noRot="1" noChangeAspect="1" noMove="1" noResize="1" noEditPoints="1" noAdjustHandles="1" noChangeArrowheads="1" noChangeShapeType="1" noTextEdit="1"/>
                </p:cNvSpPr>
                <p:nvPr/>
              </p:nvSpPr>
              <p:spPr>
                <a:xfrm>
                  <a:off x="1604167" y="2708920"/>
                  <a:ext cx="1467497" cy="291298"/>
                </a:xfrm>
                <a:prstGeom prst="rect">
                  <a:avLst/>
                </a:prstGeom>
                <a:blipFill>
                  <a:blip r:embed="rId9"/>
                  <a:stretch>
                    <a:fillRect b="-12500"/>
                  </a:stretch>
                </a:blipFill>
              </p:spPr>
              <p:txBody>
                <a:bodyPr/>
                <a:lstStyle/>
                <a:p>
                  <a:r>
                    <a:rPr lang="pt-BR">
                      <a:noFill/>
                    </a:rPr>
                    <a:t> </a:t>
                  </a:r>
                </a:p>
              </p:txBody>
            </p:sp>
          </mc:Fallback>
        </mc:AlternateContent>
      </p:grpSp>
      <p:grpSp>
        <p:nvGrpSpPr>
          <p:cNvPr id="36" name="Agrupar 35">
            <a:extLst>
              <a:ext uri="{FF2B5EF4-FFF2-40B4-BE49-F238E27FC236}">
                <a16:creationId xmlns:a16="http://schemas.microsoft.com/office/drawing/2014/main" id="{3FE3492E-D514-81EB-5BDB-044328DB9DF9}"/>
              </a:ext>
            </a:extLst>
          </p:cNvPr>
          <p:cNvGrpSpPr/>
          <p:nvPr/>
        </p:nvGrpSpPr>
        <p:grpSpPr>
          <a:xfrm>
            <a:off x="4763852" y="944724"/>
            <a:ext cx="4523503" cy="905131"/>
            <a:chOff x="4763852" y="944724"/>
            <a:chExt cx="4523503" cy="905131"/>
          </a:xfrm>
        </p:grpSpPr>
        <p:sp>
          <p:nvSpPr>
            <p:cNvPr id="15" name="Elipse 14">
              <a:extLst>
                <a:ext uri="{FF2B5EF4-FFF2-40B4-BE49-F238E27FC236}">
                  <a16:creationId xmlns:a16="http://schemas.microsoft.com/office/drawing/2014/main" id="{BA637B0A-A738-20CA-40AA-63B856901DA2}"/>
                </a:ext>
              </a:extLst>
            </p:cNvPr>
            <p:cNvSpPr/>
            <p:nvPr/>
          </p:nvSpPr>
          <p:spPr>
            <a:xfrm>
              <a:off x="4788978" y="1096512"/>
              <a:ext cx="545802" cy="5486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16" name="Elipse 15">
              <a:extLst>
                <a:ext uri="{FF2B5EF4-FFF2-40B4-BE49-F238E27FC236}">
                  <a16:creationId xmlns:a16="http://schemas.microsoft.com/office/drawing/2014/main" id="{09761677-ADDD-FD61-1B19-9A5DAD0ECBD9}"/>
                </a:ext>
              </a:extLst>
            </p:cNvPr>
            <p:cNvSpPr/>
            <p:nvPr/>
          </p:nvSpPr>
          <p:spPr>
            <a:xfrm>
              <a:off x="6878342" y="1090373"/>
              <a:ext cx="545802" cy="5486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18" name="Elipse 17">
              <a:extLst>
                <a:ext uri="{FF2B5EF4-FFF2-40B4-BE49-F238E27FC236}">
                  <a16:creationId xmlns:a16="http://schemas.microsoft.com/office/drawing/2014/main" id="{32803960-956F-32D0-E6DA-092AAFF9923D}"/>
                </a:ext>
              </a:extLst>
            </p:cNvPr>
            <p:cNvSpPr/>
            <p:nvPr/>
          </p:nvSpPr>
          <p:spPr>
            <a:xfrm>
              <a:off x="7138839" y="1337310"/>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19" name="Elipse 18">
              <a:extLst>
                <a:ext uri="{FF2B5EF4-FFF2-40B4-BE49-F238E27FC236}">
                  <a16:creationId xmlns:a16="http://schemas.microsoft.com/office/drawing/2014/main" id="{A4F40DCD-B092-F6E4-8AEC-25D16C18A91F}"/>
                </a:ext>
              </a:extLst>
            </p:cNvPr>
            <p:cNvSpPr/>
            <p:nvPr/>
          </p:nvSpPr>
          <p:spPr>
            <a:xfrm>
              <a:off x="5047686" y="1338895"/>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20" name="Conector de Seta Reta 19">
              <a:extLst>
                <a:ext uri="{FF2B5EF4-FFF2-40B4-BE49-F238E27FC236}">
                  <a16:creationId xmlns:a16="http://schemas.microsoft.com/office/drawing/2014/main" id="{1FF31AF6-3E57-796A-3687-FE74204D86A9}"/>
                </a:ext>
              </a:extLst>
            </p:cNvPr>
            <p:cNvCxnSpPr>
              <a:cxnSpLocks/>
            </p:cNvCxnSpPr>
            <p:nvPr/>
          </p:nvCxnSpPr>
          <p:spPr>
            <a:xfrm>
              <a:off x="5056457" y="1808820"/>
              <a:ext cx="2091154"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Conector reto 20">
              <a:extLst>
                <a:ext uri="{FF2B5EF4-FFF2-40B4-BE49-F238E27FC236}">
                  <a16:creationId xmlns:a16="http://schemas.microsoft.com/office/drawing/2014/main" id="{265C2742-3590-6D6A-89B8-2212B6A847FE}"/>
                </a:ext>
              </a:extLst>
            </p:cNvPr>
            <p:cNvCxnSpPr>
              <a:cxnSpLocks/>
            </p:cNvCxnSpPr>
            <p:nvPr/>
          </p:nvCxnSpPr>
          <p:spPr>
            <a:xfrm flipH="1">
              <a:off x="5056457" y="1410463"/>
              <a:ext cx="3633" cy="434842"/>
            </a:xfrm>
            <a:prstGeom prst="line">
              <a:avLst/>
            </a:prstGeom>
            <a:ln w="6350"/>
          </p:spPr>
          <p:style>
            <a:lnRef idx="1">
              <a:schemeClr val="dk1"/>
            </a:lnRef>
            <a:fillRef idx="0">
              <a:schemeClr val="dk1"/>
            </a:fillRef>
            <a:effectRef idx="0">
              <a:schemeClr val="dk1"/>
            </a:effectRef>
            <a:fontRef idx="minor">
              <a:schemeClr val="tx1"/>
            </a:fontRef>
          </p:style>
        </p:cxnSp>
        <p:cxnSp>
          <p:nvCxnSpPr>
            <p:cNvPr id="22" name="Conector reto 21">
              <a:extLst>
                <a:ext uri="{FF2B5EF4-FFF2-40B4-BE49-F238E27FC236}">
                  <a16:creationId xmlns:a16="http://schemas.microsoft.com/office/drawing/2014/main" id="{FC25529B-F83C-5E19-9C8F-4AD2DEA8FFDC}"/>
                </a:ext>
              </a:extLst>
            </p:cNvPr>
            <p:cNvCxnSpPr>
              <a:cxnSpLocks/>
            </p:cNvCxnSpPr>
            <p:nvPr/>
          </p:nvCxnSpPr>
          <p:spPr>
            <a:xfrm flipH="1">
              <a:off x="7147611" y="1415013"/>
              <a:ext cx="3633" cy="434842"/>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4C844DE-31AB-09F9-8CF7-B79298809E3F}"/>
                    </a:ext>
                  </a:extLst>
                </p:cNvPr>
                <p:cNvSpPr txBox="1"/>
                <p:nvPr/>
              </p:nvSpPr>
              <p:spPr>
                <a:xfrm>
                  <a:off x="5589041" y="1567825"/>
                  <a:ext cx="105997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𝑑</m:t>
                        </m:r>
                        <m:r>
                          <a:rPr lang="pt-BR" sz="1200" b="0" i="1" smtClean="0">
                            <a:latin typeface="Cambria Math" panose="02040503050406030204" pitchFamily="18" charset="0"/>
                          </a:rPr>
                          <m:t>=100 </m:t>
                        </m:r>
                        <m:r>
                          <a:rPr lang="pt-BR" sz="1200" b="0" i="1" smtClean="0">
                            <a:latin typeface="Cambria Math" panose="02040503050406030204" pitchFamily="18" charset="0"/>
                          </a:rPr>
                          <m:t>𝑚𝑚</m:t>
                        </m:r>
                      </m:oMath>
                    </m:oMathPara>
                  </a14:m>
                  <a:endParaRPr lang="pt-BR" sz="1200"/>
                </a:p>
              </p:txBody>
            </p:sp>
          </mc:Choice>
          <mc:Fallback xmlns="">
            <p:sp>
              <p:nvSpPr>
                <p:cNvPr id="23" name="CaixaDeTexto 22">
                  <a:extLst>
                    <a:ext uri="{FF2B5EF4-FFF2-40B4-BE49-F238E27FC236}">
                      <a16:creationId xmlns:a16="http://schemas.microsoft.com/office/drawing/2014/main" id="{B4C844DE-31AB-09F9-8CF7-B79298809E3F}"/>
                    </a:ext>
                  </a:extLst>
                </p:cNvPr>
                <p:cNvSpPr txBox="1">
                  <a:spLocks noRot="1" noChangeAspect="1" noMove="1" noResize="1" noEditPoints="1" noAdjustHandles="1" noChangeArrowheads="1" noChangeShapeType="1" noTextEdit="1"/>
                </p:cNvSpPr>
                <p:nvPr/>
              </p:nvSpPr>
              <p:spPr>
                <a:xfrm>
                  <a:off x="5589041" y="1567825"/>
                  <a:ext cx="1059970" cy="276999"/>
                </a:xfrm>
                <a:prstGeom prst="rect">
                  <a:avLst/>
                </a:prstGeom>
                <a:blipFill>
                  <a:blip r:embed="rId10"/>
                  <a:stretch>
                    <a:fillRect/>
                  </a:stretch>
                </a:blipFill>
              </p:spPr>
              <p:txBody>
                <a:bodyPr/>
                <a:lstStyle/>
                <a:p>
                  <a:r>
                    <a:rPr lang="pt-BR">
                      <a:noFill/>
                    </a:rPr>
                    <a:t> </a:t>
                  </a:r>
                </a:p>
              </p:txBody>
            </p:sp>
          </mc:Fallback>
        </mc:AlternateContent>
        <p:grpSp>
          <p:nvGrpSpPr>
            <p:cNvPr id="24" name="Agrupar 23">
              <a:extLst>
                <a:ext uri="{FF2B5EF4-FFF2-40B4-BE49-F238E27FC236}">
                  <a16:creationId xmlns:a16="http://schemas.microsoft.com/office/drawing/2014/main" id="{0E411B90-FC6A-7FE1-1C30-81773C5246FF}"/>
                </a:ext>
              </a:extLst>
            </p:cNvPr>
            <p:cNvGrpSpPr/>
            <p:nvPr/>
          </p:nvGrpSpPr>
          <p:grpSpPr>
            <a:xfrm>
              <a:off x="4857369" y="1039904"/>
              <a:ext cx="409049" cy="305627"/>
              <a:chOff x="161602" y="1426275"/>
              <a:chExt cx="753825" cy="590369"/>
            </a:xfrm>
          </p:grpSpPr>
          <p:cxnSp>
            <p:nvCxnSpPr>
              <p:cNvPr id="33" name="Conector de Seta Reta 32">
                <a:extLst>
                  <a:ext uri="{FF2B5EF4-FFF2-40B4-BE49-F238E27FC236}">
                    <a16:creationId xmlns:a16="http://schemas.microsoft.com/office/drawing/2014/main" id="{CF771486-C284-9A43-44A0-55265DAF91FC}"/>
                  </a:ext>
                </a:extLst>
              </p:cNvPr>
              <p:cNvCxnSpPr>
                <a:cxnSpLocks/>
                <a:stCxn id="19" idx="7"/>
              </p:cNvCxnSpPr>
              <p:nvPr/>
            </p:nvCxnSpPr>
            <p:spPr>
              <a:xfrm flipV="1">
                <a:off x="565980" y="1707620"/>
                <a:ext cx="349447"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21DA15BB-1756-728D-1D7D-C1794FE758E7}"/>
                      </a:ext>
                    </a:extLst>
                  </p:cNvPr>
                  <p:cNvSpPr txBox="1"/>
                  <p:nvPr/>
                </p:nvSpPr>
                <p:spPr>
                  <a:xfrm>
                    <a:off x="161602" y="1426275"/>
                    <a:ext cx="279169" cy="5626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34" name="CaixaDeTexto 33">
                    <a:extLst>
                      <a:ext uri="{FF2B5EF4-FFF2-40B4-BE49-F238E27FC236}">
                        <a16:creationId xmlns:a16="http://schemas.microsoft.com/office/drawing/2014/main" id="{21DA15BB-1756-728D-1D7D-C1794FE758E7}"/>
                      </a:ext>
                    </a:extLst>
                  </p:cNvPr>
                  <p:cNvSpPr txBox="1">
                    <a:spLocks noRot="1" noChangeAspect="1" noMove="1" noResize="1" noEditPoints="1" noAdjustHandles="1" noChangeArrowheads="1" noChangeShapeType="1" noTextEdit="1"/>
                  </p:cNvSpPr>
                  <p:nvPr/>
                </p:nvSpPr>
                <p:spPr>
                  <a:xfrm>
                    <a:off x="161602" y="1426275"/>
                    <a:ext cx="279169" cy="562690"/>
                  </a:xfrm>
                  <a:prstGeom prst="rect">
                    <a:avLst/>
                  </a:prstGeom>
                  <a:blipFill>
                    <a:blip r:embed="rId11"/>
                    <a:stretch>
                      <a:fillRect r="-76000"/>
                    </a:stretch>
                  </a:blipFill>
                </p:spPr>
                <p:txBody>
                  <a:bodyPr/>
                  <a:lstStyle/>
                  <a:p>
                    <a:r>
                      <a:rPr lang="pt-BR">
                        <a:noFill/>
                      </a:rPr>
                      <a:t> </a:t>
                    </a:r>
                  </a:p>
                </p:txBody>
              </p:sp>
            </mc:Fallback>
          </mc:AlternateContent>
        </p:grpSp>
        <p:grpSp>
          <p:nvGrpSpPr>
            <p:cNvPr id="25" name="Agrupar 24">
              <a:extLst>
                <a:ext uri="{FF2B5EF4-FFF2-40B4-BE49-F238E27FC236}">
                  <a16:creationId xmlns:a16="http://schemas.microsoft.com/office/drawing/2014/main" id="{E978E7E2-F56D-CF4F-DE20-1AB60F8E7372}"/>
                </a:ext>
              </a:extLst>
            </p:cNvPr>
            <p:cNvGrpSpPr/>
            <p:nvPr/>
          </p:nvGrpSpPr>
          <p:grpSpPr>
            <a:xfrm>
              <a:off x="6976744" y="1009502"/>
              <a:ext cx="379396" cy="329393"/>
              <a:chOff x="372951" y="1396583"/>
              <a:chExt cx="699176" cy="636277"/>
            </a:xfrm>
          </p:grpSpPr>
          <p:cxnSp>
            <p:nvCxnSpPr>
              <p:cNvPr id="31" name="Conector de Seta Reta 30">
                <a:extLst>
                  <a:ext uri="{FF2B5EF4-FFF2-40B4-BE49-F238E27FC236}">
                    <a16:creationId xmlns:a16="http://schemas.microsoft.com/office/drawing/2014/main" id="{F230F752-9082-D123-32A5-435338E4D059}"/>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3DEE1305-69BB-8742-0700-083A80B82530}"/>
                      </a:ext>
                    </a:extLst>
                  </p:cNvPr>
                  <p:cNvSpPr txBox="1"/>
                  <p:nvPr/>
                </p:nvSpPr>
                <p:spPr>
                  <a:xfrm>
                    <a:off x="372951" y="1396583"/>
                    <a:ext cx="279170" cy="5626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oMath>
                      </m:oMathPara>
                    </a14:m>
                    <a:endParaRPr lang="pt-BR" sz="1200"/>
                  </a:p>
                </p:txBody>
              </p:sp>
            </mc:Choice>
            <mc:Fallback xmlns="">
              <p:sp>
                <p:nvSpPr>
                  <p:cNvPr id="32" name="CaixaDeTexto 31">
                    <a:extLst>
                      <a:ext uri="{FF2B5EF4-FFF2-40B4-BE49-F238E27FC236}">
                        <a16:creationId xmlns:a16="http://schemas.microsoft.com/office/drawing/2014/main" id="{3DEE1305-69BB-8742-0700-083A80B82530}"/>
                      </a:ext>
                    </a:extLst>
                  </p:cNvPr>
                  <p:cNvSpPr txBox="1">
                    <a:spLocks noRot="1" noChangeAspect="1" noMove="1" noResize="1" noEditPoints="1" noAdjustHandles="1" noChangeArrowheads="1" noChangeShapeType="1" noTextEdit="1"/>
                  </p:cNvSpPr>
                  <p:nvPr/>
                </p:nvSpPr>
                <p:spPr>
                  <a:xfrm>
                    <a:off x="372951" y="1396583"/>
                    <a:ext cx="279170" cy="562689"/>
                  </a:xfrm>
                  <a:prstGeom prst="rect">
                    <a:avLst/>
                  </a:prstGeom>
                  <a:blipFill>
                    <a:blip r:embed="rId12"/>
                    <a:stretch>
                      <a:fillRect r="-76000"/>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2C4FA4B6-499D-6787-2F7B-6FBFD53D33C0}"/>
                    </a:ext>
                  </a:extLst>
                </p:cNvPr>
                <p:cNvSpPr txBox="1"/>
                <p:nvPr/>
              </p:nvSpPr>
              <p:spPr>
                <a:xfrm>
                  <a:off x="7496436" y="944724"/>
                  <a:ext cx="1406667"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=10 </m:t>
                        </m:r>
                        <m:r>
                          <a:rPr lang="pt-BR" sz="1200" b="0" i="1" smtClean="0">
                            <a:latin typeface="Cambria Math" panose="02040503050406030204" pitchFamily="18" charset="0"/>
                          </a:rPr>
                          <m:t>𝑚𝑚</m:t>
                        </m:r>
                      </m:oMath>
                    </m:oMathPara>
                  </a14:m>
                  <a:endParaRPr lang="pt-BR" sz="1200"/>
                </a:p>
              </p:txBody>
            </p:sp>
          </mc:Choice>
          <mc:Fallback xmlns="">
            <p:sp>
              <p:nvSpPr>
                <p:cNvPr id="26" name="CaixaDeTexto 25">
                  <a:extLst>
                    <a:ext uri="{FF2B5EF4-FFF2-40B4-BE49-F238E27FC236}">
                      <a16:creationId xmlns:a16="http://schemas.microsoft.com/office/drawing/2014/main" id="{2C4FA4B6-499D-6787-2F7B-6FBFD53D33C0}"/>
                    </a:ext>
                  </a:extLst>
                </p:cNvPr>
                <p:cNvSpPr txBox="1">
                  <a:spLocks noRot="1" noChangeAspect="1" noMove="1" noResize="1" noEditPoints="1" noAdjustHandles="1" noChangeArrowheads="1" noChangeShapeType="1" noTextEdit="1"/>
                </p:cNvSpPr>
                <p:nvPr/>
              </p:nvSpPr>
              <p:spPr>
                <a:xfrm>
                  <a:off x="7496436" y="944724"/>
                  <a:ext cx="1406667" cy="291298"/>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AD09161C-F78A-F386-0C2D-E8DBCC1A7D03}"/>
                    </a:ext>
                  </a:extLst>
                </p:cNvPr>
                <p:cNvSpPr txBox="1"/>
                <p:nvPr/>
              </p:nvSpPr>
              <p:spPr>
                <a:xfrm>
                  <a:off x="7505200" y="1198082"/>
                  <a:ext cx="1782155" cy="2939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27" name="CaixaDeTexto 26">
                  <a:extLst>
                    <a:ext uri="{FF2B5EF4-FFF2-40B4-BE49-F238E27FC236}">
                      <a16:creationId xmlns:a16="http://schemas.microsoft.com/office/drawing/2014/main" id="{AD09161C-F78A-F386-0C2D-E8DBCC1A7D03}"/>
                    </a:ext>
                  </a:extLst>
                </p:cNvPr>
                <p:cNvSpPr txBox="1">
                  <a:spLocks noRot="1" noChangeAspect="1" noMove="1" noResize="1" noEditPoints="1" noAdjustHandles="1" noChangeArrowheads="1" noChangeShapeType="1" noTextEdit="1"/>
                </p:cNvSpPr>
                <p:nvPr/>
              </p:nvSpPr>
              <p:spPr>
                <a:xfrm>
                  <a:off x="7505200" y="1198082"/>
                  <a:ext cx="1782155" cy="293991"/>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F80E93F2-4D49-D1DF-554E-21BA1F97DE25}"/>
                    </a:ext>
                  </a:extLst>
                </p:cNvPr>
                <p:cNvSpPr txBox="1"/>
                <p:nvPr/>
              </p:nvSpPr>
              <p:spPr>
                <a:xfrm>
                  <a:off x="4763852" y="1331282"/>
                  <a:ext cx="374270"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oMath>
                    </m:oMathPara>
                  </a14:m>
                  <a:endParaRPr lang="pt-BR" sz="1200"/>
                </a:p>
              </p:txBody>
            </p:sp>
          </mc:Choice>
          <mc:Fallback xmlns="">
            <p:sp>
              <p:nvSpPr>
                <p:cNvPr id="28" name="CaixaDeTexto 27">
                  <a:extLst>
                    <a:ext uri="{FF2B5EF4-FFF2-40B4-BE49-F238E27FC236}">
                      <a16:creationId xmlns:a16="http://schemas.microsoft.com/office/drawing/2014/main" id="{F80E93F2-4D49-D1DF-554E-21BA1F97DE25}"/>
                    </a:ext>
                  </a:extLst>
                </p:cNvPr>
                <p:cNvSpPr txBox="1">
                  <a:spLocks noRot="1" noChangeAspect="1" noMove="1" noResize="1" noEditPoints="1" noAdjustHandles="1" noChangeArrowheads="1" noChangeShapeType="1" noTextEdit="1"/>
                </p:cNvSpPr>
                <p:nvPr/>
              </p:nvSpPr>
              <p:spPr>
                <a:xfrm>
                  <a:off x="4763852" y="1331282"/>
                  <a:ext cx="374270" cy="291298"/>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498E5691-A9DD-CB56-28E6-8B0B67B970E0}"/>
                    </a:ext>
                  </a:extLst>
                </p:cNvPr>
                <p:cNvSpPr txBox="1"/>
                <p:nvPr/>
              </p:nvSpPr>
              <p:spPr>
                <a:xfrm>
                  <a:off x="6852084" y="1319705"/>
                  <a:ext cx="373115"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𝑞</m:t>
                            </m:r>
                          </m:sub>
                        </m:sSub>
                      </m:oMath>
                    </m:oMathPara>
                  </a14:m>
                  <a:endParaRPr lang="pt-BR" sz="1200"/>
                </a:p>
              </p:txBody>
            </p:sp>
          </mc:Choice>
          <mc:Fallback xmlns="">
            <p:sp>
              <p:nvSpPr>
                <p:cNvPr id="29" name="CaixaDeTexto 28">
                  <a:extLst>
                    <a:ext uri="{FF2B5EF4-FFF2-40B4-BE49-F238E27FC236}">
                      <a16:creationId xmlns:a16="http://schemas.microsoft.com/office/drawing/2014/main" id="{498E5691-A9DD-CB56-28E6-8B0B67B970E0}"/>
                    </a:ext>
                  </a:extLst>
                </p:cNvPr>
                <p:cNvSpPr txBox="1">
                  <a:spLocks noRot="1" noChangeAspect="1" noMove="1" noResize="1" noEditPoints="1" noAdjustHandles="1" noChangeArrowheads="1" noChangeShapeType="1" noTextEdit="1"/>
                </p:cNvSpPr>
                <p:nvPr/>
              </p:nvSpPr>
              <p:spPr>
                <a:xfrm>
                  <a:off x="6852084" y="1319705"/>
                  <a:ext cx="373115" cy="291298"/>
                </a:xfrm>
                <a:prstGeom prst="rect">
                  <a:avLst/>
                </a:prstGeom>
                <a:blipFill>
                  <a:blip r:embed="rId16"/>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2771550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27</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88027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Bifilar Line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p:grpSp>
        <p:nvGrpSpPr>
          <p:cNvPr id="15" name="Agrupar 14">
            <a:extLst>
              <a:ext uri="{FF2B5EF4-FFF2-40B4-BE49-F238E27FC236}">
                <a16:creationId xmlns:a16="http://schemas.microsoft.com/office/drawing/2014/main" id="{7CD929A5-20D6-A315-FFCA-3733922C8D14}"/>
              </a:ext>
            </a:extLst>
          </p:cNvPr>
          <p:cNvGrpSpPr/>
          <p:nvPr/>
        </p:nvGrpSpPr>
        <p:grpSpPr>
          <a:xfrm>
            <a:off x="5231904" y="944724"/>
            <a:ext cx="3551395" cy="905131"/>
            <a:chOff x="5231904" y="944724"/>
            <a:chExt cx="3551395" cy="905131"/>
          </a:xfrm>
        </p:grpSpPr>
        <p:sp>
          <p:nvSpPr>
            <p:cNvPr id="13" name="Elipse 12">
              <a:extLst>
                <a:ext uri="{FF2B5EF4-FFF2-40B4-BE49-F238E27FC236}">
                  <a16:creationId xmlns:a16="http://schemas.microsoft.com/office/drawing/2014/main" id="{92A18466-CDCC-82EE-17A8-5DFEC2C59BB0}"/>
                </a:ext>
              </a:extLst>
            </p:cNvPr>
            <p:cNvSpPr/>
            <p:nvPr/>
          </p:nvSpPr>
          <p:spPr>
            <a:xfrm>
              <a:off x="5257030" y="1096512"/>
              <a:ext cx="545802" cy="5486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17" name="Elipse 16">
              <a:extLst>
                <a:ext uri="{FF2B5EF4-FFF2-40B4-BE49-F238E27FC236}">
                  <a16:creationId xmlns:a16="http://schemas.microsoft.com/office/drawing/2014/main" id="{812EE95F-831D-FC4D-FC78-06CCA0E7DBCF}"/>
                </a:ext>
              </a:extLst>
            </p:cNvPr>
            <p:cNvSpPr/>
            <p:nvPr/>
          </p:nvSpPr>
          <p:spPr>
            <a:xfrm>
              <a:off x="6374286" y="1090373"/>
              <a:ext cx="545802" cy="5486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1600"/>
            </a:p>
          </p:txBody>
        </p:sp>
        <p:sp>
          <p:nvSpPr>
            <p:cNvPr id="30" name="Elipse 29">
              <a:extLst>
                <a:ext uri="{FF2B5EF4-FFF2-40B4-BE49-F238E27FC236}">
                  <a16:creationId xmlns:a16="http://schemas.microsoft.com/office/drawing/2014/main" id="{63E2950E-3B55-FF88-CAEE-915F11466CE1}"/>
                </a:ext>
              </a:extLst>
            </p:cNvPr>
            <p:cNvSpPr/>
            <p:nvPr/>
          </p:nvSpPr>
          <p:spPr>
            <a:xfrm>
              <a:off x="6634783" y="1337310"/>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sp>
          <p:nvSpPr>
            <p:cNvPr id="42" name="Elipse 41">
              <a:extLst>
                <a:ext uri="{FF2B5EF4-FFF2-40B4-BE49-F238E27FC236}">
                  <a16:creationId xmlns:a16="http://schemas.microsoft.com/office/drawing/2014/main" id="{F040E09F-278C-2E4D-EA66-CD26FDC9549E}"/>
                </a:ext>
              </a:extLst>
            </p:cNvPr>
            <p:cNvSpPr/>
            <p:nvPr/>
          </p:nvSpPr>
          <p:spPr>
            <a:xfrm>
              <a:off x="5515738" y="1338895"/>
              <a:ext cx="24809" cy="2366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44" name="Conector de Seta Reta 43">
              <a:extLst>
                <a:ext uri="{FF2B5EF4-FFF2-40B4-BE49-F238E27FC236}">
                  <a16:creationId xmlns:a16="http://schemas.microsoft.com/office/drawing/2014/main" id="{7B69B615-68A8-0880-4ACF-BCA6B5DA86F3}"/>
                </a:ext>
              </a:extLst>
            </p:cNvPr>
            <p:cNvCxnSpPr>
              <a:cxnSpLocks/>
            </p:cNvCxnSpPr>
            <p:nvPr/>
          </p:nvCxnSpPr>
          <p:spPr>
            <a:xfrm>
              <a:off x="5538780" y="1812577"/>
              <a:ext cx="1097280" cy="0"/>
            </a:xfrm>
            <a:prstGeom prst="straightConnector1">
              <a:avLst/>
            </a:prstGeom>
            <a:ln w="6350">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8" name="Conector reto 47">
              <a:extLst>
                <a:ext uri="{FF2B5EF4-FFF2-40B4-BE49-F238E27FC236}">
                  <a16:creationId xmlns:a16="http://schemas.microsoft.com/office/drawing/2014/main" id="{CD746603-9666-48BD-FD84-79BEA79C6EC6}"/>
                </a:ext>
              </a:extLst>
            </p:cNvPr>
            <p:cNvCxnSpPr>
              <a:cxnSpLocks/>
            </p:cNvCxnSpPr>
            <p:nvPr/>
          </p:nvCxnSpPr>
          <p:spPr>
            <a:xfrm flipH="1">
              <a:off x="5524509" y="1410463"/>
              <a:ext cx="3633" cy="434842"/>
            </a:xfrm>
            <a:prstGeom prst="line">
              <a:avLst/>
            </a:prstGeom>
            <a:ln w="6350"/>
          </p:spPr>
          <p:style>
            <a:lnRef idx="1">
              <a:schemeClr val="dk1"/>
            </a:lnRef>
            <a:fillRef idx="0">
              <a:schemeClr val="dk1"/>
            </a:fillRef>
            <a:effectRef idx="0">
              <a:schemeClr val="dk1"/>
            </a:effectRef>
            <a:fontRef idx="minor">
              <a:schemeClr val="tx1"/>
            </a:fontRef>
          </p:style>
        </p:cxnSp>
        <p:cxnSp>
          <p:nvCxnSpPr>
            <p:cNvPr id="49" name="Conector reto 48">
              <a:extLst>
                <a:ext uri="{FF2B5EF4-FFF2-40B4-BE49-F238E27FC236}">
                  <a16:creationId xmlns:a16="http://schemas.microsoft.com/office/drawing/2014/main" id="{07D9234E-2A5D-C007-E354-7BCCDC4919BF}"/>
                </a:ext>
              </a:extLst>
            </p:cNvPr>
            <p:cNvCxnSpPr>
              <a:cxnSpLocks/>
            </p:cNvCxnSpPr>
            <p:nvPr/>
          </p:nvCxnSpPr>
          <p:spPr>
            <a:xfrm flipH="1">
              <a:off x="6643555" y="1415013"/>
              <a:ext cx="3633" cy="434842"/>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BD8E85F4-E7E6-0D19-B231-CF417C101B69}"/>
                    </a:ext>
                  </a:extLst>
                </p:cNvPr>
                <p:cNvSpPr txBox="1"/>
                <p:nvPr/>
              </p:nvSpPr>
              <p:spPr>
                <a:xfrm>
                  <a:off x="5589041" y="1567825"/>
                  <a:ext cx="97501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𝑑</m:t>
                        </m:r>
                        <m:r>
                          <a:rPr lang="pt-BR" sz="1200" b="0" i="1" smtClean="0">
                            <a:latin typeface="Cambria Math" panose="02040503050406030204" pitchFamily="18" charset="0"/>
                          </a:rPr>
                          <m:t>=25 </m:t>
                        </m:r>
                        <m:r>
                          <a:rPr lang="pt-BR" sz="1200" b="0" i="1" smtClean="0">
                            <a:latin typeface="Cambria Math" panose="02040503050406030204" pitchFamily="18" charset="0"/>
                          </a:rPr>
                          <m:t>𝑚𝑚</m:t>
                        </m:r>
                      </m:oMath>
                    </m:oMathPara>
                  </a14:m>
                  <a:endParaRPr lang="pt-BR" sz="1200"/>
                </a:p>
              </p:txBody>
            </p:sp>
          </mc:Choice>
          <mc:Fallback xmlns="">
            <p:sp>
              <p:nvSpPr>
                <p:cNvPr id="53" name="CaixaDeTexto 52">
                  <a:extLst>
                    <a:ext uri="{FF2B5EF4-FFF2-40B4-BE49-F238E27FC236}">
                      <a16:creationId xmlns:a16="http://schemas.microsoft.com/office/drawing/2014/main" id="{BD8E85F4-E7E6-0D19-B231-CF417C101B69}"/>
                    </a:ext>
                  </a:extLst>
                </p:cNvPr>
                <p:cNvSpPr txBox="1">
                  <a:spLocks noRot="1" noChangeAspect="1" noMove="1" noResize="1" noEditPoints="1" noAdjustHandles="1" noChangeArrowheads="1" noChangeShapeType="1" noTextEdit="1"/>
                </p:cNvSpPr>
                <p:nvPr/>
              </p:nvSpPr>
              <p:spPr>
                <a:xfrm>
                  <a:off x="5589041" y="1567825"/>
                  <a:ext cx="975011" cy="276999"/>
                </a:xfrm>
                <a:prstGeom prst="rect">
                  <a:avLst/>
                </a:prstGeom>
                <a:blipFill>
                  <a:blip r:embed="rId4"/>
                  <a:stretch>
                    <a:fillRect/>
                  </a:stretch>
                </a:blipFill>
              </p:spPr>
              <p:txBody>
                <a:bodyPr/>
                <a:lstStyle/>
                <a:p>
                  <a:r>
                    <a:rPr lang="pt-BR">
                      <a:noFill/>
                    </a:rPr>
                    <a:t> </a:t>
                  </a:r>
                </a:p>
              </p:txBody>
            </p:sp>
          </mc:Fallback>
        </mc:AlternateContent>
        <p:grpSp>
          <p:nvGrpSpPr>
            <p:cNvPr id="58" name="Agrupar 57">
              <a:extLst>
                <a:ext uri="{FF2B5EF4-FFF2-40B4-BE49-F238E27FC236}">
                  <a16:creationId xmlns:a16="http://schemas.microsoft.com/office/drawing/2014/main" id="{86CA725B-EEE2-2778-2B33-7BEC0E4CE9B7}"/>
                </a:ext>
              </a:extLst>
            </p:cNvPr>
            <p:cNvGrpSpPr/>
            <p:nvPr/>
          </p:nvGrpSpPr>
          <p:grpSpPr>
            <a:xfrm>
              <a:off x="5362342" y="1041425"/>
              <a:ext cx="369735" cy="304106"/>
              <a:chOff x="1096614" y="1429213"/>
              <a:chExt cx="681372" cy="587431"/>
            </a:xfrm>
          </p:grpSpPr>
          <p:cxnSp>
            <p:nvCxnSpPr>
              <p:cNvPr id="54" name="Conector de Seta Reta 53">
                <a:extLst>
                  <a:ext uri="{FF2B5EF4-FFF2-40B4-BE49-F238E27FC236}">
                    <a16:creationId xmlns:a16="http://schemas.microsoft.com/office/drawing/2014/main" id="{4BFF477B-E37D-5847-A169-F8F04B04CCBC}"/>
                  </a:ext>
                </a:extLst>
              </p:cNvPr>
              <p:cNvCxnSpPr>
                <a:cxnSpLocks/>
                <a:stCxn id="42" idx="7"/>
              </p:cNvCxnSpPr>
              <p:nvPr/>
            </p:nvCxnSpPr>
            <p:spPr>
              <a:xfrm flipV="1">
                <a:off x="1428540" y="1707620"/>
                <a:ext cx="349446" cy="3090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CaixaDeTexto 54">
                    <a:extLst>
                      <a:ext uri="{FF2B5EF4-FFF2-40B4-BE49-F238E27FC236}">
                        <a16:creationId xmlns:a16="http://schemas.microsoft.com/office/drawing/2014/main" id="{C209E32B-364B-B9A8-9643-77B33B7CC145}"/>
                      </a:ext>
                    </a:extLst>
                  </p:cNvPr>
                  <p:cNvSpPr txBox="1"/>
                  <p:nvPr/>
                </p:nvSpPr>
                <p:spPr>
                  <a:xfrm>
                    <a:off x="1096614" y="1429213"/>
                    <a:ext cx="279170" cy="5626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55" name="CaixaDeTexto 54">
                    <a:extLst>
                      <a:ext uri="{FF2B5EF4-FFF2-40B4-BE49-F238E27FC236}">
                        <a16:creationId xmlns:a16="http://schemas.microsoft.com/office/drawing/2014/main" id="{C209E32B-364B-B9A8-9643-77B33B7CC145}"/>
                      </a:ext>
                    </a:extLst>
                  </p:cNvPr>
                  <p:cNvSpPr txBox="1">
                    <a:spLocks noRot="1" noChangeAspect="1" noMove="1" noResize="1" noEditPoints="1" noAdjustHandles="1" noChangeArrowheads="1" noChangeShapeType="1" noTextEdit="1"/>
                  </p:cNvSpPr>
                  <p:nvPr/>
                </p:nvSpPr>
                <p:spPr>
                  <a:xfrm>
                    <a:off x="1096614" y="1429213"/>
                    <a:ext cx="279170" cy="562690"/>
                  </a:xfrm>
                  <a:prstGeom prst="rect">
                    <a:avLst/>
                  </a:prstGeom>
                  <a:blipFill>
                    <a:blip r:embed="rId5"/>
                    <a:stretch>
                      <a:fillRect r="-83333"/>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1852367C-74A5-2117-2908-834B9ABF3BB5}"/>
                </a:ext>
              </a:extLst>
            </p:cNvPr>
            <p:cNvGrpSpPr/>
            <p:nvPr/>
          </p:nvGrpSpPr>
          <p:grpSpPr>
            <a:xfrm>
              <a:off x="6478009" y="1009502"/>
              <a:ext cx="379396" cy="329393"/>
              <a:chOff x="372951" y="1396583"/>
              <a:chExt cx="699176" cy="636277"/>
            </a:xfrm>
          </p:grpSpPr>
          <p:cxnSp>
            <p:nvCxnSpPr>
              <p:cNvPr id="60" name="Conector de Seta Reta 59">
                <a:extLst>
                  <a:ext uri="{FF2B5EF4-FFF2-40B4-BE49-F238E27FC236}">
                    <a16:creationId xmlns:a16="http://schemas.microsoft.com/office/drawing/2014/main" id="{40596013-00EC-3066-62FA-6A4E2E8C2CFB}"/>
                  </a:ext>
                </a:extLst>
              </p:cNvPr>
              <p:cNvCxnSpPr>
                <a:cxnSpLocks/>
              </p:cNvCxnSpPr>
              <p:nvPr/>
            </p:nvCxnSpPr>
            <p:spPr>
              <a:xfrm flipV="1">
                <a:off x="719279" y="1717141"/>
                <a:ext cx="352848" cy="3157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1" name="CaixaDeTexto 60">
                    <a:extLst>
                      <a:ext uri="{FF2B5EF4-FFF2-40B4-BE49-F238E27FC236}">
                        <a16:creationId xmlns:a16="http://schemas.microsoft.com/office/drawing/2014/main" id="{ADCF016C-6DA0-EFE8-CF87-D5BFF46D14AD}"/>
                      </a:ext>
                    </a:extLst>
                  </p:cNvPr>
                  <p:cNvSpPr txBox="1"/>
                  <p:nvPr/>
                </p:nvSpPr>
                <p:spPr>
                  <a:xfrm>
                    <a:off x="372951" y="1396583"/>
                    <a:ext cx="279170" cy="5626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oMath>
                      </m:oMathPara>
                    </a14:m>
                    <a:endParaRPr lang="pt-BR" sz="1200"/>
                  </a:p>
                </p:txBody>
              </p:sp>
            </mc:Choice>
            <mc:Fallback xmlns="">
              <p:sp>
                <p:nvSpPr>
                  <p:cNvPr id="61" name="CaixaDeTexto 60">
                    <a:extLst>
                      <a:ext uri="{FF2B5EF4-FFF2-40B4-BE49-F238E27FC236}">
                        <a16:creationId xmlns:a16="http://schemas.microsoft.com/office/drawing/2014/main" id="{ADCF016C-6DA0-EFE8-CF87-D5BFF46D14AD}"/>
                      </a:ext>
                    </a:extLst>
                  </p:cNvPr>
                  <p:cNvSpPr txBox="1">
                    <a:spLocks noRot="1" noChangeAspect="1" noMove="1" noResize="1" noEditPoints="1" noAdjustHandles="1" noChangeArrowheads="1" noChangeShapeType="1" noTextEdit="1"/>
                  </p:cNvSpPr>
                  <p:nvPr/>
                </p:nvSpPr>
                <p:spPr>
                  <a:xfrm>
                    <a:off x="372951" y="1396583"/>
                    <a:ext cx="279170" cy="562689"/>
                  </a:xfrm>
                  <a:prstGeom prst="rect">
                    <a:avLst/>
                  </a:prstGeom>
                  <a:blipFill>
                    <a:blip r:embed="rId6"/>
                    <a:stretch>
                      <a:fillRect r="-76000"/>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0D3FA61D-BBAE-66C8-03C9-673E425B53E2}"/>
                    </a:ext>
                  </a:extLst>
                </p:cNvPr>
                <p:cNvSpPr txBox="1"/>
                <p:nvPr/>
              </p:nvSpPr>
              <p:spPr>
                <a:xfrm>
                  <a:off x="6992380" y="944724"/>
                  <a:ext cx="1406667"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=10 </m:t>
                        </m:r>
                        <m:r>
                          <a:rPr lang="pt-BR" sz="1200" b="0" i="1" smtClean="0">
                            <a:latin typeface="Cambria Math" panose="02040503050406030204" pitchFamily="18" charset="0"/>
                          </a:rPr>
                          <m:t>𝑚𝑚</m:t>
                        </m:r>
                      </m:oMath>
                    </m:oMathPara>
                  </a14:m>
                  <a:endParaRPr lang="pt-BR" sz="1200"/>
                </a:p>
              </p:txBody>
            </p:sp>
          </mc:Choice>
          <mc:Fallback xmlns="">
            <p:sp>
              <p:nvSpPr>
                <p:cNvPr id="63" name="CaixaDeTexto 62">
                  <a:extLst>
                    <a:ext uri="{FF2B5EF4-FFF2-40B4-BE49-F238E27FC236}">
                      <a16:creationId xmlns:a16="http://schemas.microsoft.com/office/drawing/2014/main" id="{0D3FA61D-BBAE-66C8-03C9-673E425B53E2}"/>
                    </a:ext>
                  </a:extLst>
                </p:cNvPr>
                <p:cNvSpPr txBox="1">
                  <a:spLocks noRot="1" noChangeAspect="1" noMove="1" noResize="1" noEditPoints="1" noAdjustHandles="1" noChangeArrowheads="1" noChangeShapeType="1" noTextEdit="1"/>
                </p:cNvSpPr>
                <p:nvPr/>
              </p:nvSpPr>
              <p:spPr>
                <a:xfrm>
                  <a:off x="6992380" y="944724"/>
                  <a:ext cx="1406667" cy="291298"/>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76363AD0-F7A9-36D6-CA69-29C1DE4253C0}"/>
                    </a:ext>
                  </a:extLst>
                </p:cNvPr>
                <p:cNvSpPr txBox="1"/>
                <p:nvPr/>
              </p:nvSpPr>
              <p:spPr>
                <a:xfrm>
                  <a:off x="7001144" y="1198082"/>
                  <a:ext cx="1782155" cy="2939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𝑞</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64" name="CaixaDeTexto 63">
                  <a:extLst>
                    <a:ext uri="{FF2B5EF4-FFF2-40B4-BE49-F238E27FC236}">
                      <a16:creationId xmlns:a16="http://schemas.microsoft.com/office/drawing/2014/main" id="{76363AD0-F7A9-36D6-CA69-29C1DE4253C0}"/>
                    </a:ext>
                  </a:extLst>
                </p:cNvPr>
                <p:cNvSpPr txBox="1">
                  <a:spLocks noRot="1" noChangeAspect="1" noMove="1" noResize="1" noEditPoints="1" noAdjustHandles="1" noChangeArrowheads="1" noChangeShapeType="1" noTextEdit="1"/>
                </p:cNvSpPr>
                <p:nvPr/>
              </p:nvSpPr>
              <p:spPr>
                <a:xfrm>
                  <a:off x="7001144" y="1198082"/>
                  <a:ext cx="1782155" cy="293991"/>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5" name="CaixaDeTexto 64">
                  <a:extLst>
                    <a:ext uri="{FF2B5EF4-FFF2-40B4-BE49-F238E27FC236}">
                      <a16:creationId xmlns:a16="http://schemas.microsoft.com/office/drawing/2014/main" id="{D4F551A5-2181-3135-7496-32F394325D4A}"/>
                    </a:ext>
                  </a:extLst>
                </p:cNvPr>
                <p:cNvSpPr txBox="1"/>
                <p:nvPr/>
              </p:nvSpPr>
              <p:spPr>
                <a:xfrm>
                  <a:off x="5231904" y="1331282"/>
                  <a:ext cx="374270"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𝑝</m:t>
                            </m:r>
                          </m:sub>
                        </m:sSub>
                      </m:oMath>
                    </m:oMathPara>
                  </a14:m>
                  <a:endParaRPr lang="pt-BR" sz="1200"/>
                </a:p>
              </p:txBody>
            </p:sp>
          </mc:Choice>
          <mc:Fallback xmlns="">
            <p:sp>
              <p:nvSpPr>
                <p:cNvPr id="65" name="CaixaDeTexto 64">
                  <a:extLst>
                    <a:ext uri="{FF2B5EF4-FFF2-40B4-BE49-F238E27FC236}">
                      <a16:creationId xmlns:a16="http://schemas.microsoft.com/office/drawing/2014/main" id="{D4F551A5-2181-3135-7496-32F394325D4A}"/>
                    </a:ext>
                  </a:extLst>
                </p:cNvPr>
                <p:cNvSpPr txBox="1">
                  <a:spLocks noRot="1" noChangeAspect="1" noMove="1" noResize="1" noEditPoints="1" noAdjustHandles="1" noChangeArrowheads="1" noChangeShapeType="1" noTextEdit="1"/>
                </p:cNvSpPr>
                <p:nvPr/>
              </p:nvSpPr>
              <p:spPr>
                <a:xfrm>
                  <a:off x="5231904" y="1331282"/>
                  <a:ext cx="374270" cy="291298"/>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7F111B65-93B8-9777-CF49-729E3398B29C}"/>
                    </a:ext>
                  </a:extLst>
                </p:cNvPr>
                <p:cNvSpPr txBox="1"/>
                <p:nvPr/>
              </p:nvSpPr>
              <p:spPr>
                <a:xfrm>
                  <a:off x="6348028" y="1319705"/>
                  <a:ext cx="373115"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𝑞</m:t>
                            </m:r>
                          </m:sub>
                        </m:sSub>
                      </m:oMath>
                    </m:oMathPara>
                  </a14:m>
                  <a:endParaRPr lang="pt-BR" sz="1200"/>
                </a:p>
              </p:txBody>
            </p:sp>
          </mc:Choice>
          <mc:Fallback xmlns="">
            <p:sp>
              <p:nvSpPr>
                <p:cNvPr id="66" name="CaixaDeTexto 65">
                  <a:extLst>
                    <a:ext uri="{FF2B5EF4-FFF2-40B4-BE49-F238E27FC236}">
                      <a16:creationId xmlns:a16="http://schemas.microsoft.com/office/drawing/2014/main" id="{7F111B65-93B8-9777-CF49-729E3398B29C}"/>
                    </a:ext>
                  </a:extLst>
                </p:cNvPr>
                <p:cNvSpPr txBox="1">
                  <a:spLocks noRot="1" noChangeAspect="1" noMove="1" noResize="1" noEditPoints="1" noAdjustHandles="1" noChangeArrowheads="1" noChangeShapeType="1" noTextEdit="1"/>
                </p:cNvSpPr>
                <p:nvPr/>
              </p:nvSpPr>
              <p:spPr>
                <a:xfrm>
                  <a:off x="6348028" y="1319705"/>
                  <a:ext cx="373115" cy="291298"/>
                </a:xfrm>
                <a:prstGeom prst="rect">
                  <a:avLst/>
                </a:prstGeom>
                <a:blipFill>
                  <a:blip r:embed="rId10"/>
                  <a:stretch>
                    <a:fillRect/>
                  </a:stretch>
                </a:blipFill>
              </p:spPr>
              <p:txBody>
                <a:bodyPr/>
                <a:lstStyle/>
                <a:p>
                  <a:r>
                    <a:rPr lang="pt-BR">
                      <a:noFill/>
                    </a:rPr>
                    <a:t> </a:t>
                  </a:r>
                </a:p>
              </p:txBody>
            </p:sp>
          </mc:Fallback>
        </mc:AlternateContent>
      </p:grpSp>
      <p:pic>
        <p:nvPicPr>
          <p:cNvPr id="71" name="Gráfico 70">
            <a:extLst>
              <a:ext uri="{FF2B5EF4-FFF2-40B4-BE49-F238E27FC236}">
                <a16:creationId xmlns:a16="http://schemas.microsoft.com/office/drawing/2014/main" id="{98548C5C-FF4C-6630-93C6-B16368D95A53}"/>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l="2154" t="11039" r="7039" b="1199"/>
          <a:stretch/>
        </p:blipFill>
        <p:spPr>
          <a:xfrm>
            <a:off x="695399" y="2230717"/>
            <a:ext cx="5292589" cy="3878419"/>
          </a:xfrm>
          <a:prstGeom prst="rect">
            <a:avLst/>
          </a:prstGeom>
        </p:spPr>
      </p:pic>
      <p:grpSp>
        <p:nvGrpSpPr>
          <p:cNvPr id="7" name="Agrupar 6">
            <a:extLst>
              <a:ext uri="{FF2B5EF4-FFF2-40B4-BE49-F238E27FC236}">
                <a16:creationId xmlns:a16="http://schemas.microsoft.com/office/drawing/2014/main" id="{13B2D9B9-E0CB-8F71-A186-E0181FF06A11}"/>
              </a:ext>
            </a:extLst>
          </p:cNvPr>
          <p:cNvGrpSpPr/>
          <p:nvPr/>
        </p:nvGrpSpPr>
        <p:grpSpPr>
          <a:xfrm>
            <a:off x="1667508" y="2672916"/>
            <a:ext cx="1467497" cy="291298"/>
            <a:chOff x="1523492" y="2460158"/>
            <a:chExt cx="1467497" cy="291298"/>
          </a:xfrm>
        </p:grpSpPr>
        <p:sp>
          <p:nvSpPr>
            <p:cNvPr id="5" name="Retângulo 4">
              <a:extLst>
                <a:ext uri="{FF2B5EF4-FFF2-40B4-BE49-F238E27FC236}">
                  <a16:creationId xmlns:a16="http://schemas.microsoft.com/office/drawing/2014/main" id="{78E868B1-D7F2-0274-FD4D-C4416085B4E9}"/>
                </a:ext>
              </a:extLst>
            </p:cNvPr>
            <p:cNvSpPr/>
            <p:nvPr/>
          </p:nvSpPr>
          <p:spPr>
            <a:xfrm>
              <a:off x="1631504" y="2496162"/>
              <a:ext cx="864096" cy="1738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3" name="CaixaDeTexto 2">
                  <a:extLst>
                    <a:ext uri="{FF2B5EF4-FFF2-40B4-BE49-F238E27FC236}">
                      <a16:creationId xmlns:a16="http://schemas.microsoft.com/office/drawing/2014/main" id="{B40F7ACA-6FC0-F7F9-73A3-908D823ED7D3}"/>
                    </a:ext>
                  </a:extLst>
                </p:cNvPr>
                <p:cNvSpPr txBox="1"/>
                <p:nvPr/>
              </p:nvSpPr>
              <p:spPr>
                <a:xfrm>
                  <a:off x="1523492" y="2460158"/>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m:t>
                      </m:r>
                      <m:r>
                        <a:rPr lang="pt-BR" sz="1200" b="0" i="1" smtClean="0">
                          <a:latin typeface="Cambria Math" panose="02040503050406030204" pitchFamily="18" charset="0"/>
                        </a:rPr>
                        <m:t>3</m:t>
                      </m:r>
                    </m:oMath>
                  </a14:m>
                  <a:r>
                    <a:rPr lang="pt-BR" sz="1200"/>
                    <a:t>)</a:t>
                  </a:r>
                </a:p>
              </p:txBody>
            </p:sp>
          </mc:Choice>
          <mc:Fallback>
            <p:sp>
              <p:nvSpPr>
                <p:cNvPr id="3" name="CaixaDeTexto 2">
                  <a:extLst>
                    <a:ext uri="{FF2B5EF4-FFF2-40B4-BE49-F238E27FC236}">
                      <a16:creationId xmlns:a16="http://schemas.microsoft.com/office/drawing/2014/main" id="{B40F7ACA-6FC0-F7F9-73A3-908D823ED7D3}"/>
                    </a:ext>
                  </a:extLst>
                </p:cNvPr>
                <p:cNvSpPr txBox="1">
                  <a:spLocks noRot="1" noChangeAspect="1" noMove="1" noResize="1" noEditPoints="1" noAdjustHandles="1" noChangeArrowheads="1" noChangeShapeType="1" noTextEdit="1"/>
                </p:cNvSpPr>
                <p:nvPr/>
              </p:nvSpPr>
              <p:spPr>
                <a:xfrm>
                  <a:off x="1523492" y="2460158"/>
                  <a:ext cx="1467497" cy="291298"/>
                </a:xfrm>
                <a:prstGeom prst="rect">
                  <a:avLst/>
                </a:prstGeom>
                <a:blipFill>
                  <a:blip r:embed="rId13"/>
                  <a:stretch>
                    <a:fillRect l="-417" b="-12500"/>
                  </a:stretch>
                </a:blipFill>
              </p:spPr>
              <p:txBody>
                <a:bodyPr/>
                <a:lstStyle/>
                <a:p>
                  <a:r>
                    <a:rPr lang="pt-BR">
                      <a:noFill/>
                    </a:rPr>
                    <a:t> </a:t>
                  </a:r>
                </a:p>
              </p:txBody>
            </p:sp>
          </mc:Fallback>
        </mc:AlternateContent>
      </p:grpSp>
      <p:grpSp>
        <p:nvGrpSpPr>
          <p:cNvPr id="10" name="Agrupar 9">
            <a:extLst>
              <a:ext uri="{FF2B5EF4-FFF2-40B4-BE49-F238E27FC236}">
                <a16:creationId xmlns:a16="http://schemas.microsoft.com/office/drawing/2014/main" id="{3A290E40-F056-0C55-ED18-A8AD31B33071}"/>
              </a:ext>
            </a:extLst>
          </p:cNvPr>
          <p:cNvGrpSpPr/>
          <p:nvPr/>
        </p:nvGrpSpPr>
        <p:grpSpPr>
          <a:xfrm>
            <a:off x="9444372" y="2705654"/>
            <a:ext cx="1467497" cy="291298"/>
            <a:chOff x="1604167" y="2708920"/>
            <a:chExt cx="1467497" cy="291298"/>
          </a:xfrm>
        </p:grpSpPr>
        <p:sp>
          <p:nvSpPr>
            <p:cNvPr id="11" name="Retângulo 10">
              <a:extLst>
                <a:ext uri="{FF2B5EF4-FFF2-40B4-BE49-F238E27FC236}">
                  <a16:creationId xmlns:a16="http://schemas.microsoft.com/office/drawing/2014/main" id="{F859AFDF-88E7-77BB-1B95-297278A2DE91}"/>
                </a:ext>
              </a:extLst>
            </p:cNvPr>
            <p:cNvSpPr/>
            <p:nvPr/>
          </p:nvSpPr>
          <p:spPr>
            <a:xfrm>
              <a:off x="1703512" y="2780928"/>
              <a:ext cx="756084"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0EF517A4-9664-59AE-270C-0D8C839A5C00}"/>
                    </a:ext>
                  </a:extLst>
                </p:cNvPr>
                <p:cNvSpPr txBox="1"/>
                <p:nvPr/>
              </p:nvSpPr>
              <p:spPr>
                <a:xfrm>
                  <a:off x="1604167" y="2708920"/>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m:t>
                      </m:r>
                      <m:r>
                        <a:rPr lang="pt-BR" sz="1200" b="0" i="1" smtClean="0">
                          <a:latin typeface="Cambria Math" panose="02040503050406030204" pitchFamily="18" charset="0"/>
                        </a:rPr>
                        <m:t>3</m:t>
                      </m:r>
                    </m:oMath>
                  </a14:m>
                  <a:r>
                    <a:rPr lang="pt-BR" sz="1200"/>
                    <a:t>)</a:t>
                  </a:r>
                </a:p>
              </p:txBody>
            </p:sp>
          </mc:Choice>
          <mc:Fallback xmlns="">
            <p:sp>
              <p:nvSpPr>
                <p:cNvPr id="12" name="CaixaDeTexto 11">
                  <a:extLst>
                    <a:ext uri="{FF2B5EF4-FFF2-40B4-BE49-F238E27FC236}">
                      <a16:creationId xmlns:a16="http://schemas.microsoft.com/office/drawing/2014/main" id="{0EF517A4-9664-59AE-270C-0D8C839A5C00}"/>
                    </a:ext>
                  </a:extLst>
                </p:cNvPr>
                <p:cNvSpPr txBox="1">
                  <a:spLocks noRot="1" noChangeAspect="1" noMove="1" noResize="1" noEditPoints="1" noAdjustHandles="1" noChangeArrowheads="1" noChangeShapeType="1" noTextEdit="1"/>
                </p:cNvSpPr>
                <p:nvPr/>
              </p:nvSpPr>
              <p:spPr>
                <a:xfrm>
                  <a:off x="1604167" y="2708920"/>
                  <a:ext cx="1467497" cy="291298"/>
                </a:xfrm>
                <a:prstGeom prst="rect">
                  <a:avLst/>
                </a:prstGeom>
                <a:blipFill>
                  <a:blip r:embed="rId16"/>
                  <a:stretch>
                    <a:fillRect b="-12500"/>
                  </a:stretch>
                </a:blipFill>
              </p:spPr>
              <p:txBody>
                <a:bodyPr/>
                <a:lstStyle/>
                <a:p>
                  <a:r>
                    <a:rPr lang="pt-BR">
                      <a:noFill/>
                    </a:rPr>
                    <a:t> </a:t>
                  </a:r>
                </a:p>
              </p:txBody>
            </p:sp>
          </mc:Fallback>
        </mc:AlternateContent>
      </p:grpSp>
      <p:grpSp>
        <p:nvGrpSpPr>
          <p:cNvPr id="16" name="Agrupar 15">
            <a:extLst>
              <a:ext uri="{FF2B5EF4-FFF2-40B4-BE49-F238E27FC236}">
                <a16:creationId xmlns:a16="http://schemas.microsoft.com/office/drawing/2014/main" id="{D5A97C9B-8DC0-ECD8-457E-F4DF08EBAA69}"/>
              </a:ext>
            </a:extLst>
          </p:cNvPr>
          <p:cNvGrpSpPr/>
          <p:nvPr/>
        </p:nvGrpSpPr>
        <p:grpSpPr>
          <a:xfrm>
            <a:off x="6283280" y="2117355"/>
            <a:ext cx="5321332" cy="3984728"/>
            <a:chOff x="6103260" y="2117355"/>
            <a:chExt cx="5321332" cy="3984728"/>
          </a:xfrm>
        </p:grpSpPr>
        <p:pic>
          <p:nvPicPr>
            <p:cNvPr id="69" name="Gráfico 68">
              <a:extLst>
                <a:ext uri="{FF2B5EF4-FFF2-40B4-BE49-F238E27FC236}">
                  <a16:creationId xmlns:a16="http://schemas.microsoft.com/office/drawing/2014/main" id="{BE928D1C-AC8B-F923-80C1-C79847D0BD95}"/>
                </a:ext>
              </a:extLst>
            </p:cNvPr>
            <p:cNvPicPr>
              <a:picLocks noChangeAspect="1"/>
            </p:cNvPicPr>
            <p:nvPr/>
          </p:nvPicPr>
          <p:blipFill rotWithShape="1">
            <a:blip r:embed="rId17">
              <a:extLst>
                <a:ext uri="{96DAC541-7B7A-43D3-8B79-37D633B846F1}">
                  <asvg:svgBlip xmlns:asvg="http://schemas.microsoft.com/office/drawing/2016/SVG/main" r:embed="rId18"/>
                </a:ext>
              </a:extLst>
            </a:blip>
            <a:srcRect l="2396" t="10675" r="6791" b="1199"/>
            <a:stretch/>
          </p:blipFill>
          <p:spPr>
            <a:xfrm>
              <a:off x="6103260" y="2225027"/>
              <a:ext cx="5321332" cy="3877056"/>
            </a:xfrm>
            <a:prstGeom prst="rect">
              <a:avLst/>
            </a:prstGeom>
          </p:spPr>
        </p:pic>
        <p:sp>
          <p:nvSpPr>
            <p:cNvPr id="14" name="Retângulo 13">
              <a:extLst>
                <a:ext uri="{FF2B5EF4-FFF2-40B4-BE49-F238E27FC236}">
                  <a16:creationId xmlns:a16="http://schemas.microsoft.com/office/drawing/2014/main" id="{1C1ADEC8-69EC-7EB6-4237-F1D3592D8DBA}"/>
                </a:ext>
              </a:extLst>
            </p:cNvPr>
            <p:cNvSpPr/>
            <p:nvPr/>
          </p:nvSpPr>
          <p:spPr>
            <a:xfrm>
              <a:off x="8004212" y="2117355"/>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8" name="Agrupar 17">
            <a:extLst>
              <a:ext uri="{FF2B5EF4-FFF2-40B4-BE49-F238E27FC236}">
                <a16:creationId xmlns:a16="http://schemas.microsoft.com/office/drawing/2014/main" id="{7DABA30D-1951-0BB6-8E69-A878D06FC9B6}"/>
              </a:ext>
            </a:extLst>
          </p:cNvPr>
          <p:cNvGrpSpPr/>
          <p:nvPr/>
        </p:nvGrpSpPr>
        <p:grpSpPr>
          <a:xfrm>
            <a:off x="9655394" y="2700059"/>
            <a:ext cx="1467497" cy="291298"/>
            <a:chOff x="1599165" y="2736063"/>
            <a:chExt cx="1467497" cy="291298"/>
          </a:xfrm>
        </p:grpSpPr>
        <p:sp>
          <p:nvSpPr>
            <p:cNvPr id="19" name="Retângulo 18">
              <a:extLst>
                <a:ext uri="{FF2B5EF4-FFF2-40B4-BE49-F238E27FC236}">
                  <a16:creationId xmlns:a16="http://schemas.microsoft.com/office/drawing/2014/main" id="{4F50683D-56A8-1BEB-33FF-1DA2865995DF}"/>
                </a:ext>
              </a:extLst>
            </p:cNvPr>
            <p:cNvSpPr/>
            <p:nvPr/>
          </p:nvSpPr>
          <p:spPr>
            <a:xfrm>
              <a:off x="1640171" y="2780928"/>
              <a:ext cx="1044116" cy="1417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20" name="CaixaDeTexto 19">
                  <a:extLst>
                    <a:ext uri="{FF2B5EF4-FFF2-40B4-BE49-F238E27FC236}">
                      <a16:creationId xmlns:a16="http://schemas.microsoft.com/office/drawing/2014/main" id="{4C33C151-AFDE-0EF7-7928-BEEC639D923D}"/>
                    </a:ext>
                  </a:extLst>
                </p:cNvPr>
                <p:cNvSpPr txBox="1"/>
                <p:nvPr/>
              </p:nvSpPr>
              <p:spPr>
                <a:xfrm>
                  <a:off x="1599165" y="2736063"/>
                  <a:ext cx="1467497" cy="291298"/>
                </a:xfrm>
                <a:prstGeom prst="rect">
                  <a:avLst/>
                </a:prstGeom>
                <a:noFill/>
              </p:spPr>
              <p:txBody>
                <a:bodyPr wrap="square" rtlCol="0">
                  <a:spAutoFit/>
                </a:bodyPr>
                <a:lstStyle/>
                <a:p>
                  <a:r>
                    <a:rPr lang="pt-BR" sz="1200"/>
                    <a:t>MoM-SO (</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i="1" smtClean="0">
                          <a:latin typeface="Cambria Math" panose="02040503050406030204" pitchFamily="18" charset="0"/>
                        </a:rPr>
                        <m:t>=</m:t>
                      </m:r>
                      <m:r>
                        <a:rPr lang="pt-BR" sz="1200" b="0" i="1" smtClean="0">
                          <a:latin typeface="Cambria Math" panose="02040503050406030204" pitchFamily="18" charset="0"/>
                        </a:rPr>
                        <m:t>3</m:t>
                      </m:r>
                    </m:oMath>
                  </a14:m>
                  <a:r>
                    <a:rPr lang="pt-BR" sz="1200"/>
                    <a:t>)</a:t>
                  </a:r>
                </a:p>
              </p:txBody>
            </p:sp>
          </mc:Choice>
          <mc:Fallback>
            <p:sp>
              <p:nvSpPr>
                <p:cNvPr id="20" name="CaixaDeTexto 19">
                  <a:extLst>
                    <a:ext uri="{FF2B5EF4-FFF2-40B4-BE49-F238E27FC236}">
                      <a16:creationId xmlns:a16="http://schemas.microsoft.com/office/drawing/2014/main" id="{4C33C151-AFDE-0EF7-7928-BEEC639D923D}"/>
                    </a:ext>
                  </a:extLst>
                </p:cNvPr>
                <p:cNvSpPr txBox="1">
                  <a:spLocks noRot="1" noChangeAspect="1" noMove="1" noResize="1" noEditPoints="1" noAdjustHandles="1" noChangeArrowheads="1" noChangeShapeType="1" noTextEdit="1"/>
                </p:cNvSpPr>
                <p:nvPr/>
              </p:nvSpPr>
              <p:spPr>
                <a:xfrm>
                  <a:off x="1599165" y="2736063"/>
                  <a:ext cx="1467497" cy="291298"/>
                </a:xfrm>
                <a:prstGeom prst="rect">
                  <a:avLst/>
                </a:prstGeom>
                <a:blipFill>
                  <a:blip r:embed="rId19"/>
                  <a:stretch>
                    <a:fillRect l="-415" b="-12500"/>
                  </a:stretch>
                </a:blipFill>
              </p:spPr>
              <p:txBody>
                <a:bodyPr/>
                <a:lstStyle/>
                <a:p>
                  <a:r>
                    <a:rPr lang="pt-BR">
                      <a:noFill/>
                    </a:rPr>
                    <a:t> </a:t>
                  </a:r>
                </a:p>
              </p:txBody>
            </p:sp>
          </mc:Fallback>
        </mc:AlternateContent>
      </p:grpSp>
    </p:spTree>
    <p:extLst>
      <p:ext uri="{BB962C8B-B14F-4D97-AF65-F5344CB8AC3E}">
        <p14:creationId xmlns:p14="http://schemas.microsoft.com/office/powerpoint/2010/main" val="2205380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28</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0D3FA61D-BBAE-66C8-03C9-673E425B53E2}"/>
                  </a:ext>
                </a:extLst>
              </p:cNvPr>
              <p:cNvSpPr txBox="1"/>
              <p:nvPr/>
            </p:nvSpPr>
            <p:spPr>
              <a:xfrm>
                <a:off x="6960096" y="944724"/>
                <a:ext cx="96911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𝑎</m:t>
                      </m:r>
                      <m:r>
                        <a:rPr lang="pt-BR" sz="1200" b="0" i="1" smtClean="0">
                          <a:latin typeface="Cambria Math" panose="02040503050406030204" pitchFamily="18" charset="0"/>
                        </a:rPr>
                        <m:t>=22 </m:t>
                      </m:r>
                      <m:r>
                        <a:rPr lang="pt-BR" sz="1200" b="0" i="1" smtClean="0">
                          <a:latin typeface="Cambria Math" panose="02040503050406030204" pitchFamily="18" charset="0"/>
                        </a:rPr>
                        <m:t>𝑚𝑚</m:t>
                      </m:r>
                    </m:oMath>
                  </m:oMathPara>
                </a14:m>
                <a:endParaRPr lang="pt-BR" sz="1200"/>
              </a:p>
            </p:txBody>
          </p:sp>
        </mc:Choice>
        <mc:Fallback xmlns="">
          <p:sp>
            <p:nvSpPr>
              <p:cNvPr id="63" name="CaixaDeTexto 62">
                <a:extLst>
                  <a:ext uri="{FF2B5EF4-FFF2-40B4-BE49-F238E27FC236}">
                    <a16:creationId xmlns:a16="http://schemas.microsoft.com/office/drawing/2014/main" id="{0D3FA61D-BBAE-66C8-03C9-673E425B53E2}"/>
                  </a:ext>
                </a:extLst>
              </p:cNvPr>
              <p:cNvSpPr txBox="1">
                <a:spLocks noRot="1" noChangeAspect="1" noMove="1" noResize="1" noEditPoints="1" noAdjustHandles="1" noChangeArrowheads="1" noChangeShapeType="1" noTextEdit="1"/>
              </p:cNvSpPr>
              <p:nvPr/>
            </p:nvSpPr>
            <p:spPr>
              <a:xfrm>
                <a:off x="6960096" y="944724"/>
                <a:ext cx="969111" cy="27699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76363AD0-F7A9-36D6-CA69-29C1DE4253C0}"/>
                  </a:ext>
                </a:extLst>
              </p:cNvPr>
              <p:cNvSpPr txBox="1"/>
              <p:nvPr/>
            </p:nvSpPr>
            <p:spPr>
              <a:xfrm>
                <a:off x="6960096" y="1513160"/>
                <a:ext cx="226453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𝑐𝑜𝑟𝑒</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𝑠h𝑒𝑎𝑡h</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xmlns="">
          <p:sp>
            <p:nvSpPr>
              <p:cNvPr id="64" name="CaixaDeTexto 63">
                <a:extLst>
                  <a:ext uri="{FF2B5EF4-FFF2-40B4-BE49-F238E27FC236}">
                    <a16:creationId xmlns:a16="http://schemas.microsoft.com/office/drawing/2014/main" id="{76363AD0-F7A9-36D6-CA69-29C1DE4253C0}"/>
                  </a:ext>
                </a:extLst>
              </p:cNvPr>
              <p:cNvSpPr txBox="1">
                <a:spLocks noRot="1" noChangeAspect="1" noMove="1" noResize="1" noEditPoints="1" noAdjustHandles="1" noChangeArrowheads="1" noChangeShapeType="1" noTextEdit="1"/>
              </p:cNvSpPr>
              <p:nvPr/>
            </p:nvSpPr>
            <p:spPr>
              <a:xfrm>
                <a:off x="6960096" y="1513160"/>
                <a:ext cx="2264531" cy="276999"/>
              </a:xfrm>
              <a:prstGeom prst="rect">
                <a:avLst/>
              </a:prstGeom>
              <a:blipFill>
                <a:blip r:embed="rId5"/>
                <a:stretch>
                  <a:fillRect b="-4348"/>
                </a:stretch>
              </a:blipFill>
            </p:spPr>
            <p:txBody>
              <a:bodyPr/>
              <a:lstStyle/>
              <a:p>
                <a:r>
                  <a:rPr lang="pt-BR">
                    <a:noFill/>
                  </a:rPr>
                  <a:t> </a:t>
                </a:r>
              </a:p>
            </p:txBody>
          </p:sp>
        </mc:Fallback>
      </mc:AlternateContent>
      <p:grpSp>
        <p:nvGrpSpPr>
          <p:cNvPr id="16" name="Agrupar 15">
            <a:extLst>
              <a:ext uri="{FF2B5EF4-FFF2-40B4-BE49-F238E27FC236}">
                <a16:creationId xmlns:a16="http://schemas.microsoft.com/office/drawing/2014/main" id="{ED5A5953-B802-1AA9-02FF-60EB1C8B5BF2}"/>
              </a:ext>
            </a:extLst>
          </p:cNvPr>
          <p:cNvGrpSpPr/>
          <p:nvPr/>
        </p:nvGrpSpPr>
        <p:grpSpPr>
          <a:xfrm>
            <a:off x="5667895" y="935522"/>
            <a:ext cx="864006" cy="868680"/>
            <a:chOff x="2373220" y="1439147"/>
            <a:chExt cx="3017520" cy="3177554"/>
          </a:xfrm>
        </p:grpSpPr>
        <p:sp>
          <p:nvSpPr>
            <p:cNvPr id="34" name="Elipse 33">
              <a:extLst>
                <a:ext uri="{FF2B5EF4-FFF2-40B4-BE49-F238E27FC236}">
                  <a16:creationId xmlns:a16="http://schemas.microsoft.com/office/drawing/2014/main" id="{BAFA6D09-E08D-17B4-751C-E3F915D21DC7}"/>
                </a:ext>
              </a:extLst>
            </p:cNvPr>
            <p:cNvSpPr/>
            <p:nvPr/>
          </p:nvSpPr>
          <p:spPr>
            <a:xfrm>
              <a:off x="2373220" y="1439147"/>
              <a:ext cx="3017520" cy="3177554"/>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35" name="Elipse 34">
              <a:extLst>
                <a:ext uri="{FF2B5EF4-FFF2-40B4-BE49-F238E27FC236}">
                  <a16:creationId xmlns:a16="http://schemas.microsoft.com/office/drawing/2014/main" id="{E5061862-454A-4477-FD50-99DF5D4F5B64}"/>
                </a:ext>
              </a:extLst>
            </p:cNvPr>
            <p:cNvSpPr/>
            <p:nvPr/>
          </p:nvSpPr>
          <p:spPr>
            <a:xfrm>
              <a:off x="2661604" y="1759028"/>
              <a:ext cx="2459010" cy="2560322"/>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18" name="Elipse 17">
            <a:extLst>
              <a:ext uri="{FF2B5EF4-FFF2-40B4-BE49-F238E27FC236}">
                <a16:creationId xmlns:a16="http://schemas.microsoft.com/office/drawing/2014/main" id="{C13F6F8D-4732-6D80-7B49-D18C67208F3A}"/>
              </a:ext>
            </a:extLst>
          </p:cNvPr>
          <p:cNvSpPr/>
          <p:nvPr/>
        </p:nvSpPr>
        <p:spPr>
          <a:xfrm>
            <a:off x="5955986" y="1232374"/>
            <a:ext cx="274320" cy="274977"/>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DF81BCFE-8F8F-2FB0-53A9-0B17667DEA43}"/>
                  </a:ext>
                </a:extLst>
              </p:cNvPr>
              <p:cNvSpPr txBox="1"/>
              <p:nvPr/>
            </p:nvSpPr>
            <p:spPr>
              <a:xfrm>
                <a:off x="6019373" y="1236632"/>
                <a:ext cx="2121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xmlns="">
          <p:sp>
            <p:nvSpPr>
              <p:cNvPr id="29" name="CaixaDeTexto 28">
                <a:extLst>
                  <a:ext uri="{FF2B5EF4-FFF2-40B4-BE49-F238E27FC236}">
                    <a16:creationId xmlns:a16="http://schemas.microsoft.com/office/drawing/2014/main" id="{DF81BCFE-8F8F-2FB0-53A9-0B17667DEA43}"/>
                  </a:ext>
                </a:extLst>
              </p:cNvPr>
              <p:cNvSpPr txBox="1">
                <a:spLocks noRot="1" noChangeAspect="1" noMove="1" noResize="1" noEditPoints="1" noAdjustHandles="1" noChangeArrowheads="1" noChangeShapeType="1" noTextEdit="1"/>
              </p:cNvSpPr>
              <p:nvPr/>
            </p:nvSpPr>
            <p:spPr>
              <a:xfrm>
                <a:off x="6019373" y="1236632"/>
                <a:ext cx="212171" cy="261610"/>
              </a:xfrm>
              <a:prstGeom prst="rect">
                <a:avLst/>
              </a:prstGeom>
              <a:blipFill>
                <a:blip r:embed="rId12"/>
                <a:stretch>
                  <a:fillRect/>
                </a:stretch>
              </a:blipFill>
            </p:spPr>
            <p:txBody>
              <a:bodyPr/>
              <a:lstStyle/>
              <a:p>
                <a:r>
                  <a:rPr lang="pt-BR">
                    <a:noFill/>
                  </a:rPr>
                  <a:t> </a:t>
                </a:r>
              </a:p>
            </p:txBody>
          </p:sp>
        </mc:Fallback>
      </mc:AlternateContent>
      <p:cxnSp>
        <p:nvCxnSpPr>
          <p:cNvPr id="31" name="Conector de Seta Reta 30">
            <a:extLst>
              <a:ext uri="{FF2B5EF4-FFF2-40B4-BE49-F238E27FC236}">
                <a16:creationId xmlns:a16="http://schemas.microsoft.com/office/drawing/2014/main" id="{B9D8060F-FF25-82BA-813F-6B1980F32044}"/>
              </a:ext>
            </a:extLst>
          </p:cNvPr>
          <p:cNvCxnSpPr>
            <a:cxnSpLocks/>
          </p:cNvCxnSpPr>
          <p:nvPr/>
        </p:nvCxnSpPr>
        <p:spPr>
          <a:xfrm flipV="1">
            <a:off x="6096000" y="1246546"/>
            <a:ext cx="68261" cy="117870"/>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Conector de Seta Reta 27">
            <a:extLst>
              <a:ext uri="{FF2B5EF4-FFF2-40B4-BE49-F238E27FC236}">
                <a16:creationId xmlns:a16="http://schemas.microsoft.com/office/drawing/2014/main" id="{A1B08812-DDEB-94E7-A3DA-BFA6C834C60D}"/>
              </a:ext>
            </a:extLst>
          </p:cNvPr>
          <p:cNvCxnSpPr>
            <a:cxnSpLocks/>
          </p:cNvCxnSpPr>
          <p:nvPr/>
        </p:nvCxnSpPr>
        <p:spPr>
          <a:xfrm flipH="1" flipV="1">
            <a:off x="5696975" y="1246546"/>
            <a:ext cx="395752" cy="116439"/>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70CB4C46-1593-AEEC-5513-7023DE6F7777}"/>
                  </a:ext>
                </a:extLst>
              </p:cNvPr>
              <p:cNvSpPr txBox="1"/>
              <p:nvPr/>
            </p:nvSpPr>
            <p:spPr>
              <a:xfrm>
                <a:off x="5730402" y="1071916"/>
                <a:ext cx="2955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xmlns="">
          <p:sp>
            <p:nvSpPr>
              <p:cNvPr id="36" name="CaixaDeTexto 35">
                <a:extLst>
                  <a:ext uri="{FF2B5EF4-FFF2-40B4-BE49-F238E27FC236}">
                    <a16:creationId xmlns:a16="http://schemas.microsoft.com/office/drawing/2014/main" id="{70CB4C46-1593-AEEC-5513-7023DE6F7777}"/>
                  </a:ext>
                </a:extLst>
              </p:cNvPr>
              <p:cNvSpPr txBox="1">
                <a:spLocks noRot="1" noChangeAspect="1" noMove="1" noResize="1" noEditPoints="1" noAdjustHandles="1" noChangeArrowheads="1" noChangeShapeType="1" noTextEdit="1"/>
              </p:cNvSpPr>
              <p:nvPr/>
            </p:nvSpPr>
            <p:spPr>
              <a:xfrm>
                <a:off x="5730402" y="1071916"/>
                <a:ext cx="295529" cy="261610"/>
              </a:xfrm>
              <a:prstGeom prst="rect">
                <a:avLst/>
              </a:prstGeom>
              <a:blipFill>
                <a:blip r:embed="rId13"/>
                <a:stretch>
                  <a:fillRect/>
                </a:stretch>
              </a:blipFill>
            </p:spPr>
            <p:txBody>
              <a:bodyPr/>
              <a:lstStyle/>
              <a:p>
                <a:r>
                  <a:rPr lang="pt-BR">
                    <a:noFill/>
                  </a:rPr>
                  <a:t> </a:t>
                </a:r>
              </a:p>
            </p:txBody>
          </p:sp>
        </mc:Fallback>
      </mc:AlternateContent>
      <p:cxnSp>
        <p:nvCxnSpPr>
          <p:cNvPr id="37" name="Conector de Seta Reta 36">
            <a:extLst>
              <a:ext uri="{FF2B5EF4-FFF2-40B4-BE49-F238E27FC236}">
                <a16:creationId xmlns:a16="http://schemas.microsoft.com/office/drawing/2014/main" id="{D8631C18-D8AB-9195-C234-9CB102B56835}"/>
              </a:ext>
            </a:extLst>
          </p:cNvPr>
          <p:cNvCxnSpPr>
            <a:cxnSpLocks/>
          </p:cNvCxnSpPr>
          <p:nvPr/>
        </p:nvCxnSpPr>
        <p:spPr>
          <a:xfrm flipH="1">
            <a:off x="5763740" y="1362985"/>
            <a:ext cx="333756" cy="130999"/>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B8132112-7B8D-8055-D5E6-8D63CA226AD3}"/>
                  </a:ext>
                </a:extLst>
              </p:cNvPr>
              <p:cNvSpPr txBox="1"/>
              <p:nvPr/>
            </p:nvSpPr>
            <p:spPr>
              <a:xfrm>
                <a:off x="5776528" y="1413916"/>
                <a:ext cx="2821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xmlns="">
          <p:sp>
            <p:nvSpPr>
              <p:cNvPr id="43" name="CaixaDeTexto 42">
                <a:extLst>
                  <a:ext uri="{FF2B5EF4-FFF2-40B4-BE49-F238E27FC236}">
                    <a16:creationId xmlns:a16="http://schemas.microsoft.com/office/drawing/2014/main" id="{B8132112-7B8D-8055-D5E6-8D63CA226AD3}"/>
                  </a:ext>
                </a:extLst>
              </p:cNvPr>
              <p:cNvSpPr txBox="1">
                <a:spLocks noRot="1" noChangeAspect="1" noMove="1" noResize="1" noEditPoints="1" noAdjustHandles="1" noChangeArrowheads="1" noChangeShapeType="1" noTextEdit="1"/>
              </p:cNvSpPr>
              <p:nvPr/>
            </p:nvSpPr>
            <p:spPr>
              <a:xfrm>
                <a:off x="5776528" y="1413916"/>
                <a:ext cx="282129" cy="261610"/>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F0AF4F56-E22C-A6A0-666F-527D78EB8C70}"/>
                  </a:ext>
                </a:extLst>
              </p:cNvPr>
              <p:cNvSpPr txBox="1"/>
              <p:nvPr/>
            </p:nvSpPr>
            <p:spPr>
              <a:xfrm>
                <a:off x="6983537" y="1233599"/>
                <a:ext cx="1900136" cy="276999"/>
              </a:xfrm>
              <a:prstGeom prst="rect">
                <a:avLst/>
              </a:prstGeom>
              <a:noFill/>
            </p:spPr>
            <p:txBody>
              <a:bodyPr wrap="none" rtlCol="0">
                <a:spAutoFit/>
              </a:bodyPr>
              <a:lstStyle/>
              <a:p>
                <a14:m>
                  <m:oMath xmlns:m="http://schemas.openxmlformats.org/officeDocument/2006/math">
                    <m:r>
                      <a:rPr lang="pt-BR" sz="1200" b="0" i="1" smtClean="0">
                        <a:latin typeface="Cambria Math" panose="02040503050406030204" pitchFamily="18" charset="0"/>
                      </a:rPr>
                      <m:t>𝑏</m:t>
                    </m:r>
                    <m:r>
                      <a:rPr lang="pt-BR" sz="1200" b="0" i="1" smtClean="0">
                        <a:latin typeface="Cambria Math" panose="02040503050406030204" pitchFamily="18" charset="0"/>
                      </a:rPr>
                      <m:t>=44 </m:t>
                    </m:r>
                    <m:r>
                      <a:rPr lang="pt-BR" sz="1200" b="0" i="1" smtClean="0">
                        <a:latin typeface="Cambria Math" panose="02040503050406030204" pitchFamily="18" charset="0"/>
                      </a:rPr>
                      <m:t>𝑚𝑚</m:t>
                    </m:r>
                  </m:oMath>
                </a14:m>
                <a:r>
                  <a:rPr lang="pt-BR" sz="1200"/>
                  <a:t>; </a:t>
                </a:r>
                <a14:m>
                  <m:oMath xmlns:m="http://schemas.openxmlformats.org/officeDocument/2006/math">
                    <m:r>
                      <a:rPr lang="pt-BR" sz="1200" i="1" smtClean="0">
                        <a:latin typeface="Cambria Math" panose="02040503050406030204" pitchFamily="18" charset="0"/>
                      </a:rPr>
                      <m:t>𝑐</m:t>
                    </m:r>
                    <m:r>
                      <a:rPr lang="pt-BR" sz="1200" i="1" smtClean="0">
                        <a:latin typeface="Cambria Math" panose="02040503050406030204" pitchFamily="18" charset="0"/>
                      </a:rPr>
                      <m:t>= 39,5 </m:t>
                    </m:r>
                    <m:r>
                      <a:rPr lang="pt-BR" sz="1200" i="1" smtClean="0">
                        <a:latin typeface="Cambria Math" panose="02040503050406030204" pitchFamily="18" charset="0"/>
                      </a:rPr>
                      <m:t>𝑚𝑚</m:t>
                    </m:r>
                  </m:oMath>
                </a14:m>
                <a:endParaRPr lang="pt-BR" sz="1200"/>
              </a:p>
            </p:txBody>
          </p:sp>
        </mc:Choice>
        <mc:Fallback xmlns="">
          <p:sp>
            <p:nvSpPr>
              <p:cNvPr id="45" name="CaixaDeTexto 44">
                <a:extLst>
                  <a:ext uri="{FF2B5EF4-FFF2-40B4-BE49-F238E27FC236}">
                    <a16:creationId xmlns:a16="http://schemas.microsoft.com/office/drawing/2014/main" id="{F0AF4F56-E22C-A6A0-666F-527D78EB8C70}"/>
                  </a:ext>
                </a:extLst>
              </p:cNvPr>
              <p:cNvSpPr txBox="1">
                <a:spLocks noRot="1" noChangeAspect="1" noMove="1" noResize="1" noEditPoints="1" noAdjustHandles="1" noChangeArrowheads="1" noChangeShapeType="1" noTextEdit="1"/>
              </p:cNvSpPr>
              <p:nvPr/>
            </p:nvSpPr>
            <p:spPr>
              <a:xfrm>
                <a:off x="6983537" y="1233599"/>
                <a:ext cx="1900136" cy="276999"/>
              </a:xfrm>
              <a:prstGeom prst="rect">
                <a:avLst/>
              </a:prstGeom>
              <a:blipFill>
                <a:blip r:embed="rId15"/>
                <a:stretch>
                  <a:fillRect b="-15217"/>
                </a:stretch>
              </a:blipFill>
            </p:spPr>
            <p:txBody>
              <a:bodyPr/>
              <a:lstStyle/>
              <a:p>
                <a:r>
                  <a:rPr lang="pt-BR">
                    <a:noFill/>
                  </a:rPr>
                  <a:t> </a:t>
                </a:r>
              </a:p>
            </p:txBody>
          </p:sp>
        </mc:Fallback>
      </mc:AlternateContent>
      <p:grpSp>
        <p:nvGrpSpPr>
          <p:cNvPr id="20" name="Agrupar 19">
            <a:extLst>
              <a:ext uri="{FF2B5EF4-FFF2-40B4-BE49-F238E27FC236}">
                <a16:creationId xmlns:a16="http://schemas.microsoft.com/office/drawing/2014/main" id="{F4DBCE44-B638-7A50-884C-64214FB07DD1}"/>
              </a:ext>
            </a:extLst>
          </p:cNvPr>
          <p:cNvGrpSpPr/>
          <p:nvPr/>
        </p:nvGrpSpPr>
        <p:grpSpPr>
          <a:xfrm>
            <a:off x="656103" y="2117963"/>
            <a:ext cx="5331885" cy="3976933"/>
            <a:chOff x="336010" y="2629985"/>
            <a:chExt cx="5331885" cy="3976933"/>
          </a:xfrm>
        </p:grpSpPr>
        <p:pic>
          <p:nvPicPr>
            <p:cNvPr id="5" name="Gráfico 4">
              <a:extLst>
                <a:ext uri="{FF2B5EF4-FFF2-40B4-BE49-F238E27FC236}">
                  <a16:creationId xmlns:a16="http://schemas.microsoft.com/office/drawing/2014/main" id="{66D0A45A-2DC4-7785-FB88-9836E6006683}"/>
                </a:ext>
              </a:extLst>
            </p:cNvPr>
            <p:cNvPicPr>
              <a:picLocks noChangeAspect="1"/>
            </p:cNvPicPr>
            <p:nvPr/>
          </p:nvPicPr>
          <p:blipFill rotWithShape="1">
            <a:blip r:embed="rId16">
              <a:extLst>
                <a:ext uri="{96DAC541-7B7A-43D3-8B79-37D633B846F1}">
                  <asvg:svgBlip xmlns:asvg="http://schemas.microsoft.com/office/drawing/2016/SVG/main" r:embed="rId17"/>
                </a:ext>
              </a:extLst>
            </a:blip>
            <a:srcRect l="1959" t="9962" r="6871" b="1366"/>
            <a:stretch/>
          </p:blipFill>
          <p:spPr>
            <a:xfrm>
              <a:off x="336010" y="2713322"/>
              <a:ext cx="5331885" cy="3893596"/>
            </a:xfrm>
            <a:prstGeom prst="rect">
              <a:avLst/>
            </a:prstGeom>
          </p:spPr>
        </p:pic>
        <p:grpSp>
          <p:nvGrpSpPr>
            <p:cNvPr id="11" name="Agrupar 10">
              <a:extLst>
                <a:ext uri="{FF2B5EF4-FFF2-40B4-BE49-F238E27FC236}">
                  <a16:creationId xmlns:a16="http://schemas.microsoft.com/office/drawing/2014/main" id="{0B515AC4-EFEE-D7FD-B417-46DEDBE04D97}"/>
                </a:ext>
              </a:extLst>
            </p:cNvPr>
            <p:cNvGrpSpPr/>
            <p:nvPr/>
          </p:nvGrpSpPr>
          <p:grpSpPr>
            <a:xfrm>
              <a:off x="983456" y="2629985"/>
              <a:ext cx="3888408" cy="1090313"/>
              <a:chOff x="1604192" y="1908826"/>
              <a:chExt cx="3888408" cy="1090313"/>
            </a:xfrm>
          </p:grpSpPr>
          <p:sp>
            <p:nvSpPr>
              <p:cNvPr id="12" name="Retângulo 11">
                <a:extLst>
                  <a:ext uri="{FF2B5EF4-FFF2-40B4-BE49-F238E27FC236}">
                    <a16:creationId xmlns:a16="http://schemas.microsoft.com/office/drawing/2014/main" id="{287D84C5-5879-069D-57FC-520832C9CCAA}"/>
                  </a:ext>
                </a:extLst>
              </p:cNvPr>
              <p:cNvSpPr/>
              <p:nvPr/>
            </p:nvSpPr>
            <p:spPr>
              <a:xfrm>
                <a:off x="2252240" y="1908826"/>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3" name="CaixaDeTexto 12">
                    <a:extLst>
                      <a:ext uri="{FF2B5EF4-FFF2-40B4-BE49-F238E27FC236}">
                        <a16:creationId xmlns:a16="http://schemas.microsoft.com/office/drawing/2014/main" id="{78731000-D5CB-97D7-7E26-11F1BDCC9E21}"/>
                      </a:ext>
                    </a:extLst>
                  </p:cNvPr>
                  <p:cNvSpPr txBox="1"/>
                  <p:nvPr/>
                </p:nvSpPr>
                <p:spPr>
                  <a:xfrm>
                    <a:off x="1604192" y="2707841"/>
                    <a:ext cx="792088" cy="291298"/>
                  </a:xfrm>
                  <a:prstGeom prst="rect">
                    <a:avLst/>
                  </a:prstGeom>
                  <a:noFill/>
                </p:spPr>
                <p:txBody>
                  <a:bodyPr wrap="square" rtlCol="0">
                    <a:spAutoFit/>
                  </a:bodyPr>
                  <a:lstStyle/>
                  <a:p>
                    <a:r>
                      <a:rPr lang="pt-BR" sz="1200"/>
                      <a:t>(</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=0 </m:t>
                        </m:r>
                      </m:oMath>
                    </a14:m>
                    <a:r>
                      <a:rPr lang="pt-BR" sz="1200"/>
                      <a:t>)</a:t>
                    </a:r>
                  </a:p>
                </p:txBody>
              </p:sp>
            </mc:Choice>
            <mc:Fallback>
              <p:sp>
                <p:nvSpPr>
                  <p:cNvPr id="13" name="CaixaDeTexto 12">
                    <a:extLst>
                      <a:ext uri="{FF2B5EF4-FFF2-40B4-BE49-F238E27FC236}">
                        <a16:creationId xmlns:a16="http://schemas.microsoft.com/office/drawing/2014/main" id="{78731000-D5CB-97D7-7E26-11F1BDCC9E21}"/>
                      </a:ext>
                    </a:extLst>
                  </p:cNvPr>
                  <p:cNvSpPr txBox="1">
                    <a:spLocks noRot="1" noChangeAspect="1" noMove="1" noResize="1" noEditPoints="1" noAdjustHandles="1" noChangeArrowheads="1" noChangeShapeType="1" noTextEdit="1"/>
                  </p:cNvSpPr>
                  <p:nvPr/>
                </p:nvSpPr>
                <p:spPr>
                  <a:xfrm>
                    <a:off x="1604192" y="2707841"/>
                    <a:ext cx="792088" cy="291298"/>
                  </a:xfrm>
                  <a:prstGeom prst="rect">
                    <a:avLst/>
                  </a:prstGeom>
                  <a:blipFill>
                    <a:blip r:embed="rId18"/>
                    <a:stretch>
                      <a:fillRect l="-769" b="-14894"/>
                    </a:stretch>
                  </a:blipFill>
                </p:spPr>
                <p:txBody>
                  <a:bodyPr/>
                  <a:lstStyle/>
                  <a:p>
                    <a:r>
                      <a:rPr lang="pt-BR">
                        <a:noFill/>
                      </a:rPr>
                      <a:t> </a:t>
                    </a:r>
                  </a:p>
                </p:txBody>
              </p:sp>
            </mc:Fallback>
          </mc:AlternateContent>
        </p:grpSp>
      </p:grpSp>
      <p:grpSp>
        <p:nvGrpSpPr>
          <p:cNvPr id="19" name="Agrupar 18">
            <a:extLst>
              <a:ext uri="{FF2B5EF4-FFF2-40B4-BE49-F238E27FC236}">
                <a16:creationId xmlns:a16="http://schemas.microsoft.com/office/drawing/2014/main" id="{7DD4F8AD-585A-ED2A-7ECD-BB7039ED8DDB}"/>
              </a:ext>
            </a:extLst>
          </p:cNvPr>
          <p:cNvGrpSpPr/>
          <p:nvPr/>
        </p:nvGrpSpPr>
        <p:grpSpPr>
          <a:xfrm>
            <a:off x="6240016" y="2117355"/>
            <a:ext cx="5328592" cy="4025948"/>
            <a:chOff x="6096000" y="2446673"/>
            <a:chExt cx="5328592" cy="4025948"/>
          </a:xfrm>
        </p:grpSpPr>
        <p:pic>
          <p:nvPicPr>
            <p:cNvPr id="10" name="Gráfico 9">
              <a:extLst>
                <a:ext uri="{FF2B5EF4-FFF2-40B4-BE49-F238E27FC236}">
                  <a16:creationId xmlns:a16="http://schemas.microsoft.com/office/drawing/2014/main" id="{C3E0CC7F-28BD-5EDF-0553-C35B79D74B8B}"/>
                </a:ext>
              </a:extLst>
            </p:cNvPr>
            <p:cNvPicPr>
              <a:picLocks noChangeAspect="1"/>
            </p:cNvPicPr>
            <p:nvPr/>
          </p:nvPicPr>
          <p:blipFill rotWithShape="1">
            <a:blip r:embed="rId19">
              <a:extLst>
                <a:ext uri="{96DAC541-7B7A-43D3-8B79-37D633B846F1}">
                  <asvg:svgBlip xmlns:asvg="http://schemas.microsoft.com/office/drawing/2016/SVG/main" r:embed="rId20"/>
                </a:ext>
              </a:extLst>
            </a:blip>
            <a:srcRect l="1511" t="10335" r="7377"/>
            <a:stretch/>
          </p:blipFill>
          <p:spPr>
            <a:xfrm>
              <a:off x="6096000" y="2535399"/>
              <a:ext cx="5328592" cy="3937222"/>
            </a:xfrm>
            <a:prstGeom prst="rect">
              <a:avLst/>
            </a:prstGeom>
          </p:spPr>
        </p:pic>
        <p:grpSp>
          <p:nvGrpSpPr>
            <p:cNvPr id="14" name="Agrupar 13">
              <a:extLst>
                <a:ext uri="{FF2B5EF4-FFF2-40B4-BE49-F238E27FC236}">
                  <a16:creationId xmlns:a16="http://schemas.microsoft.com/office/drawing/2014/main" id="{314F1706-418C-E68F-0711-3528257EB36E}"/>
                </a:ext>
              </a:extLst>
            </p:cNvPr>
            <p:cNvGrpSpPr/>
            <p:nvPr/>
          </p:nvGrpSpPr>
          <p:grpSpPr>
            <a:xfrm>
              <a:off x="7824192" y="2446673"/>
              <a:ext cx="3493234" cy="1110800"/>
              <a:chOff x="1887336" y="2402579"/>
              <a:chExt cx="3493234" cy="1110800"/>
            </a:xfrm>
          </p:grpSpPr>
          <p:sp>
            <p:nvSpPr>
              <p:cNvPr id="15" name="Retângulo 14">
                <a:extLst>
                  <a:ext uri="{FF2B5EF4-FFF2-40B4-BE49-F238E27FC236}">
                    <a16:creationId xmlns:a16="http://schemas.microsoft.com/office/drawing/2014/main" id="{8BE3BE45-59DB-A66A-3C3F-ADB5EA637F12}"/>
                  </a:ext>
                </a:extLst>
              </p:cNvPr>
              <p:cNvSpPr/>
              <p:nvPr/>
            </p:nvSpPr>
            <p:spPr>
              <a:xfrm>
                <a:off x="1887336" y="2402579"/>
                <a:ext cx="3240360" cy="1440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7" name="CaixaDeTexto 16">
                    <a:extLst>
                      <a:ext uri="{FF2B5EF4-FFF2-40B4-BE49-F238E27FC236}">
                        <a16:creationId xmlns:a16="http://schemas.microsoft.com/office/drawing/2014/main" id="{615EA317-4332-0BA6-4BDF-491340EB3596}"/>
                      </a:ext>
                    </a:extLst>
                  </p:cNvPr>
                  <p:cNvSpPr txBox="1"/>
                  <p:nvPr/>
                </p:nvSpPr>
                <p:spPr>
                  <a:xfrm>
                    <a:off x="4588482" y="3222081"/>
                    <a:ext cx="792088" cy="291298"/>
                  </a:xfrm>
                  <a:prstGeom prst="rect">
                    <a:avLst/>
                  </a:prstGeom>
                  <a:noFill/>
                </p:spPr>
                <p:txBody>
                  <a:bodyPr wrap="square" rtlCol="0">
                    <a:spAutoFit/>
                  </a:bodyPr>
                  <a:lstStyle/>
                  <a:p>
                    <a:r>
                      <a:rPr lang="pt-BR" sz="1200"/>
                      <a:t>(</a:t>
                    </a:r>
                    <a14:m>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𝑁</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=0 </m:t>
                        </m:r>
                      </m:oMath>
                    </a14:m>
                    <a:r>
                      <a:rPr lang="pt-BR" sz="1200"/>
                      <a:t>)</a:t>
                    </a:r>
                  </a:p>
                </p:txBody>
              </p:sp>
            </mc:Choice>
            <mc:Fallback>
              <p:sp>
                <p:nvSpPr>
                  <p:cNvPr id="17" name="CaixaDeTexto 16">
                    <a:extLst>
                      <a:ext uri="{FF2B5EF4-FFF2-40B4-BE49-F238E27FC236}">
                        <a16:creationId xmlns:a16="http://schemas.microsoft.com/office/drawing/2014/main" id="{615EA317-4332-0BA6-4BDF-491340EB3596}"/>
                      </a:ext>
                    </a:extLst>
                  </p:cNvPr>
                  <p:cNvSpPr txBox="1">
                    <a:spLocks noRot="1" noChangeAspect="1" noMove="1" noResize="1" noEditPoints="1" noAdjustHandles="1" noChangeArrowheads="1" noChangeShapeType="1" noTextEdit="1"/>
                  </p:cNvSpPr>
                  <p:nvPr/>
                </p:nvSpPr>
                <p:spPr>
                  <a:xfrm>
                    <a:off x="4588482" y="3222081"/>
                    <a:ext cx="792088" cy="291298"/>
                  </a:xfrm>
                  <a:prstGeom prst="rect">
                    <a:avLst/>
                  </a:prstGeom>
                  <a:blipFill>
                    <a:blip r:embed="rId21"/>
                    <a:stretch>
                      <a:fillRect b="-12500"/>
                    </a:stretch>
                  </a:blipFill>
                </p:spPr>
                <p:txBody>
                  <a:bodyPr/>
                  <a:lstStyle/>
                  <a:p>
                    <a:r>
                      <a:rPr lang="pt-BR">
                        <a:noFill/>
                      </a:rPr>
                      <a:t> </a:t>
                    </a:r>
                  </a:p>
                </p:txBody>
              </p:sp>
            </mc:Fallback>
          </mc:AlternateContent>
        </p:grpSp>
      </p:grpSp>
    </p:spTree>
    <p:extLst>
      <p:ext uri="{BB962C8B-B14F-4D97-AF65-F5344CB8AC3E}">
        <p14:creationId xmlns:p14="http://schemas.microsoft.com/office/powerpoint/2010/main" val="3748239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29</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3420331" cy="400110"/>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Single core (coaxial) cable</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1800152" cy="307777"/>
          </a:xfrm>
          <a:prstGeom prst="rect">
            <a:avLst/>
          </a:prstGeom>
          <a:noFill/>
        </p:spPr>
        <p:txBody>
          <a:bodyPr wrap="square">
            <a:spAutoFit/>
          </a:bodyPr>
          <a:lstStyle/>
          <a:p>
            <a:pPr algn="l" rtl="0" eaLnBrk="1" latinLnBrk="0" hangingPunct="1">
              <a:spcBef>
                <a:spcPts val="0"/>
              </a:spcBef>
              <a:spcAft>
                <a:spcPts val="0"/>
              </a:spcAft>
              <a:buClrTx/>
              <a:buSzPts val="1800"/>
            </a:pPr>
            <a:r>
              <a:rPr lang="pt-BR" sz="1400" kern="1200">
                <a:solidFill>
                  <a:srgbClr val="0070C0"/>
                </a:solidFill>
                <a:effectLst/>
                <a:latin typeface="Arial Black" panose="020B0A04020102020204" pitchFamily="34" charset="0"/>
                <a:ea typeface="+mn-ea"/>
                <a:cs typeface="+mn-cs"/>
              </a:rPr>
              <a:t>Examples</a:t>
            </a:r>
            <a:endParaRPr lang="pt-BR" sz="1400">
              <a:solidFill>
                <a:srgbClr val="0070C0"/>
              </a:solidFill>
              <a:latin typeface="Arial Black" panose="020B0A04020102020204" pitchFamily="34" charset="0"/>
            </a:endParaRPr>
          </a:p>
        </p:txBody>
      </p:sp>
      <mc:AlternateContent xmlns:mc="http://schemas.openxmlformats.org/markup-compatibility/2006">
        <mc:Choice xmlns:a14="http://schemas.microsoft.com/office/drawing/2010/main" Requires="a14">
          <p:sp>
            <p:nvSpPr>
              <p:cNvPr id="63" name="CaixaDeTexto 62">
                <a:extLst>
                  <a:ext uri="{FF2B5EF4-FFF2-40B4-BE49-F238E27FC236}">
                    <a16:creationId xmlns:a16="http://schemas.microsoft.com/office/drawing/2014/main" id="{0D3FA61D-BBAE-66C8-03C9-673E425B53E2}"/>
                  </a:ext>
                </a:extLst>
              </p:cNvPr>
              <p:cNvSpPr txBox="1"/>
              <p:nvPr/>
            </p:nvSpPr>
            <p:spPr>
              <a:xfrm>
                <a:off x="6960096" y="944724"/>
                <a:ext cx="96911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𝑎</m:t>
                      </m:r>
                      <m:r>
                        <a:rPr lang="pt-BR" sz="1200" b="0" i="1" smtClean="0">
                          <a:latin typeface="Cambria Math" panose="02040503050406030204" pitchFamily="18" charset="0"/>
                        </a:rPr>
                        <m:t>=22 </m:t>
                      </m:r>
                      <m:r>
                        <a:rPr lang="pt-BR" sz="1200" b="0" i="1" smtClean="0">
                          <a:latin typeface="Cambria Math" panose="02040503050406030204" pitchFamily="18" charset="0"/>
                        </a:rPr>
                        <m:t>𝑚𝑚</m:t>
                      </m:r>
                    </m:oMath>
                  </m:oMathPara>
                </a14:m>
                <a:endParaRPr lang="pt-BR" sz="1200"/>
              </a:p>
            </p:txBody>
          </p:sp>
        </mc:Choice>
        <mc:Fallback>
          <p:sp>
            <p:nvSpPr>
              <p:cNvPr id="63" name="CaixaDeTexto 62">
                <a:extLst>
                  <a:ext uri="{FF2B5EF4-FFF2-40B4-BE49-F238E27FC236}">
                    <a16:creationId xmlns:a16="http://schemas.microsoft.com/office/drawing/2014/main" id="{0D3FA61D-BBAE-66C8-03C9-673E425B53E2}"/>
                  </a:ext>
                </a:extLst>
              </p:cNvPr>
              <p:cNvSpPr txBox="1">
                <a:spLocks noRot="1" noChangeAspect="1" noMove="1" noResize="1" noEditPoints="1" noAdjustHandles="1" noChangeArrowheads="1" noChangeShapeType="1" noTextEdit="1"/>
              </p:cNvSpPr>
              <p:nvPr/>
            </p:nvSpPr>
            <p:spPr>
              <a:xfrm>
                <a:off x="6960096" y="944724"/>
                <a:ext cx="969111" cy="27699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64" name="CaixaDeTexto 63">
                <a:extLst>
                  <a:ext uri="{FF2B5EF4-FFF2-40B4-BE49-F238E27FC236}">
                    <a16:creationId xmlns:a16="http://schemas.microsoft.com/office/drawing/2014/main" id="{76363AD0-F7A9-36D6-CA69-29C1DE4253C0}"/>
                  </a:ext>
                </a:extLst>
              </p:cNvPr>
              <p:cNvSpPr txBox="1"/>
              <p:nvPr/>
            </p:nvSpPr>
            <p:spPr>
              <a:xfrm>
                <a:off x="6960096" y="1513160"/>
                <a:ext cx="2264531"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𝜎</m:t>
                          </m:r>
                        </m:e>
                        <m:sub>
                          <m:r>
                            <a:rPr lang="pt-BR" sz="1200" b="0" i="1" smtClean="0">
                              <a:latin typeface="Cambria Math" panose="02040503050406030204" pitchFamily="18" charset="0"/>
                            </a:rPr>
                            <m:t>𝑐𝑜𝑟𝑒</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i="1">
                              <a:latin typeface="Cambria Math" panose="02040503050406030204" pitchFamily="18" charset="0"/>
                            </a:rPr>
                            <m:t>𝜎</m:t>
                          </m:r>
                        </m:e>
                        <m:sub>
                          <m:r>
                            <a:rPr lang="pt-BR" sz="1200" b="0" i="1" smtClean="0">
                              <a:latin typeface="Cambria Math" panose="02040503050406030204" pitchFamily="18" charset="0"/>
                            </a:rPr>
                            <m:t>𝑠h𝑒𝑎𝑡h</m:t>
                          </m:r>
                        </m:sub>
                      </m:sSub>
                      <m:r>
                        <a:rPr lang="pt-BR" sz="1200" b="0" i="1" smtClean="0">
                          <a:latin typeface="Cambria Math" panose="02040503050406030204" pitchFamily="18" charset="0"/>
                        </a:rPr>
                        <m:t>=</m:t>
                      </m:r>
                      <m:sSup>
                        <m:sSupPr>
                          <m:ctrlPr>
                            <a:rPr lang="pt-BR" sz="1200" b="0" i="1" smtClean="0">
                              <a:latin typeface="Cambria Math" panose="02040503050406030204" pitchFamily="18" charset="0"/>
                            </a:rPr>
                          </m:ctrlPr>
                        </m:sSupPr>
                        <m:e>
                          <m:r>
                            <a:rPr lang="pt-BR" sz="1200" b="0" i="0" smtClean="0">
                              <a:latin typeface="Cambria Math" panose="02040503050406030204" pitchFamily="18" charset="0"/>
                            </a:rPr>
                            <m:t>5,8 . 10</m:t>
                          </m:r>
                        </m:e>
                        <m:sup>
                          <m:r>
                            <a:rPr lang="pt-BR" sz="1200" b="0" i="0" smtClean="0">
                              <a:latin typeface="Cambria Math" panose="02040503050406030204" pitchFamily="18" charset="0"/>
                            </a:rPr>
                            <m:t>7</m:t>
                          </m:r>
                        </m:sup>
                      </m:sSup>
                      <m:r>
                        <a:rPr lang="pt-BR" sz="1200" b="0" i="0" smtClean="0">
                          <a:latin typeface="Cambria Math" panose="02040503050406030204" pitchFamily="18" charset="0"/>
                        </a:rPr>
                        <m:t> </m:t>
                      </m:r>
                      <m:r>
                        <m:rPr>
                          <m:sty m:val="p"/>
                        </m:rPr>
                        <a:rPr lang="pt-BR" sz="1200" b="0" i="0" smtClean="0">
                          <a:latin typeface="Cambria Math" panose="02040503050406030204" pitchFamily="18" charset="0"/>
                        </a:rPr>
                        <m:t>S</m:t>
                      </m:r>
                      <m:r>
                        <a:rPr lang="pt-BR" sz="1200" b="0" i="0" smtClean="0">
                          <a:latin typeface="Cambria Math" panose="02040503050406030204" pitchFamily="18" charset="0"/>
                        </a:rPr>
                        <m:t>/</m:t>
                      </m:r>
                      <m:r>
                        <m:rPr>
                          <m:sty m:val="p"/>
                        </m:rPr>
                        <a:rPr lang="pt-BR" sz="1200" b="0" i="0" smtClean="0">
                          <a:latin typeface="Cambria Math" panose="02040503050406030204" pitchFamily="18" charset="0"/>
                        </a:rPr>
                        <m:t>m</m:t>
                      </m:r>
                    </m:oMath>
                  </m:oMathPara>
                </a14:m>
                <a:endParaRPr lang="pt-BR" sz="1200"/>
              </a:p>
            </p:txBody>
          </p:sp>
        </mc:Choice>
        <mc:Fallback>
          <p:sp>
            <p:nvSpPr>
              <p:cNvPr id="64" name="CaixaDeTexto 63">
                <a:extLst>
                  <a:ext uri="{FF2B5EF4-FFF2-40B4-BE49-F238E27FC236}">
                    <a16:creationId xmlns:a16="http://schemas.microsoft.com/office/drawing/2014/main" id="{76363AD0-F7A9-36D6-CA69-29C1DE4253C0}"/>
                  </a:ext>
                </a:extLst>
              </p:cNvPr>
              <p:cNvSpPr txBox="1">
                <a:spLocks noRot="1" noChangeAspect="1" noMove="1" noResize="1" noEditPoints="1" noAdjustHandles="1" noChangeArrowheads="1" noChangeShapeType="1" noTextEdit="1"/>
              </p:cNvSpPr>
              <p:nvPr/>
            </p:nvSpPr>
            <p:spPr>
              <a:xfrm>
                <a:off x="6960096" y="1513160"/>
                <a:ext cx="2264531" cy="276999"/>
              </a:xfrm>
              <a:prstGeom prst="rect">
                <a:avLst/>
              </a:prstGeom>
              <a:blipFill>
                <a:blip r:embed="rId5"/>
                <a:stretch>
                  <a:fillRect b="-4348"/>
                </a:stretch>
              </a:blipFill>
            </p:spPr>
            <p:txBody>
              <a:bodyPr/>
              <a:lstStyle/>
              <a:p>
                <a:r>
                  <a:rPr lang="pt-BR">
                    <a:noFill/>
                  </a:rPr>
                  <a:t> </a:t>
                </a:r>
              </a:p>
            </p:txBody>
          </p:sp>
        </mc:Fallback>
      </mc:AlternateContent>
      <p:grpSp>
        <p:nvGrpSpPr>
          <p:cNvPr id="16" name="Agrupar 15">
            <a:extLst>
              <a:ext uri="{FF2B5EF4-FFF2-40B4-BE49-F238E27FC236}">
                <a16:creationId xmlns:a16="http://schemas.microsoft.com/office/drawing/2014/main" id="{ED5A5953-B802-1AA9-02FF-60EB1C8B5BF2}"/>
              </a:ext>
            </a:extLst>
          </p:cNvPr>
          <p:cNvGrpSpPr/>
          <p:nvPr/>
        </p:nvGrpSpPr>
        <p:grpSpPr>
          <a:xfrm>
            <a:off x="5667895" y="935522"/>
            <a:ext cx="864006" cy="868680"/>
            <a:chOff x="2373220" y="1439147"/>
            <a:chExt cx="3017520" cy="3177554"/>
          </a:xfrm>
        </p:grpSpPr>
        <p:sp>
          <p:nvSpPr>
            <p:cNvPr id="34" name="Elipse 33">
              <a:extLst>
                <a:ext uri="{FF2B5EF4-FFF2-40B4-BE49-F238E27FC236}">
                  <a16:creationId xmlns:a16="http://schemas.microsoft.com/office/drawing/2014/main" id="{BAFA6D09-E08D-17B4-751C-E3F915D21DC7}"/>
                </a:ext>
              </a:extLst>
            </p:cNvPr>
            <p:cNvSpPr/>
            <p:nvPr/>
          </p:nvSpPr>
          <p:spPr>
            <a:xfrm>
              <a:off x="2373220" y="1439147"/>
              <a:ext cx="3017520" cy="3177554"/>
            </a:xfrm>
            <a:prstGeom prst="ellipse">
              <a:avLst/>
            </a:prstGeom>
            <a:solidFill>
              <a:schemeClr val="accent1">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35" name="Elipse 34">
              <a:extLst>
                <a:ext uri="{FF2B5EF4-FFF2-40B4-BE49-F238E27FC236}">
                  <a16:creationId xmlns:a16="http://schemas.microsoft.com/office/drawing/2014/main" id="{E5061862-454A-4477-FD50-99DF5D4F5B64}"/>
                </a:ext>
              </a:extLst>
            </p:cNvPr>
            <p:cNvSpPr/>
            <p:nvPr/>
          </p:nvSpPr>
          <p:spPr>
            <a:xfrm>
              <a:off x="2661604" y="1759028"/>
              <a:ext cx="2459010" cy="2560322"/>
            </a:xfrm>
            <a:prstGeom prst="ellipse">
              <a:avLst/>
            </a:prstGeom>
            <a:solidFill>
              <a:schemeClr val="bg1"/>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18" name="Elipse 17">
            <a:extLst>
              <a:ext uri="{FF2B5EF4-FFF2-40B4-BE49-F238E27FC236}">
                <a16:creationId xmlns:a16="http://schemas.microsoft.com/office/drawing/2014/main" id="{C13F6F8D-4732-6D80-7B49-D18C67208F3A}"/>
              </a:ext>
            </a:extLst>
          </p:cNvPr>
          <p:cNvSpPr/>
          <p:nvPr/>
        </p:nvSpPr>
        <p:spPr>
          <a:xfrm>
            <a:off x="5955986" y="1232374"/>
            <a:ext cx="274320" cy="274977"/>
          </a:xfrm>
          <a:prstGeom prst="ellipse">
            <a:avLst/>
          </a:prstGeom>
          <a:solidFill>
            <a:schemeClr val="accent3">
              <a:lumMod val="20000"/>
              <a:lumOff val="80000"/>
              <a:alpha val="50000"/>
            </a:schemeClr>
          </a:solidFill>
          <a:ln w="9525">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29" name="CaixaDeTexto 28">
                <a:extLst>
                  <a:ext uri="{FF2B5EF4-FFF2-40B4-BE49-F238E27FC236}">
                    <a16:creationId xmlns:a16="http://schemas.microsoft.com/office/drawing/2014/main" id="{DF81BCFE-8F8F-2FB0-53A9-0B17667DEA43}"/>
                  </a:ext>
                </a:extLst>
              </p:cNvPr>
              <p:cNvSpPr txBox="1"/>
              <p:nvPr/>
            </p:nvSpPr>
            <p:spPr>
              <a:xfrm>
                <a:off x="6019373" y="1236632"/>
                <a:ext cx="2121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𝑎</m:t>
                      </m:r>
                    </m:oMath>
                  </m:oMathPara>
                </a14:m>
                <a:endParaRPr lang="pt-BR" sz="1400"/>
              </a:p>
            </p:txBody>
          </p:sp>
        </mc:Choice>
        <mc:Fallback>
          <p:sp>
            <p:nvSpPr>
              <p:cNvPr id="29" name="CaixaDeTexto 28">
                <a:extLst>
                  <a:ext uri="{FF2B5EF4-FFF2-40B4-BE49-F238E27FC236}">
                    <a16:creationId xmlns:a16="http://schemas.microsoft.com/office/drawing/2014/main" id="{DF81BCFE-8F8F-2FB0-53A9-0B17667DEA43}"/>
                  </a:ext>
                </a:extLst>
              </p:cNvPr>
              <p:cNvSpPr txBox="1">
                <a:spLocks noRot="1" noChangeAspect="1" noMove="1" noResize="1" noEditPoints="1" noAdjustHandles="1" noChangeArrowheads="1" noChangeShapeType="1" noTextEdit="1"/>
              </p:cNvSpPr>
              <p:nvPr/>
            </p:nvSpPr>
            <p:spPr>
              <a:xfrm>
                <a:off x="6019373" y="1236632"/>
                <a:ext cx="212171" cy="261610"/>
              </a:xfrm>
              <a:prstGeom prst="rect">
                <a:avLst/>
              </a:prstGeom>
              <a:blipFill>
                <a:blip r:embed="rId6"/>
                <a:stretch>
                  <a:fillRect/>
                </a:stretch>
              </a:blipFill>
            </p:spPr>
            <p:txBody>
              <a:bodyPr/>
              <a:lstStyle/>
              <a:p>
                <a:r>
                  <a:rPr lang="pt-BR">
                    <a:noFill/>
                  </a:rPr>
                  <a:t> </a:t>
                </a:r>
              </a:p>
            </p:txBody>
          </p:sp>
        </mc:Fallback>
      </mc:AlternateContent>
      <p:cxnSp>
        <p:nvCxnSpPr>
          <p:cNvPr id="31" name="Conector de Seta Reta 30">
            <a:extLst>
              <a:ext uri="{FF2B5EF4-FFF2-40B4-BE49-F238E27FC236}">
                <a16:creationId xmlns:a16="http://schemas.microsoft.com/office/drawing/2014/main" id="{B9D8060F-FF25-82BA-813F-6B1980F32044}"/>
              </a:ext>
            </a:extLst>
          </p:cNvPr>
          <p:cNvCxnSpPr>
            <a:cxnSpLocks/>
          </p:cNvCxnSpPr>
          <p:nvPr/>
        </p:nvCxnSpPr>
        <p:spPr>
          <a:xfrm flipV="1">
            <a:off x="6096000" y="1246546"/>
            <a:ext cx="68261" cy="117870"/>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Conector de Seta Reta 27">
            <a:extLst>
              <a:ext uri="{FF2B5EF4-FFF2-40B4-BE49-F238E27FC236}">
                <a16:creationId xmlns:a16="http://schemas.microsoft.com/office/drawing/2014/main" id="{A1B08812-DDEB-94E7-A3DA-BFA6C834C60D}"/>
              </a:ext>
            </a:extLst>
          </p:cNvPr>
          <p:cNvCxnSpPr>
            <a:cxnSpLocks/>
          </p:cNvCxnSpPr>
          <p:nvPr/>
        </p:nvCxnSpPr>
        <p:spPr>
          <a:xfrm flipH="1" flipV="1">
            <a:off x="5696975" y="1246546"/>
            <a:ext cx="395752" cy="116439"/>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6" name="CaixaDeTexto 35">
                <a:extLst>
                  <a:ext uri="{FF2B5EF4-FFF2-40B4-BE49-F238E27FC236}">
                    <a16:creationId xmlns:a16="http://schemas.microsoft.com/office/drawing/2014/main" id="{70CB4C46-1593-AEEC-5513-7023DE6F7777}"/>
                  </a:ext>
                </a:extLst>
              </p:cNvPr>
              <p:cNvSpPr txBox="1"/>
              <p:nvPr/>
            </p:nvSpPr>
            <p:spPr>
              <a:xfrm>
                <a:off x="5730402" y="1071916"/>
                <a:ext cx="2955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𝑏</m:t>
                      </m:r>
                    </m:oMath>
                  </m:oMathPara>
                </a14:m>
                <a:endParaRPr lang="pt-BR" sz="1400"/>
              </a:p>
            </p:txBody>
          </p:sp>
        </mc:Choice>
        <mc:Fallback>
          <p:sp>
            <p:nvSpPr>
              <p:cNvPr id="36" name="CaixaDeTexto 35">
                <a:extLst>
                  <a:ext uri="{FF2B5EF4-FFF2-40B4-BE49-F238E27FC236}">
                    <a16:creationId xmlns:a16="http://schemas.microsoft.com/office/drawing/2014/main" id="{70CB4C46-1593-AEEC-5513-7023DE6F7777}"/>
                  </a:ext>
                </a:extLst>
              </p:cNvPr>
              <p:cNvSpPr txBox="1">
                <a:spLocks noRot="1" noChangeAspect="1" noMove="1" noResize="1" noEditPoints="1" noAdjustHandles="1" noChangeArrowheads="1" noChangeShapeType="1" noTextEdit="1"/>
              </p:cNvSpPr>
              <p:nvPr/>
            </p:nvSpPr>
            <p:spPr>
              <a:xfrm>
                <a:off x="5730402" y="1071916"/>
                <a:ext cx="295529" cy="261610"/>
              </a:xfrm>
              <a:prstGeom prst="rect">
                <a:avLst/>
              </a:prstGeom>
              <a:blipFill>
                <a:blip r:embed="rId7"/>
                <a:stretch>
                  <a:fillRect/>
                </a:stretch>
              </a:blipFill>
            </p:spPr>
            <p:txBody>
              <a:bodyPr/>
              <a:lstStyle/>
              <a:p>
                <a:r>
                  <a:rPr lang="pt-BR">
                    <a:noFill/>
                  </a:rPr>
                  <a:t> </a:t>
                </a:r>
              </a:p>
            </p:txBody>
          </p:sp>
        </mc:Fallback>
      </mc:AlternateContent>
      <p:cxnSp>
        <p:nvCxnSpPr>
          <p:cNvPr id="37" name="Conector de Seta Reta 36">
            <a:extLst>
              <a:ext uri="{FF2B5EF4-FFF2-40B4-BE49-F238E27FC236}">
                <a16:creationId xmlns:a16="http://schemas.microsoft.com/office/drawing/2014/main" id="{D8631C18-D8AB-9195-C234-9CB102B56835}"/>
              </a:ext>
            </a:extLst>
          </p:cNvPr>
          <p:cNvCxnSpPr>
            <a:cxnSpLocks/>
          </p:cNvCxnSpPr>
          <p:nvPr/>
        </p:nvCxnSpPr>
        <p:spPr>
          <a:xfrm flipH="1">
            <a:off x="5763740" y="1362985"/>
            <a:ext cx="333756" cy="130999"/>
          </a:xfrm>
          <a:prstGeom prst="straightConnector1">
            <a:avLst/>
          </a:prstGeom>
          <a:ln w="635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3" name="CaixaDeTexto 42">
                <a:extLst>
                  <a:ext uri="{FF2B5EF4-FFF2-40B4-BE49-F238E27FC236}">
                    <a16:creationId xmlns:a16="http://schemas.microsoft.com/office/drawing/2014/main" id="{B8132112-7B8D-8055-D5E6-8D63CA226AD3}"/>
                  </a:ext>
                </a:extLst>
              </p:cNvPr>
              <p:cNvSpPr txBox="1"/>
              <p:nvPr/>
            </p:nvSpPr>
            <p:spPr>
              <a:xfrm>
                <a:off x="5776528" y="1413916"/>
                <a:ext cx="28212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050" b="0" i="1" smtClean="0">
                          <a:latin typeface="Cambria Math" panose="02040503050406030204" pitchFamily="18" charset="0"/>
                        </a:rPr>
                        <m:t>𝑐</m:t>
                      </m:r>
                    </m:oMath>
                  </m:oMathPara>
                </a14:m>
                <a:endParaRPr lang="pt-BR" sz="1200"/>
              </a:p>
            </p:txBody>
          </p:sp>
        </mc:Choice>
        <mc:Fallback>
          <p:sp>
            <p:nvSpPr>
              <p:cNvPr id="43" name="CaixaDeTexto 42">
                <a:extLst>
                  <a:ext uri="{FF2B5EF4-FFF2-40B4-BE49-F238E27FC236}">
                    <a16:creationId xmlns:a16="http://schemas.microsoft.com/office/drawing/2014/main" id="{B8132112-7B8D-8055-D5E6-8D63CA226AD3}"/>
                  </a:ext>
                </a:extLst>
              </p:cNvPr>
              <p:cNvSpPr txBox="1">
                <a:spLocks noRot="1" noChangeAspect="1" noMove="1" noResize="1" noEditPoints="1" noAdjustHandles="1" noChangeArrowheads="1" noChangeShapeType="1" noTextEdit="1"/>
              </p:cNvSpPr>
              <p:nvPr/>
            </p:nvSpPr>
            <p:spPr>
              <a:xfrm>
                <a:off x="5776528" y="1413916"/>
                <a:ext cx="282129" cy="261610"/>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5" name="CaixaDeTexto 44">
                <a:extLst>
                  <a:ext uri="{FF2B5EF4-FFF2-40B4-BE49-F238E27FC236}">
                    <a16:creationId xmlns:a16="http://schemas.microsoft.com/office/drawing/2014/main" id="{F0AF4F56-E22C-A6A0-666F-527D78EB8C70}"/>
                  </a:ext>
                </a:extLst>
              </p:cNvPr>
              <p:cNvSpPr txBox="1"/>
              <p:nvPr/>
            </p:nvSpPr>
            <p:spPr>
              <a:xfrm>
                <a:off x="6983537" y="1233599"/>
                <a:ext cx="1900136" cy="276999"/>
              </a:xfrm>
              <a:prstGeom prst="rect">
                <a:avLst/>
              </a:prstGeom>
              <a:noFill/>
            </p:spPr>
            <p:txBody>
              <a:bodyPr wrap="none" rtlCol="0">
                <a:spAutoFit/>
              </a:bodyPr>
              <a:lstStyle/>
              <a:p>
                <a14:m>
                  <m:oMath xmlns:m="http://schemas.openxmlformats.org/officeDocument/2006/math">
                    <m:r>
                      <a:rPr lang="pt-BR" sz="1200" b="0" i="1" smtClean="0">
                        <a:latin typeface="Cambria Math" panose="02040503050406030204" pitchFamily="18" charset="0"/>
                      </a:rPr>
                      <m:t>𝑏</m:t>
                    </m:r>
                    <m:r>
                      <a:rPr lang="pt-BR" sz="1200" b="0" i="1" smtClean="0">
                        <a:latin typeface="Cambria Math" panose="02040503050406030204" pitchFamily="18" charset="0"/>
                      </a:rPr>
                      <m:t>=44 </m:t>
                    </m:r>
                    <m:r>
                      <a:rPr lang="pt-BR" sz="1200" b="0" i="1" smtClean="0">
                        <a:latin typeface="Cambria Math" panose="02040503050406030204" pitchFamily="18" charset="0"/>
                      </a:rPr>
                      <m:t>𝑚𝑚</m:t>
                    </m:r>
                  </m:oMath>
                </a14:m>
                <a:r>
                  <a:rPr lang="pt-BR" sz="1200"/>
                  <a:t>; </a:t>
                </a:r>
                <a14:m>
                  <m:oMath xmlns:m="http://schemas.openxmlformats.org/officeDocument/2006/math">
                    <m:r>
                      <a:rPr lang="pt-BR" sz="1200" i="1" smtClean="0">
                        <a:latin typeface="Cambria Math" panose="02040503050406030204" pitchFamily="18" charset="0"/>
                      </a:rPr>
                      <m:t>𝑐</m:t>
                    </m:r>
                    <m:r>
                      <a:rPr lang="pt-BR" sz="1200" i="1" smtClean="0">
                        <a:latin typeface="Cambria Math" panose="02040503050406030204" pitchFamily="18" charset="0"/>
                      </a:rPr>
                      <m:t>= 39,5 </m:t>
                    </m:r>
                    <m:r>
                      <a:rPr lang="pt-BR" sz="1200" i="1" smtClean="0">
                        <a:latin typeface="Cambria Math" panose="02040503050406030204" pitchFamily="18" charset="0"/>
                      </a:rPr>
                      <m:t>𝑚𝑚</m:t>
                    </m:r>
                  </m:oMath>
                </a14:m>
                <a:endParaRPr lang="pt-BR" sz="1200"/>
              </a:p>
            </p:txBody>
          </p:sp>
        </mc:Choice>
        <mc:Fallback>
          <p:sp>
            <p:nvSpPr>
              <p:cNvPr id="45" name="CaixaDeTexto 44">
                <a:extLst>
                  <a:ext uri="{FF2B5EF4-FFF2-40B4-BE49-F238E27FC236}">
                    <a16:creationId xmlns:a16="http://schemas.microsoft.com/office/drawing/2014/main" id="{F0AF4F56-E22C-A6A0-666F-527D78EB8C70}"/>
                  </a:ext>
                </a:extLst>
              </p:cNvPr>
              <p:cNvSpPr txBox="1">
                <a:spLocks noRot="1" noChangeAspect="1" noMove="1" noResize="1" noEditPoints="1" noAdjustHandles="1" noChangeArrowheads="1" noChangeShapeType="1" noTextEdit="1"/>
              </p:cNvSpPr>
              <p:nvPr/>
            </p:nvSpPr>
            <p:spPr>
              <a:xfrm>
                <a:off x="6983537" y="1233599"/>
                <a:ext cx="1900136" cy="276999"/>
              </a:xfrm>
              <a:prstGeom prst="rect">
                <a:avLst/>
              </a:prstGeom>
              <a:blipFill>
                <a:blip r:embed="rId9"/>
                <a:stretch>
                  <a:fillRect b="-15217"/>
                </a:stretch>
              </a:blipFill>
            </p:spPr>
            <p:txBody>
              <a:bodyPr/>
              <a:lstStyle/>
              <a:p>
                <a:r>
                  <a:rPr lang="pt-BR">
                    <a:noFill/>
                  </a:rPr>
                  <a:t> </a:t>
                </a:r>
              </a:p>
            </p:txBody>
          </p:sp>
        </mc:Fallback>
      </mc:AlternateContent>
      <p:pic>
        <p:nvPicPr>
          <p:cNvPr id="10" name="Gráfico 9">
            <a:extLst>
              <a:ext uri="{FF2B5EF4-FFF2-40B4-BE49-F238E27FC236}">
                <a16:creationId xmlns:a16="http://schemas.microsoft.com/office/drawing/2014/main" id="{C3E0CC7F-28BD-5EDF-0553-C35B79D74B8B}"/>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t="11118" r="7143" b="794"/>
          <a:stretch/>
        </p:blipFill>
        <p:spPr>
          <a:xfrm>
            <a:off x="6132004" y="2238716"/>
            <a:ext cx="5469085" cy="3895344"/>
          </a:xfrm>
          <a:prstGeom prst="rect">
            <a:avLst/>
          </a:prstGeom>
        </p:spPr>
      </p:pic>
      <p:grpSp>
        <p:nvGrpSpPr>
          <p:cNvPr id="22" name="Agrupar 21">
            <a:extLst>
              <a:ext uri="{FF2B5EF4-FFF2-40B4-BE49-F238E27FC236}">
                <a16:creationId xmlns:a16="http://schemas.microsoft.com/office/drawing/2014/main" id="{897C7B08-F291-EF75-032C-1034C6C5928B}"/>
              </a:ext>
            </a:extLst>
          </p:cNvPr>
          <p:cNvGrpSpPr/>
          <p:nvPr/>
        </p:nvGrpSpPr>
        <p:grpSpPr>
          <a:xfrm>
            <a:off x="667950" y="2106583"/>
            <a:ext cx="5320038" cy="3974835"/>
            <a:chOff x="731403" y="2456892"/>
            <a:chExt cx="5320038" cy="3974835"/>
          </a:xfrm>
        </p:grpSpPr>
        <p:pic>
          <p:nvPicPr>
            <p:cNvPr id="5" name="Gráfico 4">
              <a:extLst>
                <a:ext uri="{FF2B5EF4-FFF2-40B4-BE49-F238E27FC236}">
                  <a16:creationId xmlns:a16="http://schemas.microsoft.com/office/drawing/2014/main" id="{66D0A45A-2DC4-7785-FB88-9836E6006683}"/>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1650" t="9740" r="7199" b="1370"/>
            <a:stretch/>
          </p:blipFill>
          <p:spPr>
            <a:xfrm>
              <a:off x="731403" y="2536383"/>
              <a:ext cx="5320038" cy="3895344"/>
            </a:xfrm>
            <a:prstGeom prst="rect">
              <a:avLst/>
            </a:prstGeom>
          </p:spPr>
        </p:pic>
        <p:sp>
          <p:nvSpPr>
            <p:cNvPr id="21" name="Retângulo 20">
              <a:extLst>
                <a:ext uri="{FF2B5EF4-FFF2-40B4-BE49-F238E27FC236}">
                  <a16:creationId xmlns:a16="http://schemas.microsoft.com/office/drawing/2014/main" id="{7C14DDAD-ED0D-D604-4F18-7770604737ED}"/>
                </a:ext>
              </a:extLst>
            </p:cNvPr>
            <p:cNvSpPr/>
            <p:nvPr/>
          </p:nvSpPr>
          <p:spPr>
            <a:xfrm>
              <a:off x="1775520" y="2456892"/>
              <a:ext cx="3492388" cy="1440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506965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30</a:t>
            </a:fld>
            <a:endParaRPr lang="pt-B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4344" y="512676"/>
            <a:ext cx="10764838" cy="4739759"/>
          </a:xfrm>
          <a:prstGeom prst="rect">
            <a:avLst/>
          </a:prstGeom>
          <a:noFill/>
        </p:spPr>
        <p:txBody>
          <a:bodyPr wrap="square">
            <a:spAutoFit/>
          </a:bodyPr>
          <a:lstStyle/>
          <a:p>
            <a:pPr marL="285750" indent="-285750" algn="just">
              <a:spcAft>
                <a:spcPts val="600"/>
              </a:spcAft>
            </a:pPr>
            <a:r>
              <a:rPr lang="pt-BR" sz="1600">
                <a:latin typeface="Arial" panose="020B0604020202020204" pitchFamily="34" charset="0"/>
                <a:cs typeface="Arial" panose="020B0604020202020204" pitchFamily="34" charset="0"/>
              </a:rPr>
              <a:t>[1] U. R. Patel, B. Gustavsen and P. Triverio, "An Equivalent Surface Current Approach for the Computation of the Series Impedance of Power Cables with Inclusion of Skin and Proximity Effects," in IEEE Transactions on Power Delivery, vol. 28, no. 4, pp. 2474-2482, Oct. 2013, doi: 10.1109/TPWRD.2013.2267098.</a:t>
            </a:r>
          </a:p>
          <a:p>
            <a:pPr marL="285750" indent="-285750" algn="just">
              <a:spcAft>
                <a:spcPts val="600"/>
              </a:spcAft>
            </a:pPr>
            <a:r>
              <a:rPr lang="pt-BR" sz="1600">
                <a:latin typeface="Arial" panose="020B0604020202020204" pitchFamily="34" charset="0"/>
                <a:cs typeface="Arial" panose="020B0604020202020204" pitchFamily="34" charset="0"/>
              </a:rPr>
              <a:t>[2] U. R. Patel, B. Gustavsen and P. Triverio, "Proximity-Aware Calculation of Cable Series Impedance for Systems of Solid and Hollow Conductors," in IEEE Transactions on Power Delivery, vol. 29, no. 5, pp. 2101-2109, Oct. 2014, doi: 10.1109/TPWRD.2014.2330994.</a:t>
            </a:r>
          </a:p>
          <a:p>
            <a:pPr marL="285750" indent="-285750" algn="just">
              <a:spcAft>
                <a:spcPts val="600"/>
              </a:spcAft>
            </a:pPr>
            <a:r>
              <a:rPr lang="pt-BR" sz="1600">
                <a:latin typeface="Arial" panose="020B0604020202020204" pitchFamily="34" charset="0"/>
                <a:cs typeface="Arial" panose="020B0604020202020204" pitchFamily="34" charset="0"/>
              </a:rPr>
              <a:t>[3] D. De Zutter and L. Knockaert, "Skin effect modeling based on a differential surface admittance operator," in IEEE Transactions on Microwave Theory and Techniques, vol. 53, no. 8, pp. 2526-2538, Aug. 2005, doi: 10.1109/TMTT.2005.852766.</a:t>
            </a:r>
          </a:p>
          <a:p>
            <a:pPr marL="285750" indent="-285750" algn="just">
              <a:spcAft>
                <a:spcPts val="600"/>
              </a:spcAft>
            </a:pPr>
            <a:r>
              <a:rPr lang="pt-BR" sz="1600">
                <a:latin typeface="Arial" panose="020B0604020202020204" pitchFamily="34" charset="0"/>
                <a:cs typeface="Arial" panose="020B0604020202020204" pitchFamily="34" charset="0"/>
              </a:rPr>
              <a:t>[4] R. F. Harrington, Time-harmonic electromagnetic fields. New York, NY: McGraw-Hill, c2001. xiii, 480 p. </a:t>
            </a:r>
          </a:p>
          <a:p>
            <a:pPr marL="285750" indent="-285750" algn="just">
              <a:spcAft>
                <a:spcPts val="600"/>
              </a:spcAft>
            </a:pPr>
            <a:r>
              <a:rPr lang="en-US" sz="1600">
                <a:latin typeface="Arial" panose="020B0604020202020204" pitchFamily="34" charset="0"/>
                <a:cs typeface="Arial" panose="020B0604020202020204" pitchFamily="34" charset="0"/>
              </a:rPr>
              <a:t>[5] C. R. Paul, Analysis of Multiconductor Transmission Lines, 2</a:t>
            </a:r>
            <a:r>
              <a:rPr lang="en-US" sz="1600" baseline="30000">
                <a:latin typeface="Arial" panose="020B0604020202020204" pitchFamily="34" charset="0"/>
                <a:cs typeface="Arial" panose="020B0604020202020204" pitchFamily="34" charset="0"/>
              </a:rPr>
              <a:t>nd</a:t>
            </a:r>
            <a:r>
              <a:rPr lang="en-US" sz="1600">
                <a:latin typeface="Arial" panose="020B0604020202020204" pitchFamily="34" charset="0"/>
                <a:cs typeface="Arial" panose="020B0604020202020204" pitchFamily="34" charset="0"/>
              </a:rPr>
              <a:t> ed. Hoboken, NJ, USA: Wiley, 2007.</a:t>
            </a:r>
          </a:p>
          <a:p>
            <a:pPr marL="285750" indent="-285750" algn="just">
              <a:spcAft>
                <a:spcPts val="600"/>
              </a:spcAft>
            </a:pPr>
            <a:r>
              <a:rPr lang="en-US" sz="1600">
                <a:latin typeface="Arial" panose="020B0604020202020204" pitchFamily="34" charset="0"/>
                <a:cs typeface="Arial" panose="020B0604020202020204" pitchFamily="34" charset="0"/>
              </a:rPr>
              <a:t>[6] Tanaka, Y. </a:t>
            </a:r>
            <a:r>
              <a:rPr lang="en-US" sz="1600" i="1">
                <a:latin typeface="Arial" panose="020B0604020202020204" pitchFamily="34" charset="0"/>
                <a:cs typeface="Arial" panose="020B0604020202020204" pitchFamily="34" charset="0"/>
              </a:rPr>
              <a:t>et al</a:t>
            </a:r>
            <a:r>
              <a:rPr lang="en-US" sz="1600">
                <a:latin typeface="Arial" panose="020B0604020202020204" pitchFamily="34" charset="0"/>
                <a:cs typeface="Arial" panose="020B0604020202020204" pitchFamily="34" charset="0"/>
              </a:rPr>
              <a:t>. Development of a Computer Program for Calculating the Transmission-Line Constants of Cables Installed in a Tunnel Taking the Skin and Proximity Effects into Account. </a:t>
            </a:r>
            <a:r>
              <a:rPr lang="en-US" sz="1600" i="1">
                <a:latin typeface="Arial" panose="020B0604020202020204" pitchFamily="34" charset="0"/>
                <a:cs typeface="Arial" panose="020B0604020202020204" pitchFamily="34" charset="0"/>
              </a:rPr>
              <a:t>Proc</a:t>
            </a:r>
            <a:r>
              <a:rPr lang="en-US" sz="1600">
                <a:latin typeface="Arial" panose="020B0604020202020204" pitchFamily="34" charset="0"/>
                <a:cs typeface="Arial" panose="020B0604020202020204" pitchFamily="34" charset="0"/>
              </a:rPr>
              <a:t>. of International Conference on Power Systems Transients (IPST), Seoul, Republic of Korea. June 26-29, 2017</a:t>
            </a:r>
          </a:p>
          <a:p>
            <a:pPr marL="285750" indent="-285750" algn="just">
              <a:spcAft>
                <a:spcPts val="600"/>
              </a:spcAft>
            </a:pPr>
            <a:r>
              <a:rPr lang="en-US" sz="1600">
                <a:latin typeface="Arial" panose="020B0604020202020204" pitchFamily="34" charset="0"/>
                <a:cs typeface="Arial" panose="020B0604020202020204" pitchFamily="34" charset="0"/>
              </a:rPr>
              <a:t>[7] U. R. Patel, A Surface Admittance Approach For Fast Calculation of the Series Impedance of Cables Including Skin, Proximity, and Ground Return Effects. 2014. University of Toronto, Graduate Department of The Edward S. Rogers Sr. Department of Electrical &amp; Computer Engineering. </a:t>
            </a:r>
            <a:endParaRPr lang="pt-BR" sz="1600">
              <a:latin typeface="Arial" panose="020B0604020202020204" pitchFamily="34" charset="0"/>
              <a:cs typeface="Arial" panose="020B0604020202020204" pitchFamily="34" charset="0"/>
            </a:endParaRPr>
          </a:p>
        </p:txBody>
      </p:sp>
      <p:sp>
        <p:nvSpPr>
          <p:cNvPr id="2" name="CaixaDeTexto 1">
            <a:extLst>
              <a:ext uri="{FF2B5EF4-FFF2-40B4-BE49-F238E27FC236}">
                <a16:creationId xmlns:a16="http://schemas.microsoft.com/office/drawing/2014/main" id="{00BE8D45-DCEE-3F50-4767-410F8466BB6B}"/>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Reference</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929919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6" name="Agrupar 115">
            <a:extLst>
              <a:ext uri="{FF2B5EF4-FFF2-40B4-BE49-F238E27FC236}">
                <a16:creationId xmlns:a16="http://schemas.microsoft.com/office/drawing/2014/main" id="{FE1BA46B-8BEE-F59C-724F-3354F27A9BAB}"/>
              </a:ext>
            </a:extLst>
          </p:cNvPr>
          <p:cNvGrpSpPr/>
          <p:nvPr/>
        </p:nvGrpSpPr>
        <p:grpSpPr>
          <a:xfrm>
            <a:off x="6564052" y="1844880"/>
            <a:ext cx="4140617" cy="2843449"/>
            <a:chOff x="6564052" y="1844880"/>
            <a:chExt cx="4140617" cy="2843449"/>
          </a:xfrm>
        </p:grpSpPr>
        <p:grpSp>
          <p:nvGrpSpPr>
            <p:cNvPr id="110" name="Agrupar 109">
              <a:extLst>
                <a:ext uri="{FF2B5EF4-FFF2-40B4-BE49-F238E27FC236}">
                  <a16:creationId xmlns:a16="http://schemas.microsoft.com/office/drawing/2014/main" id="{9D2A346C-8C9A-A1D8-B40A-BE4B91DF9A45}"/>
                </a:ext>
              </a:extLst>
            </p:cNvPr>
            <p:cNvGrpSpPr/>
            <p:nvPr/>
          </p:nvGrpSpPr>
          <p:grpSpPr>
            <a:xfrm>
              <a:off x="6564052" y="1844880"/>
              <a:ext cx="4140617" cy="2416190"/>
              <a:chOff x="6564052" y="1844880"/>
              <a:chExt cx="4140617" cy="2416190"/>
            </a:xfrm>
          </p:grpSpPr>
          <p:grpSp>
            <p:nvGrpSpPr>
              <p:cNvPr id="61" name="Agrupar 60">
                <a:extLst>
                  <a:ext uri="{FF2B5EF4-FFF2-40B4-BE49-F238E27FC236}">
                    <a16:creationId xmlns:a16="http://schemas.microsoft.com/office/drawing/2014/main" id="{7BC3E3E7-45E5-8EE3-0C8F-215648B50428}"/>
                  </a:ext>
                </a:extLst>
              </p:cNvPr>
              <p:cNvGrpSpPr/>
              <p:nvPr/>
            </p:nvGrpSpPr>
            <p:grpSpPr>
              <a:xfrm>
                <a:off x="6564052" y="2179059"/>
                <a:ext cx="3387465" cy="2082011"/>
                <a:chOff x="803412" y="1463793"/>
                <a:chExt cx="5979519" cy="3686583"/>
              </a:xfrm>
            </p:grpSpPr>
            <p:cxnSp>
              <p:nvCxnSpPr>
                <p:cNvPr id="63" name="Conector reto 62">
                  <a:extLst>
                    <a:ext uri="{FF2B5EF4-FFF2-40B4-BE49-F238E27FC236}">
                      <a16:creationId xmlns:a16="http://schemas.microsoft.com/office/drawing/2014/main" id="{F113F0C8-55B7-34D5-A59A-73D8AC4715A3}"/>
                    </a:ext>
                  </a:extLst>
                </p:cNvPr>
                <p:cNvCxnSpPr>
                  <a:cxnSpLocks/>
                </p:cNvCxnSpPr>
                <p:nvPr/>
              </p:nvCxnSpPr>
              <p:spPr>
                <a:xfrm flipV="1">
                  <a:off x="2033156" y="1463793"/>
                  <a:ext cx="4226087" cy="698315"/>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64" name="Conector reto 63">
                  <a:extLst>
                    <a:ext uri="{FF2B5EF4-FFF2-40B4-BE49-F238E27FC236}">
                      <a16:creationId xmlns:a16="http://schemas.microsoft.com/office/drawing/2014/main" id="{5D6FFFCA-A2C8-2DAC-86D3-0EDDBAE4B08D}"/>
                    </a:ext>
                  </a:extLst>
                </p:cNvPr>
                <p:cNvCxnSpPr>
                  <a:cxnSpLocks/>
                </p:cNvCxnSpPr>
                <p:nvPr/>
              </p:nvCxnSpPr>
              <p:spPr>
                <a:xfrm flipV="1">
                  <a:off x="2787067" y="4368612"/>
                  <a:ext cx="3995864" cy="706623"/>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5" name="Elipse 64">
                  <a:extLst>
                    <a:ext uri="{FF2B5EF4-FFF2-40B4-BE49-F238E27FC236}">
                      <a16:creationId xmlns:a16="http://schemas.microsoft.com/office/drawing/2014/main" id="{9F9E1C86-2FCF-4931-04E1-C31DA62B0B66}"/>
                    </a:ext>
                  </a:extLst>
                </p:cNvPr>
                <p:cNvSpPr/>
                <p:nvPr/>
              </p:nvSpPr>
              <p:spPr>
                <a:xfrm>
                  <a:off x="803412" y="2132856"/>
                  <a:ext cx="3017520" cy="3017520"/>
                </a:xfrm>
                <a:prstGeom prst="ellipse">
                  <a:avLst/>
                </a:prstGeom>
                <a:noFill/>
                <a:ln w="19050">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grpSp>
            <p:nvGrpSpPr>
              <p:cNvPr id="108" name="Agrupar 107">
                <a:extLst>
                  <a:ext uri="{FF2B5EF4-FFF2-40B4-BE49-F238E27FC236}">
                    <a16:creationId xmlns:a16="http://schemas.microsoft.com/office/drawing/2014/main" id="{E865F3D3-E3B5-89EB-2E8F-749C1BF37132}"/>
                  </a:ext>
                </a:extLst>
              </p:cNvPr>
              <p:cNvGrpSpPr/>
              <p:nvPr/>
            </p:nvGrpSpPr>
            <p:grpSpPr>
              <a:xfrm>
                <a:off x="7663376" y="2198609"/>
                <a:ext cx="3041293" cy="1826802"/>
                <a:chOff x="7663376" y="2198609"/>
                <a:chExt cx="3041293" cy="1826802"/>
              </a:xfrm>
            </p:grpSpPr>
            <p:grpSp>
              <p:nvGrpSpPr>
                <p:cNvPr id="97" name="Agrupar 96">
                  <a:extLst>
                    <a:ext uri="{FF2B5EF4-FFF2-40B4-BE49-F238E27FC236}">
                      <a16:creationId xmlns:a16="http://schemas.microsoft.com/office/drawing/2014/main" id="{BA5AF2AB-7D82-B4DE-26DF-29CED8F9A650}"/>
                    </a:ext>
                  </a:extLst>
                </p:cNvPr>
                <p:cNvGrpSpPr/>
                <p:nvPr/>
              </p:nvGrpSpPr>
              <p:grpSpPr>
                <a:xfrm>
                  <a:off x="7663376" y="2198609"/>
                  <a:ext cx="2897120" cy="954620"/>
                  <a:chOff x="7663376" y="2198609"/>
                  <a:chExt cx="2897120" cy="954620"/>
                </a:xfrm>
              </p:grpSpPr>
              <p:cxnSp>
                <p:nvCxnSpPr>
                  <p:cNvPr id="68" name="Conector de Seta Reta 67">
                    <a:extLst>
                      <a:ext uri="{FF2B5EF4-FFF2-40B4-BE49-F238E27FC236}">
                        <a16:creationId xmlns:a16="http://schemas.microsoft.com/office/drawing/2014/main" id="{03D06C2C-832D-65DA-EB6C-4622318D9C2B}"/>
                      </a:ext>
                    </a:extLst>
                  </p:cNvPr>
                  <p:cNvCxnSpPr>
                    <a:cxnSpLocks/>
                  </p:cNvCxnSpPr>
                  <p:nvPr/>
                </p:nvCxnSpPr>
                <p:spPr>
                  <a:xfrm flipH="1">
                    <a:off x="7663376" y="2198609"/>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Conector de Seta Reta 69">
                    <a:extLst>
                      <a:ext uri="{FF2B5EF4-FFF2-40B4-BE49-F238E27FC236}">
                        <a16:creationId xmlns:a16="http://schemas.microsoft.com/office/drawing/2014/main" id="{A81B50AD-C383-421F-80E0-C15AA19AF737}"/>
                      </a:ext>
                    </a:extLst>
                  </p:cNvPr>
                  <p:cNvCxnSpPr>
                    <a:cxnSpLocks/>
                  </p:cNvCxnSpPr>
                  <p:nvPr/>
                </p:nvCxnSpPr>
                <p:spPr>
                  <a:xfrm flipH="1">
                    <a:off x="7803201" y="2240868"/>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ector de Seta Reta 70">
                    <a:extLst>
                      <a:ext uri="{FF2B5EF4-FFF2-40B4-BE49-F238E27FC236}">
                        <a16:creationId xmlns:a16="http://schemas.microsoft.com/office/drawing/2014/main" id="{BA400855-0B44-94C8-40A6-718A9DA7318A}"/>
                      </a:ext>
                    </a:extLst>
                  </p:cNvPr>
                  <p:cNvCxnSpPr>
                    <a:cxnSpLocks/>
                  </p:cNvCxnSpPr>
                  <p:nvPr/>
                </p:nvCxnSpPr>
                <p:spPr>
                  <a:xfrm flipH="1">
                    <a:off x="7913338" y="2304468"/>
                    <a:ext cx="2293390" cy="403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Conector de Seta Reta 74">
                    <a:extLst>
                      <a:ext uri="{FF2B5EF4-FFF2-40B4-BE49-F238E27FC236}">
                        <a16:creationId xmlns:a16="http://schemas.microsoft.com/office/drawing/2014/main" id="{28232F5A-4EF6-AA1A-90DC-E918915A4487}"/>
                      </a:ext>
                    </a:extLst>
                  </p:cNvPr>
                  <p:cNvCxnSpPr>
                    <a:cxnSpLocks/>
                  </p:cNvCxnSpPr>
                  <p:nvPr/>
                </p:nvCxnSpPr>
                <p:spPr>
                  <a:xfrm flipH="1">
                    <a:off x="8006723" y="2379540"/>
                    <a:ext cx="2310142" cy="3919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Conector de Seta Reta 75">
                    <a:extLst>
                      <a:ext uri="{FF2B5EF4-FFF2-40B4-BE49-F238E27FC236}">
                        <a16:creationId xmlns:a16="http://schemas.microsoft.com/office/drawing/2014/main" id="{DBEC5BCB-B5D7-8E80-B683-924E62E35BD1}"/>
                      </a:ext>
                    </a:extLst>
                  </p:cNvPr>
                  <p:cNvCxnSpPr>
                    <a:cxnSpLocks/>
                  </p:cNvCxnSpPr>
                  <p:nvPr/>
                </p:nvCxnSpPr>
                <p:spPr>
                  <a:xfrm flipH="1">
                    <a:off x="8070368" y="2460108"/>
                    <a:ext cx="2310108" cy="398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Conector de Seta Reta 76">
                    <a:extLst>
                      <a:ext uri="{FF2B5EF4-FFF2-40B4-BE49-F238E27FC236}">
                        <a16:creationId xmlns:a16="http://schemas.microsoft.com/office/drawing/2014/main" id="{67A3523C-D1B9-BD48-FA17-0825B5212312}"/>
                      </a:ext>
                    </a:extLst>
                  </p:cNvPr>
                  <p:cNvCxnSpPr>
                    <a:cxnSpLocks/>
                  </p:cNvCxnSpPr>
                  <p:nvPr/>
                </p:nvCxnSpPr>
                <p:spPr>
                  <a:xfrm flipH="1">
                    <a:off x="8140187" y="2541583"/>
                    <a:ext cx="2317901" cy="404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Conector de Seta Reta 77">
                    <a:extLst>
                      <a:ext uri="{FF2B5EF4-FFF2-40B4-BE49-F238E27FC236}">
                        <a16:creationId xmlns:a16="http://schemas.microsoft.com/office/drawing/2014/main" id="{691D5DC8-0734-60F2-CC69-C2F6F868DFF8}"/>
                      </a:ext>
                    </a:extLst>
                  </p:cNvPr>
                  <p:cNvCxnSpPr>
                    <a:cxnSpLocks/>
                  </p:cNvCxnSpPr>
                  <p:nvPr/>
                </p:nvCxnSpPr>
                <p:spPr>
                  <a:xfrm flipH="1">
                    <a:off x="8194386" y="2644086"/>
                    <a:ext cx="2333521" cy="403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Conector de Seta Reta 78">
                    <a:extLst>
                      <a:ext uri="{FF2B5EF4-FFF2-40B4-BE49-F238E27FC236}">
                        <a16:creationId xmlns:a16="http://schemas.microsoft.com/office/drawing/2014/main" id="{99B4AB50-A2D1-FCE1-6BA9-B900AEA34F22}"/>
                      </a:ext>
                    </a:extLst>
                  </p:cNvPr>
                  <p:cNvCxnSpPr>
                    <a:cxnSpLocks/>
                  </p:cNvCxnSpPr>
                  <p:nvPr/>
                </p:nvCxnSpPr>
                <p:spPr>
                  <a:xfrm flipH="1">
                    <a:off x="8242771" y="2749477"/>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98" name="Agrupar 97">
                  <a:extLst>
                    <a:ext uri="{FF2B5EF4-FFF2-40B4-BE49-F238E27FC236}">
                      <a16:creationId xmlns:a16="http://schemas.microsoft.com/office/drawing/2014/main" id="{E92B19B3-C0D7-9A51-455F-BCC62DE3642C}"/>
                    </a:ext>
                  </a:extLst>
                </p:cNvPr>
                <p:cNvGrpSpPr/>
                <p:nvPr/>
              </p:nvGrpSpPr>
              <p:grpSpPr>
                <a:xfrm rot="20424645" flipV="1">
                  <a:off x="7812503" y="3047811"/>
                  <a:ext cx="2892166" cy="977600"/>
                  <a:chOff x="7680244" y="2174892"/>
                  <a:chExt cx="2892166" cy="977600"/>
                </a:xfrm>
              </p:grpSpPr>
              <p:cxnSp>
                <p:nvCxnSpPr>
                  <p:cNvPr id="99" name="Conector de Seta Reta 98">
                    <a:extLst>
                      <a:ext uri="{FF2B5EF4-FFF2-40B4-BE49-F238E27FC236}">
                        <a16:creationId xmlns:a16="http://schemas.microsoft.com/office/drawing/2014/main" id="{6E433578-D06C-4ED9-81CC-61646E03A69A}"/>
                      </a:ext>
                    </a:extLst>
                  </p:cNvPr>
                  <p:cNvCxnSpPr>
                    <a:cxnSpLocks/>
                  </p:cNvCxnSpPr>
                  <p:nvPr/>
                </p:nvCxnSpPr>
                <p:spPr>
                  <a:xfrm flipH="1">
                    <a:off x="7680244" y="2174892"/>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ector de Seta Reta 99">
                    <a:extLst>
                      <a:ext uri="{FF2B5EF4-FFF2-40B4-BE49-F238E27FC236}">
                        <a16:creationId xmlns:a16="http://schemas.microsoft.com/office/drawing/2014/main" id="{C3BF1B63-8A67-2952-ADB9-640C5023194D}"/>
                      </a:ext>
                    </a:extLst>
                  </p:cNvPr>
                  <p:cNvCxnSpPr>
                    <a:cxnSpLocks/>
                  </p:cNvCxnSpPr>
                  <p:nvPr/>
                </p:nvCxnSpPr>
                <p:spPr>
                  <a:xfrm flipH="1">
                    <a:off x="7819039" y="2233630"/>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1" name="Conector de Seta Reta 100">
                    <a:extLst>
                      <a:ext uri="{FF2B5EF4-FFF2-40B4-BE49-F238E27FC236}">
                        <a16:creationId xmlns:a16="http://schemas.microsoft.com/office/drawing/2014/main" id="{021B00EC-64A6-391C-6ACC-79F6CCE95000}"/>
                      </a:ext>
                    </a:extLst>
                  </p:cNvPr>
                  <p:cNvCxnSpPr>
                    <a:cxnSpLocks/>
                  </p:cNvCxnSpPr>
                  <p:nvPr/>
                </p:nvCxnSpPr>
                <p:spPr>
                  <a:xfrm flipH="1">
                    <a:off x="7931360" y="2293015"/>
                    <a:ext cx="2293390" cy="403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Conector de Seta Reta 101">
                    <a:extLst>
                      <a:ext uri="{FF2B5EF4-FFF2-40B4-BE49-F238E27FC236}">
                        <a16:creationId xmlns:a16="http://schemas.microsoft.com/office/drawing/2014/main" id="{E28AF4FD-C305-0C68-8F47-DFAB12D5B0DE}"/>
                      </a:ext>
                    </a:extLst>
                  </p:cNvPr>
                  <p:cNvCxnSpPr>
                    <a:cxnSpLocks/>
                  </p:cNvCxnSpPr>
                  <p:nvPr/>
                </p:nvCxnSpPr>
                <p:spPr>
                  <a:xfrm flipH="1">
                    <a:off x="8025243" y="2375575"/>
                    <a:ext cx="2310142" cy="3919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ector de Seta Reta 102">
                    <a:extLst>
                      <a:ext uri="{FF2B5EF4-FFF2-40B4-BE49-F238E27FC236}">
                        <a16:creationId xmlns:a16="http://schemas.microsoft.com/office/drawing/2014/main" id="{47299D12-A30A-36B2-36E2-39A7AF67B5B3}"/>
                      </a:ext>
                    </a:extLst>
                  </p:cNvPr>
                  <p:cNvCxnSpPr>
                    <a:cxnSpLocks/>
                  </p:cNvCxnSpPr>
                  <p:nvPr/>
                </p:nvCxnSpPr>
                <p:spPr>
                  <a:xfrm flipH="1">
                    <a:off x="8103549" y="2451206"/>
                    <a:ext cx="2310108" cy="398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Conector de Seta Reta 103">
                    <a:extLst>
                      <a:ext uri="{FF2B5EF4-FFF2-40B4-BE49-F238E27FC236}">
                        <a16:creationId xmlns:a16="http://schemas.microsoft.com/office/drawing/2014/main" id="{504DC4A4-EA7D-5391-9893-5AACC484FE09}"/>
                      </a:ext>
                    </a:extLst>
                  </p:cNvPr>
                  <p:cNvCxnSpPr>
                    <a:cxnSpLocks/>
                  </p:cNvCxnSpPr>
                  <p:nvPr/>
                </p:nvCxnSpPr>
                <p:spPr>
                  <a:xfrm flipH="1">
                    <a:off x="8167447" y="2538536"/>
                    <a:ext cx="2317901" cy="404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Conector de Seta Reta 104">
                    <a:extLst>
                      <a:ext uri="{FF2B5EF4-FFF2-40B4-BE49-F238E27FC236}">
                        <a16:creationId xmlns:a16="http://schemas.microsoft.com/office/drawing/2014/main" id="{8F624F9F-A39F-8A22-2622-F5B02DACC052}"/>
                      </a:ext>
                    </a:extLst>
                  </p:cNvPr>
                  <p:cNvCxnSpPr>
                    <a:cxnSpLocks/>
                  </p:cNvCxnSpPr>
                  <p:nvPr/>
                </p:nvCxnSpPr>
                <p:spPr>
                  <a:xfrm flipH="1">
                    <a:off x="8212074" y="2647891"/>
                    <a:ext cx="2333521" cy="403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ector de Seta Reta 105">
                    <a:extLst>
                      <a:ext uri="{FF2B5EF4-FFF2-40B4-BE49-F238E27FC236}">
                        <a16:creationId xmlns:a16="http://schemas.microsoft.com/office/drawing/2014/main" id="{2FC21A2A-BA5A-8069-743B-5FE245B8C9BB}"/>
                      </a:ext>
                    </a:extLst>
                  </p:cNvPr>
                  <p:cNvCxnSpPr>
                    <a:cxnSpLocks/>
                  </p:cNvCxnSpPr>
                  <p:nvPr/>
                </p:nvCxnSpPr>
                <p:spPr>
                  <a:xfrm flipH="1">
                    <a:off x="8254685" y="2748740"/>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107" name="Conector de Seta Reta 106">
                  <a:extLst>
                    <a:ext uri="{FF2B5EF4-FFF2-40B4-BE49-F238E27FC236}">
                      <a16:creationId xmlns:a16="http://schemas.microsoft.com/office/drawing/2014/main" id="{AE7B0239-49ED-191A-3255-FCFC6659C93A}"/>
                    </a:ext>
                  </a:extLst>
                </p:cNvPr>
                <p:cNvCxnSpPr>
                  <a:cxnSpLocks/>
                </p:cNvCxnSpPr>
                <p:nvPr/>
              </p:nvCxnSpPr>
              <p:spPr>
                <a:xfrm rot="20424645" flipH="1" flipV="1">
                  <a:off x="8273232" y="2858788"/>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09" name="CaixaDeTexto 108">
                    <a:extLst>
                      <a:ext uri="{FF2B5EF4-FFF2-40B4-BE49-F238E27FC236}">
                        <a16:creationId xmlns:a16="http://schemas.microsoft.com/office/drawing/2014/main" id="{A0B8D4DE-F9F8-F6D5-C61C-8C1B816CBBFD}"/>
                      </a:ext>
                    </a:extLst>
                  </p:cNvPr>
                  <p:cNvSpPr txBox="1"/>
                  <p:nvPr/>
                </p:nvSpPr>
                <p:spPr>
                  <a:xfrm>
                    <a:off x="7956792" y="1844880"/>
                    <a:ext cx="4237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1" i="1" smtClean="0">
                                  <a:latin typeface="Cambria Math" panose="02040503050406030204" pitchFamily="18" charset="0"/>
                                </a:rPr>
                                <m:t>𝑱</m:t>
                              </m:r>
                            </m:e>
                            <m:sub>
                              <m:r>
                                <a:rPr lang="pt-BR" b="0" i="1" smtClean="0">
                                  <a:latin typeface="Cambria Math" panose="02040503050406030204" pitchFamily="18" charset="0"/>
                                </a:rPr>
                                <m:t>𝑠</m:t>
                              </m:r>
                            </m:sub>
                          </m:sSub>
                        </m:oMath>
                      </m:oMathPara>
                    </a14:m>
                    <a:endParaRPr lang="pt-BR"/>
                  </a:p>
                </p:txBody>
              </p:sp>
            </mc:Choice>
            <mc:Fallback xmlns="">
              <p:sp>
                <p:nvSpPr>
                  <p:cNvPr id="109" name="CaixaDeTexto 108">
                    <a:extLst>
                      <a:ext uri="{FF2B5EF4-FFF2-40B4-BE49-F238E27FC236}">
                        <a16:creationId xmlns:a16="http://schemas.microsoft.com/office/drawing/2014/main" id="{A0B8D4DE-F9F8-F6D5-C61C-8C1B816CBBFD}"/>
                      </a:ext>
                    </a:extLst>
                  </p:cNvPr>
                  <p:cNvSpPr txBox="1">
                    <a:spLocks noRot="1" noChangeAspect="1" noMove="1" noResize="1" noEditPoints="1" noAdjustHandles="1" noChangeArrowheads="1" noChangeShapeType="1" noTextEdit="1"/>
                  </p:cNvSpPr>
                  <p:nvPr/>
                </p:nvSpPr>
                <p:spPr>
                  <a:xfrm>
                    <a:off x="7956792" y="1844880"/>
                    <a:ext cx="423706" cy="369332"/>
                  </a:xfrm>
                  <a:prstGeom prst="rect">
                    <a:avLst/>
                  </a:prstGeom>
                  <a:blipFill>
                    <a:blip r:embed="rId2"/>
                    <a:stretch>
                      <a:fillRect b="-10000"/>
                    </a:stretch>
                  </a:blipFill>
                </p:spPr>
                <p:txBody>
                  <a:bodyPr/>
                  <a:lstStyle/>
                  <a:p>
                    <a:r>
                      <a:rPr lang="pt-BR">
                        <a:noFill/>
                      </a:rPr>
                      <a:t> </a:t>
                    </a:r>
                  </a:p>
                </p:txBody>
              </p:sp>
            </mc:Fallback>
          </mc:AlternateContent>
        </p:grpSp>
        <p:sp>
          <p:nvSpPr>
            <p:cNvPr id="111" name="Elipse 110">
              <a:extLst>
                <a:ext uri="{FF2B5EF4-FFF2-40B4-BE49-F238E27FC236}">
                  <a16:creationId xmlns:a16="http://schemas.microsoft.com/office/drawing/2014/main" id="{7C216A02-B435-36DA-252F-00C5C38A1964}"/>
                </a:ext>
              </a:extLst>
            </p:cNvPr>
            <p:cNvSpPr/>
            <p:nvPr/>
          </p:nvSpPr>
          <p:spPr>
            <a:xfrm>
              <a:off x="8904312" y="2172838"/>
              <a:ext cx="1709459" cy="1668151"/>
            </a:xfrm>
            <a:prstGeom prst="ellipse">
              <a:avLst/>
            </a:prstGeom>
            <a:noFill/>
            <a:ln w="19050">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12" name="CaixaDeTexto 111">
                  <a:extLst>
                    <a:ext uri="{FF2B5EF4-FFF2-40B4-BE49-F238E27FC236}">
                      <a16:creationId xmlns:a16="http://schemas.microsoft.com/office/drawing/2014/main" id="{3F352A01-A99C-14D5-D842-992304D7CA8B}"/>
                    </a:ext>
                  </a:extLst>
                </p:cNvPr>
                <p:cNvSpPr txBox="1"/>
                <p:nvPr/>
              </p:nvSpPr>
              <p:spPr>
                <a:xfrm>
                  <a:off x="7576399" y="4318997"/>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112" name="CaixaDeTexto 111">
                  <a:extLst>
                    <a:ext uri="{FF2B5EF4-FFF2-40B4-BE49-F238E27FC236}">
                      <a16:creationId xmlns:a16="http://schemas.microsoft.com/office/drawing/2014/main" id="{3F352A01-A99C-14D5-D842-992304D7CA8B}"/>
                    </a:ext>
                  </a:extLst>
                </p:cNvPr>
                <p:cNvSpPr txBox="1">
                  <a:spLocks noRot="1" noChangeAspect="1" noMove="1" noResize="1" noEditPoints="1" noAdjustHandles="1" noChangeArrowheads="1" noChangeShapeType="1" noTextEdit="1"/>
                </p:cNvSpPr>
                <p:nvPr/>
              </p:nvSpPr>
              <p:spPr>
                <a:xfrm>
                  <a:off x="7576399" y="4318997"/>
                  <a:ext cx="760785" cy="369332"/>
                </a:xfrm>
                <a:prstGeom prst="rect">
                  <a:avLst/>
                </a:prstGeom>
                <a:blipFill>
                  <a:blip r:embed="rId3"/>
                  <a:stretch>
                    <a:fillRect b="-3279"/>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113" name="CaixaDeTexto 112">
                <a:extLst>
                  <a:ext uri="{FF2B5EF4-FFF2-40B4-BE49-F238E27FC236}">
                    <a16:creationId xmlns:a16="http://schemas.microsoft.com/office/drawing/2014/main" id="{99301731-8175-DC00-83D2-9192C0FCFDF9}"/>
                  </a:ext>
                </a:extLst>
              </p:cNvPr>
              <p:cNvSpPr txBox="1"/>
              <p:nvPr/>
            </p:nvSpPr>
            <p:spPr>
              <a:xfrm>
                <a:off x="7105981" y="3476877"/>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113" name="CaixaDeTexto 112">
                <a:extLst>
                  <a:ext uri="{FF2B5EF4-FFF2-40B4-BE49-F238E27FC236}">
                    <a16:creationId xmlns:a16="http://schemas.microsoft.com/office/drawing/2014/main" id="{99301731-8175-DC00-83D2-9192C0FCFDF9}"/>
                  </a:ext>
                </a:extLst>
              </p:cNvPr>
              <p:cNvSpPr txBox="1">
                <a:spLocks noRot="1" noChangeAspect="1" noMove="1" noResize="1" noEditPoints="1" noAdjustHandles="1" noChangeArrowheads="1" noChangeShapeType="1" noTextEdit="1"/>
              </p:cNvSpPr>
              <p:nvPr/>
            </p:nvSpPr>
            <p:spPr>
              <a:xfrm>
                <a:off x="7105981" y="3476877"/>
                <a:ext cx="760785" cy="369332"/>
              </a:xfrm>
              <a:prstGeom prst="rect">
                <a:avLst/>
              </a:prstGeom>
              <a:blipFill>
                <a:blip r:embed="rId4"/>
                <a:stretch>
                  <a:fillRect b="-3279"/>
                </a:stretch>
              </a:blipFill>
            </p:spPr>
            <p:txBody>
              <a:bodyPr/>
              <a:lstStyle/>
              <a:p>
                <a:r>
                  <a:rPr lang="pt-BR">
                    <a:noFill/>
                  </a:rPr>
                  <a:t> </a:t>
                </a:r>
              </a:p>
            </p:txBody>
          </p:sp>
        </mc:Fallback>
      </mc:AlternateContent>
      <p:grpSp>
        <p:nvGrpSpPr>
          <p:cNvPr id="114" name="Agrupar 113">
            <a:extLst>
              <a:ext uri="{FF2B5EF4-FFF2-40B4-BE49-F238E27FC236}">
                <a16:creationId xmlns:a16="http://schemas.microsoft.com/office/drawing/2014/main" id="{08044F5F-3210-63D8-02CE-D5A3CBBD3E15}"/>
              </a:ext>
            </a:extLst>
          </p:cNvPr>
          <p:cNvGrpSpPr/>
          <p:nvPr/>
        </p:nvGrpSpPr>
        <p:grpSpPr>
          <a:xfrm>
            <a:off x="1248002" y="2373103"/>
            <a:ext cx="4049719" cy="2307987"/>
            <a:chOff x="1248002" y="2373103"/>
            <a:chExt cx="4049719" cy="2307987"/>
          </a:xfrm>
        </p:grpSpPr>
        <p:grpSp>
          <p:nvGrpSpPr>
            <p:cNvPr id="66" name="Agrupar 65">
              <a:extLst>
                <a:ext uri="{FF2B5EF4-FFF2-40B4-BE49-F238E27FC236}">
                  <a16:creationId xmlns:a16="http://schemas.microsoft.com/office/drawing/2014/main" id="{720F35AE-E66D-426D-EEF9-0E510B044415}"/>
                </a:ext>
              </a:extLst>
            </p:cNvPr>
            <p:cNvGrpSpPr/>
            <p:nvPr/>
          </p:nvGrpSpPr>
          <p:grpSpPr>
            <a:xfrm>
              <a:off x="1248002" y="2373103"/>
              <a:ext cx="4049719" cy="2088232"/>
              <a:chOff x="1307468" y="2348880"/>
              <a:chExt cx="4049719" cy="2088232"/>
            </a:xfrm>
          </p:grpSpPr>
          <p:sp>
            <p:nvSpPr>
              <p:cNvPr id="50" name="Forma Livre: Forma 49">
                <a:extLst>
                  <a:ext uri="{FF2B5EF4-FFF2-40B4-BE49-F238E27FC236}">
                    <a16:creationId xmlns:a16="http://schemas.microsoft.com/office/drawing/2014/main" id="{B1D9E2B8-90BA-D0E2-EC54-7CA2C170D9F4}"/>
                  </a:ext>
                </a:extLst>
              </p:cNvPr>
              <p:cNvSpPr/>
              <p:nvPr/>
            </p:nvSpPr>
            <p:spPr>
              <a:xfrm>
                <a:off x="2187574" y="2355849"/>
                <a:ext cx="3159125" cy="2009775"/>
              </a:xfrm>
              <a:custGeom>
                <a:avLst/>
                <a:gdLst>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50875 w 3086100"/>
                  <a:gd name="connsiteY23" fmla="*/ 752475 h 1993900"/>
                  <a:gd name="connsiteX24" fmla="*/ 584200 w 3086100"/>
                  <a:gd name="connsiteY24" fmla="*/ 676275 h 1993900"/>
                  <a:gd name="connsiteX25" fmla="*/ 565150 w 3086100"/>
                  <a:gd name="connsiteY25" fmla="*/ 6540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65150 w 3086100"/>
                  <a:gd name="connsiteY25" fmla="*/ 6540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55600 w 3086100"/>
                  <a:gd name="connsiteY27" fmla="*/ 48260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55600 w 3086100"/>
                  <a:gd name="connsiteY27" fmla="*/ 482600 h 1993900"/>
                  <a:gd name="connsiteX28" fmla="*/ 231775 w 3086100"/>
                  <a:gd name="connsiteY28" fmla="*/ 444500 h 1993900"/>
                  <a:gd name="connsiteX29" fmla="*/ 82550 w 3086100"/>
                  <a:gd name="connsiteY29" fmla="*/ 371475 h 1993900"/>
                  <a:gd name="connsiteX30" fmla="*/ 0 w 3086100"/>
                  <a:gd name="connsiteY30" fmla="*/ 361950 h 1993900"/>
                  <a:gd name="connsiteX0" fmla="*/ 0 w 3035300"/>
                  <a:gd name="connsiteY0" fmla="*/ 346075 h 1993900"/>
                  <a:gd name="connsiteX1" fmla="*/ 2149475 w 3035300"/>
                  <a:gd name="connsiteY1" fmla="*/ 0 h 1993900"/>
                  <a:gd name="connsiteX2" fmla="*/ 2346325 w 3035300"/>
                  <a:gd name="connsiteY2" fmla="*/ 12700 h 1993900"/>
                  <a:gd name="connsiteX3" fmla="*/ 2527300 w 3035300"/>
                  <a:gd name="connsiteY3" fmla="*/ 60325 h 1993900"/>
                  <a:gd name="connsiteX4" fmla="*/ 2705100 w 3035300"/>
                  <a:gd name="connsiteY4" fmla="*/ 155575 h 1993900"/>
                  <a:gd name="connsiteX5" fmla="*/ 2873375 w 3035300"/>
                  <a:gd name="connsiteY5" fmla="*/ 317500 h 1993900"/>
                  <a:gd name="connsiteX6" fmla="*/ 2981325 w 3035300"/>
                  <a:gd name="connsiteY6" fmla="*/ 498475 h 1993900"/>
                  <a:gd name="connsiteX7" fmla="*/ 3035300 w 3035300"/>
                  <a:gd name="connsiteY7" fmla="*/ 723900 h 1993900"/>
                  <a:gd name="connsiteX8" fmla="*/ 3035300 w 3035300"/>
                  <a:gd name="connsiteY8" fmla="*/ 946150 h 1993900"/>
                  <a:gd name="connsiteX9" fmla="*/ 2962275 w 3035300"/>
                  <a:gd name="connsiteY9" fmla="*/ 1162050 h 1993900"/>
                  <a:gd name="connsiteX10" fmla="*/ 2879725 w 3035300"/>
                  <a:gd name="connsiteY10" fmla="*/ 1298575 h 1993900"/>
                  <a:gd name="connsiteX11" fmla="*/ 2733675 w 3035300"/>
                  <a:gd name="connsiteY11" fmla="*/ 1463675 h 1993900"/>
                  <a:gd name="connsiteX12" fmla="*/ 2517775 w 3035300"/>
                  <a:gd name="connsiteY12" fmla="*/ 1574800 h 1993900"/>
                  <a:gd name="connsiteX13" fmla="*/ 2501900 w 3035300"/>
                  <a:gd name="connsiteY13" fmla="*/ 1597025 h 1993900"/>
                  <a:gd name="connsiteX14" fmla="*/ 2374900 w 3035300"/>
                  <a:gd name="connsiteY14" fmla="*/ 1619250 h 1993900"/>
                  <a:gd name="connsiteX15" fmla="*/ 244475 w 3035300"/>
                  <a:gd name="connsiteY15" fmla="*/ 1993900 h 1993900"/>
                  <a:gd name="connsiteX16" fmla="*/ 415925 w 3035300"/>
                  <a:gd name="connsiteY16" fmla="*/ 1889125 h 1993900"/>
                  <a:gd name="connsiteX17" fmla="*/ 587375 w 3035300"/>
                  <a:gd name="connsiteY17" fmla="*/ 1698625 h 1993900"/>
                  <a:gd name="connsiteX18" fmla="*/ 714375 w 3035300"/>
                  <a:gd name="connsiteY18" fmla="*/ 1362075 h 1993900"/>
                  <a:gd name="connsiteX19" fmla="*/ 720725 w 3035300"/>
                  <a:gd name="connsiteY19" fmla="*/ 1260475 h 1993900"/>
                  <a:gd name="connsiteX20" fmla="*/ 708025 w 3035300"/>
                  <a:gd name="connsiteY20" fmla="*/ 1196975 h 1993900"/>
                  <a:gd name="connsiteX21" fmla="*/ 733425 w 3035300"/>
                  <a:gd name="connsiteY21" fmla="*/ 1216025 h 1993900"/>
                  <a:gd name="connsiteX22" fmla="*/ 708025 w 3035300"/>
                  <a:gd name="connsiteY22" fmla="*/ 1041400 h 1993900"/>
                  <a:gd name="connsiteX23" fmla="*/ 584200 w 3035300"/>
                  <a:gd name="connsiteY23" fmla="*/ 781050 h 1993900"/>
                  <a:gd name="connsiteX24" fmla="*/ 533400 w 3035300"/>
                  <a:gd name="connsiteY24" fmla="*/ 676275 h 1993900"/>
                  <a:gd name="connsiteX25" fmla="*/ 482600 w 3035300"/>
                  <a:gd name="connsiteY25" fmla="*/ 641350 h 1993900"/>
                  <a:gd name="connsiteX26" fmla="*/ 400050 w 3035300"/>
                  <a:gd name="connsiteY26" fmla="*/ 558800 h 1993900"/>
                  <a:gd name="connsiteX27" fmla="*/ 304800 w 3035300"/>
                  <a:gd name="connsiteY27" fmla="*/ 482600 h 1993900"/>
                  <a:gd name="connsiteX28" fmla="*/ 180975 w 3035300"/>
                  <a:gd name="connsiteY28" fmla="*/ 444500 h 1993900"/>
                  <a:gd name="connsiteX29" fmla="*/ 31750 w 3035300"/>
                  <a:gd name="connsiteY29" fmla="*/ 371475 h 1993900"/>
                  <a:gd name="connsiteX30" fmla="*/ 0 w 3035300"/>
                  <a:gd name="connsiteY30" fmla="*/ 3460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44500 h 1993900"/>
                  <a:gd name="connsiteX29" fmla="*/ 149225 w 3152775"/>
                  <a:gd name="connsiteY29" fmla="*/ 37147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44500 h 1993900"/>
                  <a:gd name="connsiteX29" fmla="*/ 120650 w 3152775"/>
                  <a:gd name="connsiteY29" fmla="*/ 37782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22275 h 1993900"/>
                  <a:gd name="connsiteX29" fmla="*/ 120650 w 3152775"/>
                  <a:gd name="connsiteY29" fmla="*/ 37782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22325 w 3152775"/>
                  <a:gd name="connsiteY21" fmla="*/ 11144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22275 h 1993900"/>
                  <a:gd name="connsiteX29" fmla="*/ 120650 w 3152775"/>
                  <a:gd name="connsiteY29" fmla="*/ 377825 h 1993900"/>
                  <a:gd name="connsiteX30" fmla="*/ 0 w 3152775"/>
                  <a:gd name="connsiteY30" fmla="*/ 358775 h 1993900"/>
                  <a:gd name="connsiteX0" fmla="*/ 0 w 3152775"/>
                  <a:gd name="connsiteY0" fmla="*/ 358775 h 1971675"/>
                  <a:gd name="connsiteX1" fmla="*/ 2266950 w 3152775"/>
                  <a:gd name="connsiteY1" fmla="*/ 0 h 1971675"/>
                  <a:gd name="connsiteX2" fmla="*/ 2463800 w 3152775"/>
                  <a:gd name="connsiteY2" fmla="*/ 12700 h 1971675"/>
                  <a:gd name="connsiteX3" fmla="*/ 2644775 w 3152775"/>
                  <a:gd name="connsiteY3" fmla="*/ 60325 h 1971675"/>
                  <a:gd name="connsiteX4" fmla="*/ 2822575 w 3152775"/>
                  <a:gd name="connsiteY4" fmla="*/ 155575 h 1971675"/>
                  <a:gd name="connsiteX5" fmla="*/ 2990850 w 3152775"/>
                  <a:gd name="connsiteY5" fmla="*/ 317500 h 1971675"/>
                  <a:gd name="connsiteX6" fmla="*/ 3098800 w 3152775"/>
                  <a:gd name="connsiteY6" fmla="*/ 498475 h 1971675"/>
                  <a:gd name="connsiteX7" fmla="*/ 3152775 w 3152775"/>
                  <a:gd name="connsiteY7" fmla="*/ 723900 h 1971675"/>
                  <a:gd name="connsiteX8" fmla="*/ 3152775 w 3152775"/>
                  <a:gd name="connsiteY8" fmla="*/ 946150 h 1971675"/>
                  <a:gd name="connsiteX9" fmla="*/ 3079750 w 3152775"/>
                  <a:gd name="connsiteY9" fmla="*/ 1162050 h 1971675"/>
                  <a:gd name="connsiteX10" fmla="*/ 2997200 w 3152775"/>
                  <a:gd name="connsiteY10" fmla="*/ 1298575 h 1971675"/>
                  <a:gd name="connsiteX11" fmla="*/ 2851150 w 3152775"/>
                  <a:gd name="connsiteY11" fmla="*/ 1463675 h 1971675"/>
                  <a:gd name="connsiteX12" fmla="*/ 2635250 w 3152775"/>
                  <a:gd name="connsiteY12" fmla="*/ 1574800 h 1971675"/>
                  <a:gd name="connsiteX13" fmla="*/ 2619375 w 3152775"/>
                  <a:gd name="connsiteY13" fmla="*/ 1597025 h 1971675"/>
                  <a:gd name="connsiteX14" fmla="*/ 2492375 w 3152775"/>
                  <a:gd name="connsiteY14" fmla="*/ 1619250 h 1971675"/>
                  <a:gd name="connsiteX15" fmla="*/ 381000 w 3152775"/>
                  <a:gd name="connsiteY15" fmla="*/ 1971675 h 1971675"/>
                  <a:gd name="connsiteX16" fmla="*/ 533400 w 3152775"/>
                  <a:gd name="connsiteY16" fmla="*/ 1889125 h 1971675"/>
                  <a:gd name="connsiteX17" fmla="*/ 704850 w 3152775"/>
                  <a:gd name="connsiteY17" fmla="*/ 1698625 h 1971675"/>
                  <a:gd name="connsiteX18" fmla="*/ 831850 w 3152775"/>
                  <a:gd name="connsiteY18" fmla="*/ 1362075 h 1971675"/>
                  <a:gd name="connsiteX19" fmla="*/ 838200 w 3152775"/>
                  <a:gd name="connsiteY19" fmla="*/ 1260475 h 1971675"/>
                  <a:gd name="connsiteX20" fmla="*/ 825500 w 3152775"/>
                  <a:gd name="connsiteY20" fmla="*/ 1196975 h 1971675"/>
                  <a:gd name="connsiteX21" fmla="*/ 822325 w 3152775"/>
                  <a:gd name="connsiteY21" fmla="*/ 1114425 h 1971675"/>
                  <a:gd name="connsiteX22" fmla="*/ 825500 w 3152775"/>
                  <a:gd name="connsiteY22" fmla="*/ 1041400 h 1971675"/>
                  <a:gd name="connsiteX23" fmla="*/ 701675 w 3152775"/>
                  <a:gd name="connsiteY23" fmla="*/ 781050 h 1971675"/>
                  <a:gd name="connsiteX24" fmla="*/ 650875 w 3152775"/>
                  <a:gd name="connsiteY24" fmla="*/ 676275 h 1971675"/>
                  <a:gd name="connsiteX25" fmla="*/ 600075 w 3152775"/>
                  <a:gd name="connsiteY25" fmla="*/ 641350 h 1971675"/>
                  <a:gd name="connsiteX26" fmla="*/ 517525 w 3152775"/>
                  <a:gd name="connsiteY26" fmla="*/ 558800 h 1971675"/>
                  <a:gd name="connsiteX27" fmla="*/ 422275 w 3152775"/>
                  <a:gd name="connsiteY27" fmla="*/ 482600 h 1971675"/>
                  <a:gd name="connsiteX28" fmla="*/ 298450 w 3152775"/>
                  <a:gd name="connsiteY28" fmla="*/ 422275 h 1971675"/>
                  <a:gd name="connsiteX29" fmla="*/ 120650 w 3152775"/>
                  <a:gd name="connsiteY29" fmla="*/ 377825 h 1971675"/>
                  <a:gd name="connsiteX30" fmla="*/ 0 w 3152775"/>
                  <a:gd name="connsiteY30" fmla="*/ 358775 h 197167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635250 w 3152775"/>
                  <a:gd name="connsiteY12" fmla="*/ 1574800 h 2003425"/>
                  <a:gd name="connsiteX13" fmla="*/ 2619375 w 3152775"/>
                  <a:gd name="connsiteY13" fmla="*/ 1597025 h 2003425"/>
                  <a:gd name="connsiteX14" fmla="*/ 2492375 w 3152775"/>
                  <a:gd name="connsiteY14" fmla="*/ 161925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635250 w 3152775"/>
                  <a:gd name="connsiteY12" fmla="*/ 157480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3000375 w 3152775"/>
                  <a:gd name="connsiteY10" fmla="*/ 1308100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98800 w 3152775"/>
                  <a:gd name="connsiteY9" fmla="*/ 1133475 h 2003425"/>
                  <a:gd name="connsiteX10" fmla="*/ 3000375 w 3152775"/>
                  <a:gd name="connsiteY10" fmla="*/ 1308100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9125"/>
                  <a:gd name="connsiteY0" fmla="*/ 358775 h 2003425"/>
                  <a:gd name="connsiteX1" fmla="*/ 2266950 w 3159125"/>
                  <a:gd name="connsiteY1" fmla="*/ 0 h 2003425"/>
                  <a:gd name="connsiteX2" fmla="*/ 2463800 w 3159125"/>
                  <a:gd name="connsiteY2" fmla="*/ 1270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2775 w 3159125"/>
                  <a:gd name="connsiteY7" fmla="*/ 72390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58775 h 2003425"/>
                  <a:gd name="connsiteX1" fmla="*/ 2266950 w 3159125"/>
                  <a:gd name="connsiteY1" fmla="*/ 0 h 2003425"/>
                  <a:gd name="connsiteX2" fmla="*/ 2463800 w 3159125"/>
                  <a:gd name="connsiteY2" fmla="*/ 1270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5950 w 3159125"/>
                  <a:gd name="connsiteY7" fmla="*/ 67945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58775 h 2003425"/>
                  <a:gd name="connsiteX1" fmla="*/ 2266950 w 3159125"/>
                  <a:gd name="connsiteY1" fmla="*/ 0 h 2003425"/>
                  <a:gd name="connsiteX2" fmla="*/ 2473325 w 3159125"/>
                  <a:gd name="connsiteY2" fmla="*/ 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5950 w 3159125"/>
                  <a:gd name="connsiteY7" fmla="*/ 67945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65125 h 2009775"/>
                  <a:gd name="connsiteX1" fmla="*/ 2251075 w 3159125"/>
                  <a:gd name="connsiteY1" fmla="*/ 0 h 2009775"/>
                  <a:gd name="connsiteX2" fmla="*/ 2473325 w 3159125"/>
                  <a:gd name="connsiteY2" fmla="*/ 6350 h 2009775"/>
                  <a:gd name="connsiteX3" fmla="*/ 2644775 w 3159125"/>
                  <a:gd name="connsiteY3" fmla="*/ 66675 h 2009775"/>
                  <a:gd name="connsiteX4" fmla="*/ 2822575 w 3159125"/>
                  <a:gd name="connsiteY4" fmla="*/ 161925 h 2009775"/>
                  <a:gd name="connsiteX5" fmla="*/ 2990850 w 3159125"/>
                  <a:gd name="connsiteY5" fmla="*/ 323850 h 2009775"/>
                  <a:gd name="connsiteX6" fmla="*/ 3098800 w 3159125"/>
                  <a:gd name="connsiteY6" fmla="*/ 504825 h 2009775"/>
                  <a:gd name="connsiteX7" fmla="*/ 3155950 w 3159125"/>
                  <a:gd name="connsiteY7" fmla="*/ 685800 h 2009775"/>
                  <a:gd name="connsiteX8" fmla="*/ 3159125 w 3159125"/>
                  <a:gd name="connsiteY8" fmla="*/ 939800 h 2009775"/>
                  <a:gd name="connsiteX9" fmla="*/ 3098800 w 3159125"/>
                  <a:gd name="connsiteY9" fmla="*/ 1139825 h 2009775"/>
                  <a:gd name="connsiteX10" fmla="*/ 3000375 w 3159125"/>
                  <a:gd name="connsiteY10" fmla="*/ 1314450 h 2009775"/>
                  <a:gd name="connsiteX11" fmla="*/ 2851150 w 3159125"/>
                  <a:gd name="connsiteY11" fmla="*/ 1470025 h 2009775"/>
                  <a:gd name="connsiteX12" fmla="*/ 2752725 w 3159125"/>
                  <a:gd name="connsiteY12" fmla="*/ 1536700 h 2009775"/>
                  <a:gd name="connsiteX13" fmla="*/ 2619375 w 3159125"/>
                  <a:gd name="connsiteY13" fmla="*/ 1603375 h 2009775"/>
                  <a:gd name="connsiteX14" fmla="*/ 2489200 w 3159125"/>
                  <a:gd name="connsiteY14" fmla="*/ 1644650 h 2009775"/>
                  <a:gd name="connsiteX15" fmla="*/ 342900 w 3159125"/>
                  <a:gd name="connsiteY15" fmla="*/ 2009775 h 2009775"/>
                  <a:gd name="connsiteX16" fmla="*/ 533400 w 3159125"/>
                  <a:gd name="connsiteY16" fmla="*/ 1895475 h 2009775"/>
                  <a:gd name="connsiteX17" fmla="*/ 704850 w 3159125"/>
                  <a:gd name="connsiteY17" fmla="*/ 1704975 h 2009775"/>
                  <a:gd name="connsiteX18" fmla="*/ 831850 w 3159125"/>
                  <a:gd name="connsiteY18" fmla="*/ 1368425 h 2009775"/>
                  <a:gd name="connsiteX19" fmla="*/ 838200 w 3159125"/>
                  <a:gd name="connsiteY19" fmla="*/ 1266825 h 2009775"/>
                  <a:gd name="connsiteX20" fmla="*/ 825500 w 3159125"/>
                  <a:gd name="connsiteY20" fmla="*/ 1203325 h 2009775"/>
                  <a:gd name="connsiteX21" fmla="*/ 822325 w 3159125"/>
                  <a:gd name="connsiteY21" fmla="*/ 1120775 h 2009775"/>
                  <a:gd name="connsiteX22" fmla="*/ 825500 w 3159125"/>
                  <a:gd name="connsiteY22" fmla="*/ 1047750 h 2009775"/>
                  <a:gd name="connsiteX23" fmla="*/ 701675 w 3159125"/>
                  <a:gd name="connsiteY23" fmla="*/ 787400 h 2009775"/>
                  <a:gd name="connsiteX24" fmla="*/ 650875 w 3159125"/>
                  <a:gd name="connsiteY24" fmla="*/ 682625 h 2009775"/>
                  <a:gd name="connsiteX25" fmla="*/ 600075 w 3159125"/>
                  <a:gd name="connsiteY25" fmla="*/ 647700 h 2009775"/>
                  <a:gd name="connsiteX26" fmla="*/ 517525 w 3159125"/>
                  <a:gd name="connsiteY26" fmla="*/ 565150 h 2009775"/>
                  <a:gd name="connsiteX27" fmla="*/ 422275 w 3159125"/>
                  <a:gd name="connsiteY27" fmla="*/ 488950 h 2009775"/>
                  <a:gd name="connsiteX28" fmla="*/ 298450 w 3159125"/>
                  <a:gd name="connsiteY28" fmla="*/ 428625 h 2009775"/>
                  <a:gd name="connsiteX29" fmla="*/ 120650 w 3159125"/>
                  <a:gd name="connsiteY29" fmla="*/ 384175 h 2009775"/>
                  <a:gd name="connsiteX30" fmla="*/ 0 w 3159125"/>
                  <a:gd name="connsiteY30" fmla="*/ 365125 h 2009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59125" h="2009775">
                    <a:moveTo>
                      <a:pt x="0" y="365125"/>
                    </a:moveTo>
                    <a:lnTo>
                      <a:pt x="2251075" y="0"/>
                    </a:lnTo>
                    <a:lnTo>
                      <a:pt x="2473325" y="6350"/>
                    </a:lnTo>
                    <a:lnTo>
                      <a:pt x="2644775" y="66675"/>
                    </a:lnTo>
                    <a:lnTo>
                      <a:pt x="2822575" y="161925"/>
                    </a:lnTo>
                    <a:lnTo>
                      <a:pt x="2990850" y="323850"/>
                    </a:lnTo>
                    <a:lnTo>
                      <a:pt x="3098800" y="504825"/>
                    </a:lnTo>
                    <a:lnTo>
                      <a:pt x="3155950" y="685800"/>
                    </a:lnTo>
                    <a:cubicBezTo>
                      <a:pt x="3157008" y="770467"/>
                      <a:pt x="3158067" y="855133"/>
                      <a:pt x="3159125" y="939800"/>
                    </a:cubicBezTo>
                    <a:lnTo>
                      <a:pt x="3098800" y="1139825"/>
                    </a:lnTo>
                    <a:lnTo>
                      <a:pt x="3000375" y="1314450"/>
                    </a:lnTo>
                    <a:lnTo>
                      <a:pt x="2851150" y="1470025"/>
                    </a:lnTo>
                    <a:lnTo>
                      <a:pt x="2752725" y="1536700"/>
                    </a:lnTo>
                    <a:lnTo>
                      <a:pt x="2619375" y="1603375"/>
                    </a:lnTo>
                    <a:lnTo>
                      <a:pt x="2489200" y="1644650"/>
                    </a:lnTo>
                    <a:lnTo>
                      <a:pt x="342900" y="2009775"/>
                    </a:lnTo>
                    <a:lnTo>
                      <a:pt x="533400" y="1895475"/>
                    </a:lnTo>
                    <a:lnTo>
                      <a:pt x="704850" y="1704975"/>
                    </a:lnTo>
                    <a:lnTo>
                      <a:pt x="831850" y="1368425"/>
                    </a:lnTo>
                    <a:lnTo>
                      <a:pt x="838200" y="1266825"/>
                    </a:lnTo>
                    <a:lnTo>
                      <a:pt x="825500" y="1203325"/>
                    </a:lnTo>
                    <a:lnTo>
                      <a:pt x="822325" y="1120775"/>
                    </a:lnTo>
                    <a:lnTo>
                      <a:pt x="825500" y="1047750"/>
                    </a:lnTo>
                    <a:lnTo>
                      <a:pt x="701675" y="787400"/>
                    </a:lnTo>
                    <a:lnTo>
                      <a:pt x="650875" y="682625"/>
                    </a:lnTo>
                    <a:lnTo>
                      <a:pt x="600075" y="647700"/>
                    </a:lnTo>
                    <a:lnTo>
                      <a:pt x="517525" y="565150"/>
                    </a:lnTo>
                    <a:lnTo>
                      <a:pt x="422275" y="488950"/>
                    </a:lnTo>
                    <a:lnTo>
                      <a:pt x="298450" y="428625"/>
                    </a:lnTo>
                    <a:lnTo>
                      <a:pt x="120650" y="384175"/>
                    </a:lnTo>
                    <a:lnTo>
                      <a:pt x="0" y="365125"/>
                    </a:lnTo>
                    <a:close/>
                  </a:path>
                </a:pathLst>
              </a:custGeom>
              <a:solidFill>
                <a:schemeClr val="accent4">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9" name="Agrupar 58">
                <a:extLst>
                  <a:ext uri="{FF2B5EF4-FFF2-40B4-BE49-F238E27FC236}">
                    <a16:creationId xmlns:a16="http://schemas.microsoft.com/office/drawing/2014/main" id="{BFA6CD71-173A-7669-BD26-11E21ABD8274}"/>
                  </a:ext>
                </a:extLst>
              </p:cNvPr>
              <p:cNvGrpSpPr/>
              <p:nvPr/>
            </p:nvGrpSpPr>
            <p:grpSpPr>
              <a:xfrm>
                <a:off x="1307468" y="2348880"/>
                <a:ext cx="4049719" cy="2088232"/>
                <a:chOff x="1307468" y="2348880"/>
                <a:chExt cx="4049719" cy="2088232"/>
              </a:xfrm>
            </p:grpSpPr>
            <p:grpSp>
              <p:nvGrpSpPr>
                <p:cNvPr id="10" name="Agrupar 9">
                  <a:extLst>
                    <a:ext uri="{FF2B5EF4-FFF2-40B4-BE49-F238E27FC236}">
                      <a16:creationId xmlns:a16="http://schemas.microsoft.com/office/drawing/2014/main" id="{23459346-433C-A05E-ED13-3A4F2A59C594}"/>
                    </a:ext>
                  </a:extLst>
                </p:cNvPr>
                <p:cNvGrpSpPr/>
                <p:nvPr/>
              </p:nvGrpSpPr>
              <p:grpSpPr>
                <a:xfrm>
                  <a:off x="1307468" y="2355101"/>
                  <a:ext cx="3387465" cy="2082011"/>
                  <a:chOff x="803412" y="1463793"/>
                  <a:chExt cx="5979519" cy="3686583"/>
                </a:xfrm>
              </p:grpSpPr>
              <p:cxnSp>
                <p:nvCxnSpPr>
                  <p:cNvPr id="6" name="Conector reto 5">
                    <a:extLst>
                      <a:ext uri="{FF2B5EF4-FFF2-40B4-BE49-F238E27FC236}">
                        <a16:creationId xmlns:a16="http://schemas.microsoft.com/office/drawing/2014/main" id="{AB9FBC11-651D-11D1-CEB5-601DD47E5EC0}"/>
                      </a:ext>
                    </a:extLst>
                  </p:cNvPr>
                  <p:cNvCxnSpPr>
                    <a:cxnSpLocks/>
                    <a:endCxn id="33" idx="0"/>
                  </p:cNvCxnSpPr>
                  <p:nvPr/>
                </p:nvCxnSpPr>
                <p:spPr>
                  <a:xfrm flipV="1">
                    <a:off x="2033156" y="1463793"/>
                    <a:ext cx="4226087" cy="6983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ector reto 7">
                    <a:extLst>
                      <a:ext uri="{FF2B5EF4-FFF2-40B4-BE49-F238E27FC236}">
                        <a16:creationId xmlns:a16="http://schemas.microsoft.com/office/drawing/2014/main" id="{7723BBC5-5E13-0524-3C9E-2E4B7783633A}"/>
                      </a:ext>
                    </a:extLst>
                  </p:cNvPr>
                  <p:cNvCxnSpPr>
                    <a:cxnSpLocks/>
                    <a:endCxn id="33" idx="2"/>
                  </p:cNvCxnSpPr>
                  <p:nvPr/>
                </p:nvCxnSpPr>
                <p:spPr>
                  <a:xfrm flipV="1">
                    <a:off x="2787067" y="4368612"/>
                    <a:ext cx="3995864" cy="70662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Elipse 4">
                    <a:extLst>
                      <a:ext uri="{FF2B5EF4-FFF2-40B4-BE49-F238E27FC236}">
                        <a16:creationId xmlns:a16="http://schemas.microsoft.com/office/drawing/2014/main" id="{A790BCCD-0592-6FA6-98D3-8B64D7FAE891}"/>
                      </a:ext>
                    </a:extLst>
                  </p:cNvPr>
                  <p:cNvSpPr/>
                  <p:nvPr/>
                </p:nvSpPr>
                <p:spPr>
                  <a:xfrm>
                    <a:off x="803412" y="2132856"/>
                    <a:ext cx="3017520" cy="3017520"/>
                  </a:xfrm>
                  <a:prstGeom prst="ellipse">
                    <a:avLst/>
                  </a:prstGeom>
                  <a:solidFill>
                    <a:schemeClr val="accent4">
                      <a:lumMod val="20000"/>
                      <a:lumOff val="80000"/>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33" name="Arco 32">
                  <a:extLst>
                    <a:ext uri="{FF2B5EF4-FFF2-40B4-BE49-F238E27FC236}">
                      <a16:creationId xmlns:a16="http://schemas.microsoft.com/office/drawing/2014/main" id="{37ED2B51-CDDB-16AB-A818-52C1152C86AE}"/>
                    </a:ext>
                  </a:extLst>
                </p:cNvPr>
                <p:cNvSpPr/>
                <p:nvPr/>
              </p:nvSpPr>
              <p:spPr>
                <a:xfrm>
                  <a:off x="3647728" y="2348880"/>
                  <a:ext cx="1709459" cy="1668151"/>
                </a:xfrm>
                <a:prstGeom prst="arc">
                  <a:avLst>
                    <a:gd name="adj1" fmla="val 15769563"/>
                    <a:gd name="adj2" fmla="val 4600506"/>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F69A3152-00B5-2F7C-B322-DD009CCAF487}"/>
                    </a:ext>
                  </a:extLst>
                </p:cNvPr>
                <p:cNvSpPr txBox="1"/>
                <p:nvPr/>
              </p:nvSpPr>
              <p:spPr>
                <a:xfrm>
                  <a:off x="3256412" y="4311758"/>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51" name="CaixaDeTexto 50">
                  <a:extLst>
                    <a:ext uri="{FF2B5EF4-FFF2-40B4-BE49-F238E27FC236}">
                      <a16:creationId xmlns:a16="http://schemas.microsoft.com/office/drawing/2014/main" id="{F69A3152-00B5-2F7C-B322-DD009CCAF487}"/>
                    </a:ext>
                  </a:extLst>
                </p:cNvPr>
                <p:cNvSpPr txBox="1">
                  <a:spLocks noRot="1" noChangeAspect="1" noMove="1" noResize="1" noEditPoints="1" noAdjustHandles="1" noChangeArrowheads="1" noChangeShapeType="1" noTextEdit="1"/>
                </p:cNvSpPr>
                <p:nvPr/>
              </p:nvSpPr>
              <p:spPr>
                <a:xfrm>
                  <a:off x="3256412" y="4311758"/>
                  <a:ext cx="760785" cy="369332"/>
                </a:xfrm>
                <a:prstGeom prst="rect">
                  <a:avLst/>
                </a:prstGeom>
                <a:blipFill>
                  <a:blip r:embed="rId5"/>
                  <a:stretch>
                    <a:fillRect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758CB222-ED5A-3FEA-69FB-61051C83702E}"/>
                    </a:ext>
                  </a:extLst>
                </p:cNvPr>
                <p:cNvSpPr txBox="1"/>
                <p:nvPr/>
              </p:nvSpPr>
              <p:spPr>
                <a:xfrm>
                  <a:off x="3248574" y="3623142"/>
                  <a:ext cx="1141851" cy="396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𝑐</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e>
                          <m:sub>
                            <m:r>
                              <a:rPr lang="pt-BR" b="0" i="1" smtClean="0">
                                <a:latin typeface="Cambria Math" panose="02040503050406030204" pitchFamily="18" charset="0"/>
                              </a:rPr>
                              <m:t> </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𝑐</m:t>
                            </m:r>
                            <m:r>
                              <a:rPr lang="pt-BR" b="0" i="1" smtClean="0">
                                <a:latin typeface="Cambria Math" panose="02040503050406030204" pitchFamily="18" charset="0"/>
                              </a:rPr>
                              <m:t> </m:t>
                            </m:r>
                          </m:sub>
                        </m:sSub>
                      </m:oMath>
                    </m:oMathPara>
                  </a14:m>
                  <a:endParaRPr lang="pt-BR"/>
                </a:p>
              </p:txBody>
            </p:sp>
          </mc:Choice>
          <mc:Fallback xmlns="">
            <p:sp>
              <p:nvSpPr>
                <p:cNvPr id="40" name="CaixaDeTexto 39">
                  <a:extLst>
                    <a:ext uri="{FF2B5EF4-FFF2-40B4-BE49-F238E27FC236}">
                      <a16:creationId xmlns:a16="http://schemas.microsoft.com/office/drawing/2014/main" id="{758CB222-ED5A-3FEA-69FB-61051C83702E}"/>
                    </a:ext>
                  </a:extLst>
                </p:cNvPr>
                <p:cNvSpPr txBox="1">
                  <a:spLocks noRot="1" noChangeAspect="1" noMove="1" noResize="1" noEditPoints="1" noAdjustHandles="1" noChangeArrowheads="1" noChangeShapeType="1" noTextEdit="1"/>
                </p:cNvSpPr>
                <p:nvPr/>
              </p:nvSpPr>
              <p:spPr>
                <a:xfrm>
                  <a:off x="3248574" y="3623142"/>
                  <a:ext cx="1141851" cy="396712"/>
                </a:xfrm>
                <a:prstGeom prst="rect">
                  <a:avLst/>
                </a:prstGeom>
                <a:blipFill>
                  <a:blip r:embed="rId6"/>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636562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Elipse 38">
            <a:extLst>
              <a:ext uri="{FF2B5EF4-FFF2-40B4-BE49-F238E27FC236}">
                <a16:creationId xmlns:a16="http://schemas.microsoft.com/office/drawing/2014/main" id="{DDC0B1C0-326B-5A6A-6367-C5197EAFD90A}"/>
              </a:ext>
            </a:extLst>
          </p:cNvPr>
          <p:cNvSpPr/>
          <p:nvPr/>
        </p:nvSpPr>
        <p:spPr>
          <a:xfrm>
            <a:off x="1631504" y="1124744"/>
            <a:ext cx="1005840" cy="10058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90" name="Conector reto 89">
            <a:extLst>
              <a:ext uri="{FF2B5EF4-FFF2-40B4-BE49-F238E27FC236}">
                <a16:creationId xmlns:a16="http://schemas.microsoft.com/office/drawing/2014/main" id="{551B4315-1E1F-EA41-FAEE-ADF41AC59BBD}"/>
              </a:ext>
            </a:extLst>
          </p:cNvPr>
          <p:cNvCxnSpPr>
            <a:cxnSpLocks/>
            <a:stCxn id="64" idx="7"/>
            <a:endCxn id="39" idx="7"/>
          </p:cNvCxnSpPr>
          <p:nvPr/>
        </p:nvCxnSpPr>
        <p:spPr>
          <a:xfrm flipV="1">
            <a:off x="2147291" y="1272046"/>
            <a:ext cx="342751" cy="32759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Elipse 1">
            <a:extLst>
              <a:ext uri="{FF2B5EF4-FFF2-40B4-BE49-F238E27FC236}">
                <a16:creationId xmlns:a16="http://schemas.microsoft.com/office/drawing/2014/main" id="{5190BEF2-9F43-A48F-4ECB-F20D4FF0E227}"/>
              </a:ext>
            </a:extLst>
          </p:cNvPr>
          <p:cNvSpPr/>
          <p:nvPr/>
        </p:nvSpPr>
        <p:spPr>
          <a:xfrm>
            <a:off x="4729702" y="1126905"/>
            <a:ext cx="1005840" cy="10058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94868671-F1EC-D102-EEF5-BFD590B2A848}"/>
                  </a:ext>
                </a:extLst>
              </p:cNvPr>
              <p:cNvSpPr txBox="1"/>
              <p:nvPr/>
            </p:nvSpPr>
            <p:spPr>
              <a:xfrm>
                <a:off x="4240966" y="2315678"/>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18" name="CaixaDeTexto 17">
                <a:extLst>
                  <a:ext uri="{FF2B5EF4-FFF2-40B4-BE49-F238E27FC236}">
                    <a16:creationId xmlns:a16="http://schemas.microsoft.com/office/drawing/2014/main" id="{94868671-F1EC-D102-EEF5-BFD590B2A848}"/>
                  </a:ext>
                </a:extLst>
              </p:cNvPr>
              <p:cNvSpPr txBox="1">
                <a:spLocks noRot="1" noChangeAspect="1" noMove="1" noResize="1" noEditPoints="1" noAdjustHandles="1" noChangeArrowheads="1" noChangeShapeType="1" noTextEdit="1"/>
              </p:cNvSpPr>
              <p:nvPr/>
            </p:nvSpPr>
            <p:spPr>
              <a:xfrm>
                <a:off x="4240966" y="2315678"/>
                <a:ext cx="323165" cy="307777"/>
              </a:xfrm>
              <a:prstGeom prst="rect">
                <a:avLst/>
              </a:prstGeom>
              <a:blipFill>
                <a:blip r:embed="rId2"/>
                <a:stretch>
                  <a:fillRect t="-12000" r="-11321" b="-2000"/>
                </a:stretch>
              </a:blipFill>
            </p:spPr>
            <p:txBody>
              <a:bodyPr/>
              <a:lstStyle/>
              <a:p>
                <a:r>
                  <a:rPr lang="pt-BR">
                    <a:noFill/>
                  </a:rPr>
                  <a:t> </a:t>
                </a:r>
              </a:p>
            </p:txBody>
          </p:sp>
        </mc:Fallback>
      </mc:AlternateContent>
      <p:cxnSp>
        <p:nvCxnSpPr>
          <p:cNvPr id="17" name="Conector de Seta Reta 16">
            <a:extLst>
              <a:ext uri="{FF2B5EF4-FFF2-40B4-BE49-F238E27FC236}">
                <a16:creationId xmlns:a16="http://schemas.microsoft.com/office/drawing/2014/main" id="{866AF87F-505B-F351-950E-30F67CF80CFB}"/>
              </a:ext>
            </a:extLst>
          </p:cNvPr>
          <p:cNvCxnSpPr>
            <a:cxnSpLocks/>
          </p:cNvCxnSpPr>
          <p:nvPr/>
        </p:nvCxnSpPr>
        <p:spPr>
          <a:xfrm flipV="1">
            <a:off x="3572477" y="1636204"/>
            <a:ext cx="1637285" cy="122848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ector reto 43">
            <a:extLst>
              <a:ext uri="{FF2B5EF4-FFF2-40B4-BE49-F238E27FC236}">
                <a16:creationId xmlns:a16="http://schemas.microsoft.com/office/drawing/2014/main" id="{0EED4D17-FDB1-7BE2-816D-3C10ECBE35BA}"/>
              </a:ext>
            </a:extLst>
          </p:cNvPr>
          <p:cNvCxnSpPr>
            <a:cxnSpLocks/>
          </p:cNvCxnSpPr>
          <p:nvPr/>
        </p:nvCxnSpPr>
        <p:spPr>
          <a:xfrm>
            <a:off x="2131127" y="1625503"/>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Arco 47">
            <a:extLst>
              <a:ext uri="{FF2B5EF4-FFF2-40B4-BE49-F238E27FC236}">
                <a16:creationId xmlns:a16="http://schemas.microsoft.com/office/drawing/2014/main" id="{007F8DD3-B1F6-9A7B-3872-6BC492C5A24F}"/>
              </a:ext>
            </a:extLst>
          </p:cNvPr>
          <p:cNvSpPr/>
          <p:nvPr/>
        </p:nvSpPr>
        <p:spPr>
          <a:xfrm>
            <a:off x="1654364" y="1430819"/>
            <a:ext cx="620140" cy="522273"/>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D134656C-2AA6-76B9-06C2-154E54EF485D}"/>
                  </a:ext>
                </a:extLst>
              </p:cNvPr>
              <p:cNvSpPr txBox="1"/>
              <p:nvPr/>
            </p:nvSpPr>
            <p:spPr>
              <a:xfrm>
                <a:off x="2169583" y="1387775"/>
                <a:ext cx="356636"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50" name="CaixaDeTexto 49">
                <a:extLst>
                  <a:ext uri="{FF2B5EF4-FFF2-40B4-BE49-F238E27FC236}">
                    <a16:creationId xmlns:a16="http://schemas.microsoft.com/office/drawing/2014/main" id="{D134656C-2AA6-76B9-06C2-154E54EF485D}"/>
                  </a:ext>
                </a:extLst>
              </p:cNvPr>
              <p:cNvSpPr txBox="1">
                <a:spLocks noRot="1" noChangeAspect="1" noMove="1" noResize="1" noEditPoints="1" noAdjustHandles="1" noChangeArrowheads="1" noChangeShapeType="1" noTextEdit="1"/>
              </p:cNvSpPr>
              <p:nvPr/>
            </p:nvSpPr>
            <p:spPr>
              <a:xfrm>
                <a:off x="2169583" y="1387775"/>
                <a:ext cx="356636" cy="274627"/>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FE43FAB9-D20C-60DA-0850-2937795DDEDA}"/>
                  </a:ext>
                </a:extLst>
              </p:cNvPr>
              <p:cNvSpPr txBox="1"/>
              <p:nvPr/>
            </p:nvSpPr>
            <p:spPr>
              <a:xfrm>
                <a:off x="2044590" y="1192083"/>
                <a:ext cx="379976"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41" name="CaixaDeTexto 40">
                <a:extLst>
                  <a:ext uri="{FF2B5EF4-FFF2-40B4-BE49-F238E27FC236}">
                    <a16:creationId xmlns:a16="http://schemas.microsoft.com/office/drawing/2014/main" id="{FE43FAB9-D20C-60DA-0850-2937795DDEDA}"/>
                  </a:ext>
                </a:extLst>
              </p:cNvPr>
              <p:cNvSpPr txBox="1">
                <a:spLocks noRot="1" noChangeAspect="1" noMove="1" noResize="1" noEditPoints="1" noAdjustHandles="1" noChangeArrowheads="1" noChangeShapeType="1" noTextEdit="1"/>
              </p:cNvSpPr>
              <p:nvPr/>
            </p:nvSpPr>
            <p:spPr>
              <a:xfrm>
                <a:off x="2044590" y="1192083"/>
                <a:ext cx="379976" cy="291298"/>
              </a:xfrm>
              <a:prstGeom prst="rect">
                <a:avLst/>
              </a:prstGeom>
              <a:blipFill>
                <a:blip r:embed="rId4"/>
                <a:stretch>
                  <a:fillRect/>
                </a:stretch>
              </a:blipFill>
            </p:spPr>
            <p:txBody>
              <a:bodyPr/>
              <a:lstStyle/>
              <a:p>
                <a:r>
                  <a:rPr lang="pt-BR">
                    <a:noFill/>
                  </a:rPr>
                  <a:t> </a:t>
                </a:r>
              </a:p>
            </p:txBody>
          </p:sp>
        </mc:Fallback>
      </mc:AlternateContent>
      <p:cxnSp>
        <p:nvCxnSpPr>
          <p:cNvPr id="42" name="Conector de Seta Reta 41">
            <a:extLst>
              <a:ext uri="{FF2B5EF4-FFF2-40B4-BE49-F238E27FC236}">
                <a16:creationId xmlns:a16="http://schemas.microsoft.com/office/drawing/2014/main" id="{B1570981-55A4-BF07-0DCD-94E7E3AB486B}"/>
              </a:ext>
            </a:extLst>
          </p:cNvPr>
          <p:cNvCxnSpPr>
            <a:cxnSpLocks/>
            <a:endCxn id="39" idx="7"/>
          </p:cNvCxnSpPr>
          <p:nvPr/>
        </p:nvCxnSpPr>
        <p:spPr>
          <a:xfrm flipH="1" flipV="1">
            <a:off x="2490042" y="1272046"/>
            <a:ext cx="1091863" cy="15926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4F3CD97-3E4C-E20C-001F-392E19689A2D}"/>
                  </a:ext>
                </a:extLst>
              </p:cNvPr>
              <p:cNvSpPr txBox="1"/>
              <p:nvPr/>
            </p:nvSpPr>
            <p:spPr>
              <a:xfrm>
                <a:off x="2880268" y="1670509"/>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54" name="CaixaDeTexto 53">
                <a:extLst>
                  <a:ext uri="{FF2B5EF4-FFF2-40B4-BE49-F238E27FC236}">
                    <a16:creationId xmlns:a16="http://schemas.microsoft.com/office/drawing/2014/main" id="{A4F3CD97-3E4C-E20C-001F-392E19689A2D}"/>
                  </a:ext>
                </a:extLst>
              </p:cNvPr>
              <p:cNvSpPr txBox="1">
                <a:spLocks noRot="1" noChangeAspect="1" noMove="1" noResize="1" noEditPoints="1" noAdjustHandles="1" noChangeArrowheads="1" noChangeShapeType="1" noTextEdit="1"/>
              </p:cNvSpPr>
              <p:nvPr/>
            </p:nvSpPr>
            <p:spPr>
              <a:xfrm>
                <a:off x="2880268" y="1670509"/>
                <a:ext cx="367473" cy="324384"/>
              </a:xfrm>
              <a:prstGeom prst="rect">
                <a:avLst/>
              </a:prstGeom>
              <a:blipFill>
                <a:blip r:embed="rId5"/>
                <a:stretch>
                  <a:fillRect t="-9434" r="-8197"/>
                </a:stretch>
              </a:blipFill>
            </p:spPr>
            <p:txBody>
              <a:bodyPr/>
              <a:lstStyle/>
              <a:p>
                <a:r>
                  <a:rPr lang="pt-BR">
                    <a:noFill/>
                  </a:rPr>
                  <a:t> </a:t>
                </a:r>
              </a:p>
            </p:txBody>
          </p:sp>
        </mc:Fallback>
      </mc:AlternateContent>
      <p:sp>
        <p:nvSpPr>
          <p:cNvPr id="64" name="Elipse 63">
            <a:extLst>
              <a:ext uri="{FF2B5EF4-FFF2-40B4-BE49-F238E27FC236}">
                <a16:creationId xmlns:a16="http://schemas.microsoft.com/office/drawing/2014/main" id="{D56D16F1-26E3-62A7-45A8-3236147FBBC2}"/>
              </a:ext>
            </a:extLst>
          </p:cNvPr>
          <p:cNvSpPr/>
          <p:nvPr/>
        </p:nvSpPr>
        <p:spPr>
          <a:xfrm>
            <a:off x="2108267" y="159294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0" name="Conector de Seta Reta 19">
            <a:extLst>
              <a:ext uri="{FF2B5EF4-FFF2-40B4-BE49-F238E27FC236}">
                <a16:creationId xmlns:a16="http://schemas.microsoft.com/office/drawing/2014/main" id="{CCF2547F-F0A6-305B-691B-2A522DF7F7AC}"/>
              </a:ext>
            </a:extLst>
          </p:cNvPr>
          <p:cNvCxnSpPr>
            <a:cxnSpLocks/>
            <a:endCxn id="2" idx="1"/>
          </p:cNvCxnSpPr>
          <p:nvPr/>
        </p:nvCxnSpPr>
        <p:spPr>
          <a:xfrm flipH="1" flipV="1">
            <a:off x="4877004" y="1274207"/>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7" name="CaixaDeTexto 56">
                <a:extLst>
                  <a:ext uri="{FF2B5EF4-FFF2-40B4-BE49-F238E27FC236}">
                    <a16:creationId xmlns:a16="http://schemas.microsoft.com/office/drawing/2014/main" id="{4DFDEA91-4921-4551-714E-99CCCD72DE88}"/>
                  </a:ext>
                </a:extLst>
              </p:cNvPr>
              <p:cNvSpPr txBox="1"/>
              <p:nvPr/>
            </p:nvSpPr>
            <p:spPr>
              <a:xfrm>
                <a:off x="4959692" y="1231881"/>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57" name="CaixaDeTexto 56">
                <a:extLst>
                  <a:ext uri="{FF2B5EF4-FFF2-40B4-BE49-F238E27FC236}">
                    <a16:creationId xmlns:a16="http://schemas.microsoft.com/office/drawing/2014/main" id="{4DFDEA91-4921-4551-714E-99CCCD72DE88}"/>
                  </a:ext>
                </a:extLst>
              </p:cNvPr>
              <p:cNvSpPr txBox="1">
                <a:spLocks noRot="1" noChangeAspect="1" noMove="1" noResize="1" noEditPoints="1" noAdjustHandles="1" noChangeArrowheads="1" noChangeShapeType="1" noTextEdit="1"/>
              </p:cNvSpPr>
              <p:nvPr/>
            </p:nvSpPr>
            <p:spPr>
              <a:xfrm>
                <a:off x="4959692" y="1231881"/>
                <a:ext cx="360612" cy="291298"/>
              </a:xfrm>
              <a:prstGeom prst="rect">
                <a:avLst/>
              </a:prstGeom>
              <a:blipFill>
                <a:blip r:embed="rId6"/>
                <a:stretch>
                  <a:fillRect r="-3390"/>
                </a:stretch>
              </a:blipFill>
            </p:spPr>
            <p:txBody>
              <a:bodyPr/>
              <a:lstStyle/>
              <a:p>
                <a:r>
                  <a:rPr lang="pt-BR">
                    <a:noFill/>
                  </a:rPr>
                  <a:t> </a:t>
                </a:r>
              </a:p>
            </p:txBody>
          </p:sp>
        </mc:Fallback>
      </mc:AlternateContent>
      <p:sp>
        <p:nvSpPr>
          <p:cNvPr id="65" name="Elipse 64">
            <a:extLst>
              <a:ext uri="{FF2B5EF4-FFF2-40B4-BE49-F238E27FC236}">
                <a16:creationId xmlns:a16="http://schemas.microsoft.com/office/drawing/2014/main" id="{0B1B13EB-D6C0-D3E4-9EEB-9763F150DFB0}"/>
              </a:ext>
            </a:extLst>
          </p:cNvPr>
          <p:cNvSpPr/>
          <p:nvPr/>
        </p:nvSpPr>
        <p:spPr>
          <a:xfrm>
            <a:off x="5209762" y="160390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73AED458-E94F-5976-FF4D-E802E5BE41E3}"/>
                  </a:ext>
                </a:extLst>
              </p:cNvPr>
              <p:cNvSpPr txBox="1"/>
              <p:nvPr/>
            </p:nvSpPr>
            <p:spPr>
              <a:xfrm>
                <a:off x="6996100" y="1941122"/>
                <a:ext cx="1995610"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𝑟</m:t>
                              </m:r>
                            </m:e>
                          </m:acc>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acc>
                        <m:accPr>
                          <m:chr m:val="⃗"/>
                          <m:ctrlPr>
                            <a:rPr lang="pt-BR" sz="1600" b="0" i="1" smtClean="0">
                              <a:solidFill>
                                <a:schemeClr val="tx1"/>
                              </a:solidFill>
                              <a:latin typeface="Cambria Math" panose="02040503050406030204" pitchFamily="18" charset="0"/>
                            </a:rPr>
                          </m:ctrlPr>
                        </m:accPr>
                        <m:e>
                          <m:r>
                            <a:rPr lang="pt-BR" sz="1600" b="0" i="1" smtClean="0">
                              <a:solidFill>
                                <a:schemeClr val="tx1"/>
                              </a:solidFill>
                              <a:latin typeface="Cambria Math" panose="02040503050406030204" pitchFamily="18" charset="0"/>
                            </a:rPr>
                            <m:t>𝑝</m:t>
                          </m:r>
                        </m:e>
                      </m:acc>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𝑐</m:t>
                              </m:r>
                            </m:e>
                          </m:acc>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𝜌</m:t>
                      </m:r>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oMath>
                  </m:oMathPara>
                </a14:m>
                <a:endParaRPr lang="pt-BR" sz="1600"/>
              </a:p>
            </p:txBody>
          </p:sp>
        </mc:Choice>
        <mc:Fallback xmlns="">
          <p:sp>
            <p:nvSpPr>
              <p:cNvPr id="69" name="CaixaDeTexto 68">
                <a:extLst>
                  <a:ext uri="{FF2B5EF4-FFF2-40B4-BE49-F238E27FC236}">
                    <a16:creationId xmlns:a16="http://schemas.microsoft.com/office/drawing/2014/main" id="{73AED458-E94F-5976-FF4D-E802E5BE41E3}"/>
                  </a:ext>
                </a:extLst>
              </p:cNvPr>
              <p:cNvSpPr txBox="1">
                <a:spLocks noRot="1" noChangeAspect="1" noMove="1" noResize="1" noEditPoints="1" noAdjustHandles="1" noChangeArrowheads="1" noChangeShapeType="1" noTextEdit="1"/>
              </p:cNvSpPr>
              <p:nvPr/>
            </p:nvSpPr>
            <p:spPr>
              <a:xfrm>
                <a:off x="6996100" y="1941122"/>
                <a:ext cx="1995610" cy="357534"/>
              </a:xfrm>
              <a:prstGeom prst="rect">
                <a:avLst/>
              </a:prstGeom>
              <a:blipFill>
                <a:blip r:embed="rId7"/>
                <a:stretch>
                  <a:fillRect t="-11864" b="-5085"/>
                </a:stretch>
              </a:blipFill>
            </p:spPr>
            <p:txBody>
              <a:bodyPr/>
              <a:lstStyle/>
              <a:p>
                <a:r>
                  <a:rPr lang="pt-BR">
                    <a:noFill/>
                  </a:rPr>
                  <a:t> </a:t>
                </a:r>
              </a:p>
            </p:txBody>
          </p:sp>
        </mc:Fallback>
      </mc:AlternateContent>
      <p:cxnSp>
        <p:nvCxnSpPr>
          <p:cNvPr id="73" name="Conector de Seta Reta 72">
            <a:extLst>
              <a:ext uri="{FF2B5EF4-FFF2-40B4-BE49-F238E27FC236}">
                <a16:creationId xmlns:a16="http://schemas.microsoft.com/office/drawing/2014/main" id="{C4E32A01-E66F-ED8E-4492-A04C0A3251DB}"/>
              </a:ext>
            </a:extLst>
          </p:cNvPr>
          <p:cNvCxnSpPr>
            <a:cxnSpLocks/>
          </p:cNvCxnSpPr>
          <p:nvPr/>
        </p:nvCxnSpPr>
        <p:spPr>
          <a:xfrm flipH="1" flipV="1">
            <a:off x="2156281" y="1648363"/>
            <a:ext cx="1416196" cy="121632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CaixaDeTexto 79">
                <a:extLst>
                  <a:ext uri="{FF2B5EF4-FFF2-40B4-BE49-F238E27FC236}">
                    <a16:creationId xmlns:a16="http://schemas.microsoft.com/office/drawing/2014/main" id="{5F36CBA7-CBD6-7A11-866C-1131375B6A46}"/>
                  </a:ext>
                </a:extLst>
              </p:cNvPr>
              <p:cNvSpPr txBox="1"/>
              <p:nvPr/>
            </p:nvSpPr>
            <p:spPr>
              <a:xfrm>
                <a:off x="2541214" y="2213998"/>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𝑝</m:t>
                          </m:r>
                        </m:e>
                      </m:acc>
                    </m:oMath>
                  </m:oMathPara>
                </a14:m>
                <a:endParaRPr lang="pt-BR" sz="1400">
                  <a:solidFill>
                    <a:srgbClr val="00B050"/>
                  </a:solidFill>
                </a:endParaRPr>
              </a:p>
            </p:txBody>
          </p:sp>
        </mc:Choice>
        <mc:Fallback xmlns="">
          <p:sp>
            <p:nvSpPr>
              <p:cNvPr id="80" name="CaixaDeTexto 79">
                <a:extLst>
                  <a:ext uri="{FF2B5EF4-FFF2-40B4-BE49-F238E27FC236}">
                    <a16:creationId xmlns:a16="http://schemas.microsoft.com/office/drawing/2014/main" id="{5F36CBA7-CBD6-7A11-866C-1131375B6A46}"/>
                  </a:ext>
                </a:extLst>
              </p:cNvPr>
              <p:cNvSpPr txBox="1">
                <a:spLocks noRot="1" noChangeAspect="1" noMove="1" noResize="1" noEditPoints="1" noAdjustHandles="1" noChangeArrowheads="1" noChangeShapeType="1" noTextEdit="1"/>
              </p:cNvSpPr>
              <p:nvPr/>
            </p:nvSpPr>
            <p:spPr>
              <a:xfrm>
                <a:off x="2541214" y="2213998"/>
                <a:ext cx="323165" cy="307777"/>
              </a:xfrm>
              <a:prstGeom prst="rect">
                <a:avLst/>
              </a:prstGeom>
              <a:blipFill>
                <a:blip r:embed="rId8"/>
                <a:stretch>
                  <a:fillRect t="-11765" r="-1320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2" name="CaixaDeTexto 81">
                <a:extLst>
                  <a:ext uri="{FF2B5EF4-FFF2-40B4-BE49-F238E27FC236}">
                    <a16:creationId xmlns:a16="http://schemas.microsoft.com/office/drawing/2014/main" id="{D648C49A-30D1-40B5-90CB-F71876253D90}"/>
                  </a:ext>
                </a:extLst>
              </p:cNvPr>
              <p:cNvSpPr txBox="1"/>
              <p:nvPr/>
            </p:nvSpPr>
            <p:spPr>
              <a:xfrm>
                <a:off x="6996100" y="985898"/>
                <a:ext cx="1571392"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600" b="0" i="1" smtClean="0">
                              <a:solidFill>
                                <a:schemeClr val="tx1"/>
                              </a:solidFill>
                              <a:latin typeface="Cambria Math" panose="02040503050406030204" pitchFamily="18" charset="0"/>
                            </a:rPr>
                          </m:ctrlPr>
                        </m:accPr>
                        <m:e>
                          <m:r>
                            <a:rPr lang="pt-BR" sz="1600" b="0" i="1" smtClean="0">
                              <a:solidFill>
                                <a:schemeClr val="tx1"/>
                              </a:solidFill>
                              <a:latin typeface="Cambria Math" panose="02040503050406030204" pitchFamily="18" charset="0"/>
                            </a:rPr>
                            <m:t>𝑝</m:t>
                          </m:r>
                        </m:e>
                      </m:acc>
                      <m:r>
                        <a:rPr lang="pt-BR" sz="1600" b="0" i="1" smtClean="0">
                          <a:solidFill>
                            <a:schemeClr val="tx1"/>
                          </a:solidFill>
                          <a:latin typeface="Cambria Math" panose="02040503050406030204" pitchFamily="18" charset="0"/>
                        </a:rPr>
                        <m:t>=</m:t>
                      </m:r>
                      <m:sSub>
                        <m:sSubPr>
                          <m:ctrlPr>
                            <a:rPr lang="pt-BR" sz="1600" i="1" smtClean="0">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𝑥</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a:solidFill>
                                <a:schemeClr val="tx1"/>
                              </a:solidFill>
                              <a:latin typeface="Cambria Math" panose="02040503050406030204" pitchFamily="18" charset="0"/>
                            </a:rPr>
                            <m:t>𝒙</m:t>
                          </m:r>
                        </m:e>
                      </m:acc>
                      <m:r>
                        <a:rPr lang="pt-BR" sz="1600" i="1">
                          <a:solidFill>
                            <a:schemeClr val="tx1"/>
                          </a:solidFill>
                          <a:latin typeface="Cambria Math" panose="02040503050406030204" pitchFamily="18" charset="0"/>
                        </a:rPr>
                        <m:t>+</m:t>
                      </m:r>
                      <m:sSub>
                        <m:sSubPr>
                          <m:ctrlPr>
                            <a:rPr lang="pt-BR" sz="1600" i="1">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𝑦</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a:solidFill>
                                <a:schemeClr val="tx1"/>
                              </a:solidFill>
                              <a:latin typeface="Cambria Math" panose="02040503050406030204" pitchFamily="18" charset="0"/>
                            </a:rPr>
                            <m:t>𝒚</m:t>
                          </m:r>
                        </m:e>
                      </m:acc>
                    </m:oMath>
                  </m:oMathPara>
                </a14:m>
                <a:endParaRPr lang="pt-BR" sz="1600">
                  <a:solidFill>
                    <a:schemeClr val="tx1"/>
                  </a:solidFill>
                </a:endParaRPr>
              </a:p>
            </p:txBody>
          </p:sp>
        </mc:Choice>
        <mc:Fallback xmlns="">
          <p:sp>
            <p:nvSpPr>
              <p:cNvPr id="82" name="CaixaDeTexto 81">
                <a:extLst>
                  <a:ext uri="{FF2B5EF4-FFF2-40B4-BE49-F238E27FC236}">
                    <a16:creationId xmlns:a16="http://schemas.microsoft.com/office/drawing/2014/main" id="{D648C49A-30D1-40B5-90CB-F71876253D90}"/>
                  </a:ext>
                </a:extLst>
              </p:cNvPr>
              <p:cNvSpPr txBox="1">
                <a:spLocks noRot="1" noChangeAspect="1" noMove="1" noResize="1" noEditPoints="1" noAdjustHandles="1" noChangeArrowheads="1" noChangeShapeType="1" noTextEdit="1"/>
              </p:cNvSpPr>
              <p:nvPr/>
            </p:nvSpPr>
            <p:spPr>
              <a:xfrm>
                <a:off x="6996100" y="985898"/>
                <a:ext cx="1571392" cy="357534"/>
              </a:xfrm>
              <a:prstGeom prst="rect">
                <a:avLst/>
              </a:prstGeom>
              <a:blipFill>
                <a:blip r:embed="rId9"/>
                <a:stretch>
                  <a:fillRect t="-12069" r="-17510" b="-344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898C49C5-814C-1386-43E2-54B3C507507B}"/>
                  </a:ext>
                </a:extLst>
              </p:cNvPr>
              <p:cNvSpPr txBox="1"/>
              <p:nvPr/>
            </p:nvSpPr>
            <p:spPr>
              <a:xfrm>
                <a:off x="3313431" y="2869903"/>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4" name="CaixaDeTexto 33">
                <a:extLst>
                  <a:ext uri="{FF2B5EF4-FFF2-40B4-BE49-F238E27FC236}">
                    <a16:creationId xmlns:a16="http://schemas.microsoft.com/office/drawing/2014/main" id="{898C49C5-814C-1386-43E2-54B3C507507B}"/>
                  </a:ext>
                </a:extLst>
              </p:cNvPr>
              <p:cNvSpPr txBox="1">
                <a:spLocks noRot="1" noChangeAspect="1" noMove="1" noResize="1" noEditPoints="1" noAdjustHandles="1" noChangeArrowheads="1" noChangeShapeType="1" noTextEdit="1"/>
              </p:cNvSpPr>
              <p:nvPr/>
            </p:nvSpPr>
            <p:spPr>
              <a:xfrm>
                <a:off x="3313431" y="2869903"/>
                <a:ext cx="518091" cy="261610"/>
              </a:xfrm>
              <a:prstGeom prst="rect">
                <a:avLst/>
              </a:prstGeom>
              <a:blipFill>
                <a:blip r:embed="rId10"/>
                <a:stretch>
                  <a:fillRect b="-2326"/>
                </a:stretch>
              </a:blipFill>
            </p:spPr>
            <p:txBody>
              <a:bodyPr/>
              <a:lstStyle/>
              <a:p>
                <a:r>
                  <a:rPr lang="pt-BR">
                    <a:noFill/>
                  </a:rPr>
                  <a:t> </a:t>
                </a:r>
              </a:p>
            </p:txBody>
          </p:sp>
        </mc:Fallback>
      </mc:AlternateContent>
      <p:sp>
        <p:nvSpPr>
          <p:cNvPr id="52" name="Elipse 51">
            <a:extLst>
              <a:ext uri="{FF2B5EF4-FFF2-40B4-BE49-F238E27FC236}">
                <a16:creationId xmlns:a16="http://schemas.microsoft.com/office/drawing/2014/main" id="{CB6A626C-42BE-26BE-2F44-A7F8680C24BF}"/>
              </a:ext>
            </a:extLst>
          </p:cNvPr>
          <p:cNvSpPr/>
          <p:nvPr/>
        </p:nvSpPr>
        <p:spPr>
          <a:xfrm>
            <a:off x="3554669" y="282833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6" name="CaixaDeTexto 85">
                <a:extLst>
                  <a:ext uri="{FF2B5EF4-FFF2-40B4-BE49-F238E27FC236}">
                    <a16:creationId xmlns:a16="http://schemas.microsoft.com/office/drawing/2014/main" id="{4F40EB66-1C14-6860-A40A-6FCB001C04C6}"/>
                  </a:ext>
                </a:extLst>
              </p:cNvPr>
              <p:cNvSpPr txBox="1"/>
              <p:nvPr/>
            </p:nvSpPr>
            <p:spPr>
              <a:xfrm>
                <a:off x="6996100" y="1426134"/>
                <a:ext cx="4340034" cy="3735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i="1">
                                  <a:latin typeface="Cambria Math" panose="02040503050406030204" pitchFamily="18" charset="0"/>
                                </a:rPr>
                                <m:t>𝑐</m:t>
                              </m:r>
                            </m:e>
                          </m:acc>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r>
                        <a:rPr lang="pt-BR" sz="1600" b="0" i="1" smtClean="0">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b="0" i="1" smtClean="0">
                              <a:solidFill>
                                <a:schemeClr val="tx1"/>
                              </a:solidFill>
                              <a:latin typeface="Cambria Math" panose="02040503050406030204" pitchFamily="18" charset="0"/>
                            </a:rPr>
                            <m:t>𝜌</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smtClean="0">
                              <a:solidFill>
                                <a:schemeClr val="tx1"/>
                              </a:solidFill>
                              <a:latin typeface="Cambria Math" panose="02040503050406030204" pitchFamily="18" charset="0"/>
                            </a:rPr>
                            <m:t>𝝆</m:t>
                          </m:r>
                        </m:e>
                      </m:acc>
                      <m:r>
                        <a:rPr lang="pt-BR" sz="1600" i="1">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i="1" smtClean="0">
                              <a:solidFill>
                                <a:schemeClr val="tx1"/>
                              </a:solidFill>
                              <a:latin typeface="Cambria Math" panose="02040503050406030204" pitchFamily="18" charset="0"/>
                            </a:rPr>
                            <m:t>𝜃</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smtClean="0">
                              <a:solidFill>
                                <a:schemeClr val="tx1"/>
                              </a:solidFill>
                              <a:latin typeface="Cambria Math" panose="02040503050406030204" pitchFamily="18" charset="0"/>
                            </a:rPr>
                            <m:t>𝜽</m:t>
                          </m:r>
                        </m:e>
                      </m:acc>
                      <m:r>
                        <a:rPr lang="pt-BR" sz="1600" b="1" i="1" smtClean="0">
                          <a:solidFill>
                            <a:schemeClr val="tx1"/>
                          </a:solidFill>
                          <a:latin typeface="Cambria Math" panose="02040503050406030204" pitchFamily="18" charset="0"/>
                        </a:rPr>
                        <m:t>=</m:t>
                      </m:r>
                      <m:sSub>
                        <m:sSubPr>
                          <m:ctrlPr>
                            <a:rPr lang="pt-BR" sz="1600" i="1" smtClean="0">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𝒙</m:t>
                          </m:r>
                        </m:e>
                      </m:acc>
                      <m:r>
                        <a:rPr lang="pt-BR" sz="1600" i="1">
                          <a:latin typeface="Cambria Math" panose="02040503050406030204" pitchFamily="18" charset="0"/>
                        </a:rPr>
                        <m:t>+</m:t>
                      </m:r>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r>
                        <a:rPr lang="pt-BR" sz="1600" b="1" i="1" smtClean="0">
                          <a:latin typeface="Cambria Math" panose="02040503050406030204" pitchFamily="18" charset="0"/>
                        </a:rPr>
                        <m:t>)</m:t>
                      </m:r>
                    </m:oMath>
                  </m:oMathPara>
                </a14:m>
                <a:endParaRPr lang="pt-BR" sz="1600">
                  <a:solidFill>
                    <a:schemeClr val="tx1"/>
                  </a:solidFill>
                </a:endParaRPr>
              </a:p>
            </p:txBody>
          </p:sp>
        </mc:Choice>
        <mc:Fallback xmlns="">
          <p:sp>
            <p:nvSpPr>
              <p:cNvPr id="86" name="CaixaDeTexto 85">
                <a:extLst>
                  <a:ext uri="{FF2B5EF4-FFF2-40B4-BE49-F238E27FC236}">
                    <a16:creationId xmlns:a16="http://schemas.microsoft.com/office/drawing/2014/main" id="{4F40EB66-1C14-6860-A40A-6FCB001C04C6}"/>
                  </a:ext>
                </a:extLst>
              </p:cNvPr>
              <p:cNvSpPr txBox="1">
                <a:spLocks noRot="1" noChangeAspect="1" noMove="1" noResize="1" noEditPoints="1" noAdjustHandles="1" noChangeArrowheads="1" noChangeShapeType="1" noTextEdit="1"/>
              </p:cNvSpPr>
              <p:nvPr/>
            </p:nvSpPr>
            <p:spPr>
              <a:xfrm>
                <a:off x="6996100" y="1426134"/>
                <a:ext cx="4340034" cy="373564"/>
              </a:xfrm>
              <a:prstGeom prst="rect">
                <a:avLst/>
              </a:prstGeom>
              <a:blipFill>
                <a:blip r:embed="rId11"/>
                <a:stretch>
                  <a:fillRect t="-8197" r="-4635" b="-4918"/>
                </a:stretch>
              </a:blipFill>
            </p:spPr>
            <p:txBody>
              <a:bodyPr/>
              <a:lstStyle/>
              <a:p>
                <a:r>
                  <a:rPr lang="pt-BR">
                    <a:noFill/>
                  </a:rPr>
                  <a:t> </a:t>
                </a:r>
              </a:p>
            </p:txBody>
          </p:sp>
        </mc:Fallback>
      </mc:AlternateContent>
      <p:cxnSp>
        <p:nvCxnSpPr>
          <p:cNvPr id="102" name="Conector de Seta Reta 101">
            <a:extLst>
              <a:ext uri="{FF2B5EF4-FFF2-40B4-BE49-F238E27FC236}">
                <a16:creationId xmlns:a16="http://schemas.microsoft.com/office/drawing/2014/main" id="{444CEE81-53DB-8BDB-330D-58E7B0AC6633}"/>
              </a:ext>
            </a:extLst>
          </p:cNvPr>
          <p:cNvCxnSpPr>
            <a:cxnSpLocks/>
            <a:endCxn id="2" idx="1"/>
          </p:cNvCxnSpPr>
          <p:nvPr/>
        </p:nvCxnSpPr>
        <p:spPr>
          <a:xfrm flipV="1">
            <a:off x="3572477" y="1274207"/>
            <a:ext cx="1304527" cy="15904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CA356078-1C43-A1EA-2F84-F8415EB8CBB4}"/>
                  </a:ext>
                </a:extLst>
              </p:cNvPr>
              <p:cNvSpPr txBox="1"/>
              <p:nvPr/>
            </p:nvSpPr>
            <p:spPr>
              <a:xfrm>
                <a:off x="3920135" y="1755451"/>
                <a:ext cx="366639"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𝑞</m:t>
                          </m:r>
                        </m:sub>
                      </m:sSub>
                    </m:oMath>
                  </m:oMathPara>
                </a14:m>
                <a:endParaRPr lang="pt-BR" sz="1400"/>
              </a:p>
            </p:txBody>
          </p:sp>
        </mc:Choice>
        <mc:Fallback xmlns="">
          <p:sp>
            <p:nvSpPr>
              <p:cNvPr id="106" name="CaixaDeTexto 105">
                <a:extLst>
                  <a:ext uri="{FF2B5EF4-FFF2-40B4-BE49-F238E27FC236}">
                    <a16:creationId xmlns:a16="http://schemas.microsoft.com/office/drawing/2014/main" id="{CA356078-1C43-A1EA-2F84-F8415EB8CBB4}"/>
                  </a:ext>
                </a:extLst>
              </p:cNvPr>
              <p:cNvSpPr txBox="1">
                <a:spLocks noRot="1" noChangeAspect="1" noMove="1" noResize="1" noEditPoints="1" noAdjustHandles="1" noChangeArrowheads="1" noChangeShapeType="1" noTextEdit="1"/>
              </p:cNvSpPr>
              <p:nvPr/>
            </p:nvSpPr>
            <p:spPr>
              <a:xfrm>
                <a:off x="3920135" y="1755451"/>
                <a:ext cx="366639" cy="324384"/>
              </a:xfrm>
              <a:prstGeom prst="rect">
                <a:avLst/>
              </a:prstGeom>
              <a:blipFill>
                <a:blip r:embed="rId12"/>
                <a:stretch>
                  <a:fillRect t="-9434" r="-10000"/>
                </a:stretch>
              </a:blipFill>
            </p:spPr>
            <p:txBody>
              <a:bodyPr/>
              <a:lstStyle/>
              <a:p>
                <a:r>
                  <a:rPr lang="pt-BR">
                    <a:noFill/>
                  </a:rPr>
                  <a:t> </a:t>
                </a:r>
              </a:p>
            </p:txBody>
          </p:sp>
        </mc:Fallback>
      </mc:AlternateContent>
      <p:grpSp>
        <p:nvGrpSpPr>
          <p:cNvPr id="110" name="Agrupar 109">
            <a:extLst>
              <a:ext uri="{FF2B5EF4-FFF2-40B4-BE49-F238E27FC236}">
                <a16:creationId xmlns:a16="http://schemas.microsoft.com/office/drawing/2014/main" id="{8497BA6C-89E3-8DC0-A90B-A4EF4DDAEBC8}"/>
              </a:ext>
            </a:extLst>
          </p:cNvPr>
          <p:cNvGrpSpPr/>
          <p:nvPr/>
        </p:nvGrpSpPr>
        <p:grpSpPr>
          <a:xfrm>
            <a:off x="6943911" y="2650604"/>
            <a:ext cx="4392223" cy="914749"/>
            <a:chOff x="6943911" y="2650604"/>
            <a:chExt cx="4392223" cy="914749"/>
          </a:xfrm>
        </p:grpSpPr>
        <p:grpSp>
          <p:nvGrpSpPr>
            <p:cNvPr id="108" name="Agrupar 107">
              <a:extLst>
                <a:ext uri="{FF2B5EF4-FFF2-40B4-BE49-F238E27FC236}">
                  <a16:creationId xmlns:a16="http://schemas.microsoft.com/office/drawing/2014/main" id="{C7366F91-043F-FD71-E6CB-A8A347854022}"/>
                </a:ext>
              </a:extLst>
            </p:cNvPr>
            <p:cNvGrpSpPr/>
            <p:nvPr/>
          </p:nvGrpSpPr>
          <p:grpSpPr>
            <a:xfrm>
              <a:off x="6979428" y="2650604"/>
              <a:ext cx="4356706" cy="871965"/>
              <a:chOff x="6979428" y="2650604"/>
              <a:chExt cx="4356706" cy="871965"/>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A7DECBBD-8841-8249-3E88-FD2983F91567}"/>
                      </a:ext>
                    </a:extLst>
                  </p:cNvPr>
                  <p:cNvSpPr txBox="1"/>
                  <p:nvPr/>
                </p:nvSpPr>
                <p:spPr>
                  <a:xfrm>
                    <a:off x="6979429" y="2650604"/>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𝑝</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70" name="CaixaDeTexto 69">
                    <a:extLst>
                      <a:ext uri="{FF2B5EF4-FFF2-40B4-BE49-F238E27FC236}">
                        <a16:creationId xmlns:a16="http://schemas.microsoft.com/office/drawing/2014/main" id="{A7DECBBD-8841-8249-3E88-FD2983F91567}"/>
                      </a:ext>
                    </a:extLst>
                  </p:cNvPr>
                  <p:cNvSpPr txBox="1">
                    <a:spLocks noRot="1" noChangeAspect="1" noMove="1" noResize="1" noEditPoints="1" noAdjustHandles="1" noChangeArrowheads="1" noChangeShapeType="1" noTextEdit="1"/>
                  </p:cNvSpPr>
                  <p:nvPr/>
                </p:nvSpPr>
                <p:spPr>
                  <a:xfrm>
                    <a:off x="6979429" y="2650604"/>
                    <a:ext cx="4356705" cy="375167"/>
                  </a:xfrm>
                  <a:prstGeom prst="rect">
                    <a:avLst/>
                  </a:prstGeom>
                  <a:blipFill>
                    <a:blip r:embed="rId13"/>
                    <a:stretch>
                      <a:fillRect t="-6557" r="-5315"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E0EA366-401A-0B15-ECD8-6C476D682E13}"/>
                      </a:ext>
                    </a:extLst>
                  </p:cNvPr>
                  <p:cNvSpPr txBox="1"/>
                  <p:nvPr/>
                </p:nvSpPr>
                <p:spPr>
                  <a:xfrm>
                    <a:off x="6979428" y="3147402"/>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107" name="CaixaDeTexto 106">
                    <a:extLst>
                      <a:ext uri="{FF2B5EF4-FFF2-40B4-BE49-F238E27FC236}">
                        <a16:creationId xmlns:a16="http://schemas.microsoft.com/office/drawing/2014/main" id="{DE0EA366-401A-0B15-ECD8-6C476D682E13}"/>
                      </a:ext>
                    </a:extLst>
                  </p:cNvPr>
                  <p:cNvSpPr txBox="1">
                    <a:spLocks noRot="1" noChangeAspect="1" noMove="1" noResize="1" noEditPoints="1" noAdjustHandles="1" noChangeArrowheads="1" noChangeShapeType="1" noTextEdit="1"/>
                  </p:cNvSpPr>
                  <p:nvPr/>
                </p:nvSpPr>
                <p:spPr>
                  <a:xfrm>
                    <a:off x="6979428" y="3147402"/>
                    <a:ext cx="4356705" cy="375167"/>
                  </a:xfrm>
                  <a:prstGeom prst="rect">
                    <a:avLst/>
                  </a:prstGeom>
                  <a:blipFill>
                    <a:blip r:embed="rId14"/>
                    <a:stretch>
                      <a:fillRect t="-6452" r="-5175" b="-4839"/>
                    </a:stretch>
                  </a:blipFill>
                </p:spPr>
                <p:txBody>
                  <a:bodyPr/>
                  <a:lstStyle/>
                  <a:p>
                    <a:r>
                      <a:rPr lang="pt-BR">
                        <a:noFill/>
                      </a:rPr>
                      <a:t> </a:t>
                    </a:r>
                  </a:p>
                </p:txBody>
              </p:sp>
            </mc:Fallback>
          </mc:AlternateContent>
        </p:grpSp>
        <p:sp>
          <p:nvSpPr>
            <p:cNvPr id="109" name="Chave Esquerda 108">
              <a:extLst>
                <a:ext uri="{FF2B5EF4-FFF2-40B4-BE49-F238E27FC236}">
                  <a16:creationId xmlns:a16="http://schemas.microsoft.com/office/drawing/2014/main" id="{56A910FF-B773-18D5-9E1D-FB2687CE109A}"/>
                </a:ext>
              </a:extLst>
            </p:cNvPr>
            <p:cNvSpPr/>
            <p:nvPr/>
          </p:nvSpPr>
          <p:spPr>
            <a:xfrm>
              <a:off x="6943911" y="265095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sp>
        <p:nvSpPr>
          <p:cNvPr id="137" name="Elipse 136">
            <a:extLst>
              <a:ext uri="{FF2B5EF4-FFF2-40B4-BE49-F238E27FC236}">
                <a16:creationId xmlns:a16="http://schemas.microsoft.com/office/drawing/2014/main" id="{A3BDCC96-FBFE-9A16-93F2-D3E161626217}"/>
              </a:ext>
            </a:extLst>
          </p:cNvPr>
          <p:cNvSpPr/>
          <p:nvPr/>
        </p:nvSpPr>
        <p:spPr>
          <a:xfrm>
            <a:off x="1631922" y="4473227"/>
            <a:ext cx="1005840" cy="10058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138" name="Conector reto 137">
            <a:extLst>
              <a:ext uri="{FF2B5EF4-FFF2-40B4-BE49-F238E27FC236}">
                <a16:creationId xmlns:a16="http://schemas.microsoft.com/office/drawing/2014/main" id="{15F96408-C88C-9F1A-DE69-23F04D233CD3}"/>
              </a:ext>
            </a:extLst>
          </p:cNvPr>
          <p:cNvCxnSpPr>
            <a:cxnSpLocks/>
            <a:stCxn id="148" idx="7"/>
            <a:endCxn id="137" idx="7"/>
          </p:cNvCxnSpPr>
          <p:nvPr/>
        </p:nvCxnSpPr>
        <p:spPr>
          <a:xfrm flipV="1">
            <a:off x="2147709" y="4620529"/>
            <a:ext cx="342751" cy="32759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9" name="Elipse 138">
            <a:extLst>
              <a:ext uri="{FF2B5EF4-FFF2-40B4-BE49-F238E27FC236}">
                <a16:creationId xmlns:a16="http://schemas.microsoft.com/office/drawing/2014/main" id="{B157CFD6-7B1E-1658-D202-9E29A2FF6E78}"/>
              </a:ext>
            </a:extLst>
          </p:cNvPr>
          <p:cNvSpPr/>
          <p:nvPr/>
        </p:nvSpPr>
        <p:spPr>
          <a:xfrm>
            <a:off x="4730120" y="4475388"/>
            <a:ext cx="1005840" cy="10058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3" name="Arco 142">
            <a:extLst>
              <a:ext uri="{FF2B5EF4-FFF2-40B4-BE49-F238E27FC236}">
                <a16:creationId xmlns:a16="http://schemas.microsoft.com/office/drawing/2014/main" id="{D5CC91E1-7CB4-2B54-25A4-992F48B49800}"/>
              </a:ext>
            </a:extLst>
          </p:cNvPr>
          <p:cNvSpPr/>
          <p:nvPr/>
        </p:nvSpPr>
        <p:spPr>
          <a:xfrm>
            <a:off x="1654782" y="4779302"/>
            <a:ext cx="620140" cy="522273"/>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4" name="CaixaDeTexto 143">
                <a:extLst>
                  <a:ext uri="{FF2B5EF4-FFF2-40B4-BE49-F238E27FC236}">
                    <a16:creationId xmlns:a16="http://schemas.microsoft.com/office/drawing/2014/main" id="{E76BA359-1AC3-4ADA-963F-D89DB1536C34}"/>
                  </a:ext>
                </a:extLst>
              </p:cNvPr>
              <p:cNvSpPr txBox="1"/>
              <p:nvPr/>
            </p:nvSpPr>
            <p:spPr>
              <a:xfrm>
                <a:off x="2212272" y="4690638"/>
                <a:ext cx="356636"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144" name="CaixaDeTexto 143">
                <a:extLst>
                  <a:ext uri="{FF2B5EF4-FFF2-40B4-BE49-F238E27FC236}">
                    <a16:creationId xmlns:a16="http://schemas.microsoft.com/office/drawing/2014/main" id="{E76BA359-1AC3-4ADA-963F-D89DB1536C34}"/>
                  </a:ext>
                </a:extLst>
              </p:cNvPr>
              <p:cNvSpPr txBox="1">
                <a:spLocks noRot="1" noChangeAspect="1" noMove="1" noResize="1" noEditPoints="1" noAdjustHandles="1" noChangeArrowheads="1" noChangeShapeType="1" noTextEdit="1"/>
              </p:cNvSpPr>
              <p:nvPr/>
            </p:nvSpPr>
            <p:spPr>
              <a:xfrm>
                <a:off x="2212272" y="4690638"/>
                <a:ext cx="356636" cy="274627"/>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5" name="CaixaDeTexto 144">
                <a:extLst>
                  <a:ext uri="{FF2B5EF4-FFF2-40B4-BE49-F238E27FC236}">
                    <a16:creationId xmlns:a16="http://schemas.microsoft.com/office/drawing/2014/main" id="{72E0672A-FDDF-BED8-ED2D-25B545FDDE58}"/>
                  </a:ext>
                </a:extLst>
              </p:cNvPr>
              <p:cNvSpPr txBox="1"/>
              <p:nvPr/>
            </p:nvSpPr>
            <p:spPr>
              <a:xfrm>
                <a:off x="2270642" y="4894789"/>
                <a:ext cx="379976"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145" name="CaixaDeTexto 144">
                <a:extLst>
                  <a:ext uri="{FF2B5EF4-FFF2-40B4-BE49-F238E27FC236}">
                    <a16:creationId xmlns:a16="http://schemas.microsoft.com/office/drawing/2014/main" id="{72E0672A-FDDF-BED8-ED2D-25B545FDDE58}"/>
                  </a:ext>
                </a:extLst>
              </p:cNvPr>
              <p:cNvSpPr txBox="1">
                <a:spLocks noRot="1" noChangeAspect="1" noMove="1" noResize="1" noEditPoints="1" noAdjustHandles="1" noChangeArrowheads="1" noChangeShapeType="1" noTextEdit="1"/>
              </p:cNvSpPr>
              <p:nvPr/>
            </p:nvSpPr>
            <p:spPr>
              <a:xfrm>
                <a:off x="2270642" y="4894789"/>
                <a:ext cx="379976" cy="291298"/>
              </a:xfrm>
              <a:prstGeom prst="rect">
                <a:avLst/>
              </a:prstGeom>
              <a:blipFill>
                <a:blip r:embed="rId16"/>
                <a:stretch>
                  <a:fillRect/>
                </a:stretch>
              </a:blipFill>
            </p:spPr>
            <p:txBody>
              <a:bodyPr/>
              <a:lstStyle/>
              <a:p>
                <a:r>
                  <a:rPr lang="pt-BR">
                    <a:noFill/>
                  </a:rPr>
                  <a:t> </a:t>
                </a:r>
              </a:p>
            </p:txBody>
          </p:sp>
        </mc:Fallback>
      </mc:AlternateContent>
      <p:cxnSp>
        <p:nvCxnSpPr>
          <p:cNvPr id="146" name="Conector de Seta Reta 145">
            <a:extLst>
              <a:ext uri="{FF2B5EF4-FFF2-40B4-BE49-F238E27FC236}">
                <a16:creationId xmlns:a16="http://schemas.microsoft.com/office/drawing/2014/main" id="{B537A1AE-4494-DDDF-7E23-CA216CD8B7E6}"/>
              </a:ext>
            </a:extLst>
          </p:cNvPr>
          <p:cNvCxnSpPr>
            <a:cxnSpLocks/>
            <a:stCxn id="148" idx="7"/>
            <a:endCxn id="137" idx="7"/>
          </p:cNvCxnSpPr>
          <p:nvPr/>
        </p:nvCxnSpPr>
        <p:spPr>
          <a:xfrm flipV="1">
            <a:off x="2147709" y="4620529"/>
            <a:ext cx="342751" cy="3275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7" name="CaixaDeTexto 146">
                <a:extLst>
                  <a:ext uri="{FF2B5EF4-FFF2-40B4-BE49-F238E27FC236}">
                    <a16:creationId xmlns:a16="http://schemas.microsoft.com/office/drawing/2014/main" id="{AE6388B5-D179-1A28-2E51-87745D17CEAA}"/>
                  </a:ext>
                </a:extLst>
              </p:cNvPr>
              <p:cNvSpPr txBox="1"/>
              <p:nvPr/>
            </p:nvSpPr>
            <p:spPr>
              <a:xfrm>
                <a:off x="2000407" y="4537724"/>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147" name="CaixaDeTexto 146">
                <a:extLst>
                  <a:ext uri="{FF2B5EF4-FFF2-40B4-BE49-F238E27FC236}">
                    <a16:creationId xmlns:a16="http://schemas.microsoft.com/office/drawing/2014/main" id="{AE6388B5-D179-1A28-2E51-87745D17CEAA}"/>
                  </a:ext>
                </a:extLst>
              </p:cNvPr>
              <p:cNvSpPr txBox="1">
                <a:spLocks noRot="1" noChangeAspect="1" noMove="1" noResize="1" noEditPoints="1" noAdjustHandles="1" noChangeArrowheads="1" noChangeShapeType="1" noTextEdit="1"/>
              </p:cNvSpPr>
              <p:nvPr/>
            </p:nvSpPr>
            <p:spPr>
              <a:xfrm>
                <a:off x="2000407" y="4537724"/>
                <a:ext cx="367473" cy="324384"/>
              </a:xfrm>
              <a:prstGeom prst="rect">
                <a:avLst/>
              </a:prstGeom>
              <a:blipFill>
                <a:blip r:embed="rId17"/>
                <a:stretch>
                  <a:fillRect t="-9259" r="-10000"/>
                </a:stretch>
              </a:blipFill>
            </p:spPr>
            <p:txBody>
              <a:bodyPr/>
              <a:lstStyle/>
              <a:p>
                <a:r>
                  <a:rPr lang="pt-BR">
                    <a:noFill/>
                  </a:rPr>
                  <a:t> </a:t>
                </a:r>
              </a:p>
            </p:txBody>
          </p:sp>
        </mc:Fallback>
      </mc:AlternateContent>
      <p:cxnSp>
        <p:nvCxnSpPr>
          <p:cNvPr id="149" name="Conector de Seta Reta 148">
            <a:extLst>
              <a:ext uri="{FF2B5EF4-FFF2-40B4-BE49-F238E27FC236}">
                <a16:creationId xmlns:a16="http://schemas.microsoft.com/office/drawing/2014/main" id="{A62ED30F-0C13-1447-3565-2025591D3666}"/>
              </a:ext>
            </a:extLst>
          </p:cNvPr>
          <p:cNvCxnSpPr>
            <a:cxnSpLocks/>
            <a:endCxn id="139" idx="1"/>
          </p:cNvCxnSpPr>
          <p:nvPr/>
        </p:nvCxnSpPr>
        <p:spPr>
          <a:xfrm flipH="1" flipV="1">
            <a:off x="4877422"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0" name="CaixaDeTexto 149">
                <a:extLst>
                  <a:ext uri="{FF2B5EF4-FFF2-40B4-BE49-F238E27FC236}">
                    <a16:creationId xmlns:a16="http://schemas.microsoft.com/office/drawing/2014/main" id="{0550D8E6-8AFF-BD87-F245-D6EA4298D775}"/>
                  </a:ext>
                </a:extLst>
              </p:cNvPr>
              <p:cNvSpPr txBox="1"/>
              <p:nvPr/>
            </p:nvSpPr>
            <p:spPr>
              <a:xfrm>
                <a:off x="4960110"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150" name="CaixaDeTexto 149">
                <a:extLst>
                  <a:ext uri="{FF2B5EF4-FFF2-40B4-BE49-F238E27FC236}">
                    <a16:creationId xmlns:a16="http://schemas.microsoft.com/office/drawing/2014/main" id="{0550D8E6-8AFF-BD87-F245-D6EA4298D775}"/>
                  </a:ext>
                </a:extLst>
              </p:cNvPr>
              <p:cNvSpPr txBox="1">
                <a:spLocks noRot="1" noChangeAspect="1" noMove="1" noResize="1" noEditPoints="1" noAdjustHandles="1" noChangeArrowheads="1" noChangeShapeType="1" noTextEdit="1"/>
              </p:cNvSpPr>
              <p:nvPr/>
            </p:nvSpPr>
            <p:spPr>
              <a:xfrm>
                <a:off x="4960110" y="4580364"/>
                <a:ext cx="360612" cy="291298"/>
              </a:xfrm>
              <a:prstGeom prst="rect">
                <a:avLst/>
              </a:prstGeom>
              <a:blipFill>
                <a:blip r:embed="rId18"/>
                <a:stretch>
                  <a:fillRect r="-3390"/>
                </a:stretch>
              </a:blipFill>
            </p:spPr>
            <p:txBody>
              <a:bodyPr/>
              <a:lstStyle/>
              <a:p>
                <a:r>
                  <a:rPr lang="pt-BR">
                    <a:noFill/>
                  </a:rPr>
                  <a:t> </a:t>
                </a:r>
              </a:p>
            </p:txBody>
          </p:sp>
        </mc:Fallback>
      </mc:AlternateContent>
      <p:sp>
        <p:nvSpPr>
          <p:cNvPr id="151" name="Elipse 150">
            <a:extLst>
              <a:ext uri="{FF2B5EF4-FFF2-40B4-BE49-F238E27FC236}">
                <a16:creationId xmlns:a16="http://schemas.microsoft.com/office/drawing/2014/main" id="{E9021F1D-CA31-7D6A-4406-CDDEDF224CD8}"/>
              </a:ext>
            </a:extLst>
          </p:cNvPr>
          <p:cNvSpPr/>
          <p:nvPr/>
        </p:nvSpPr>
        <p:spPr>
          <a:xfrm>
            <a:off x="5210180" y="4952386"/>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54" name="CaixaDeTexto 153">
                <a:extLst>
                  <a:ext uri="{FF2B5EF4-FFF2-40B4-BE49-F238E27FC236}">
                    <a16:creationId xmlns:a16="http://schemas.microsoft.com/office/drawing/2014/main" id="{228935A9-A1BD-9580-C131-2399C269E132}"/>
                  </a:ext>
                </a:extLst>
              </p:cNvPr>
              <p:cNvSpPr txBox="1"/>
              <p:nvPr/>
            </p:nvSpPr>
            <p:spPr>
              <a:xfrm>
                <a:off x="1872499" y="5009891"/>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154" name="CaixaDeTexto 153">
                <a:extLst>
                  <a:ext uri="{FF2B5EF4-FFF2-40B4-BE49-F238E27FC236}">
                    <a16:creationId xmlns:a16="http://schemas.microsoft.com/office/drawing/2014/main" id="{228935A9-A1BD-9580-C131-2399C269E132}"/>
                  </a:ext>
                </a:extLst>
              </p:cNvPr>
              <p:cNvSpPr txBox="1">
                <a:spLocks noRot="1" noChangeAspect="1" noMove="1" noResize="1" noEditPoints="1" noAdjustHandles="1" noChangeArrowheads="1" noChangeShapeType="1" noTextEdit="1"/>
              </p:cNvSpPr>
              <p:nvPr/>
            </p:nvSpPr>
            <p:spPr>
              <a:xfrm>
                <a:off x="1872499" y="5009891"/>
                <a:ext cx="518091" cy="261610"/>
              </a:xfrm>
              <a:prstGeom prst="rect">
                <a:avLst/>
              </a:prstGeom>
              <a:blipFill>
                <a:blip r:embed="rId19"/>
                <a:stretch>
                  <a:fillRect b="-2326"/>
                </a:stretch>
              </a:blipFill>
            </p:spPr>
            <p:txBody>
              <a:bodyPr/>
              <a:lstStyle/>
              <a:p>
                <a:r>
                  <a:rPr lang="pt-BR">
                    <a:noFill/>
                  </a:rPr>
                  <a:t> </a:t>
                </a:r>
              </a:p>
            </p:txBody>
          </p:sp>
        </mc:Fallback>
      </mc:AlternateContent>
      <p:grpSp>
        <p:nvGrpSpPr>
          <p:cNvPr id="170" name="Agrupar 169">
            <a:extLst>
              <a:ext uri="{FF2B5EF4-FFF2-40B4-BE49-F238E27FC236}">
                <a16:creationId xmlns:a16="http://schemas.microsoft.com/office/drawing/2014/main" id="{BB73D790-27B5-1445-9E89-2BBF406FCB04}"/>
              </a:ext>
            </a:extLst>
          </p:cNvPr>
          <p:cNvGrpSpPr/>
          <p:nvPr/>
        </p:nvGrpSpPr>
        <p:grpSpPr>
          <a:xfrm>
            <a:off x="2155700" y="4812307"/>
            <a:ext cx="3054480" cy="307777"/>
            <a:chOff x="2014932" y="4810398"/>
            <a:chExt cx="3054480" cy="307777"/>
          </a:xfrm>
        </p:grpSpPr>
        <p:cxnSp>
          <p:nvCxnSpPr>
            <p:cNvPr id="141" name="Conector de Seta Reta 140">
              <a:extLst>
                <a:ext uri="{FF2B5EF4-FFF2-40B4-BE49-F238E27FC236}">
                  <a16:creationId xmlns:a16="http://schemas.microsoft.com/office/drawing/2014/main" id="{D514260F-50E9-1A3F-C48E-438997749117}"/>
                </a:ext>
              </a:extLst>
            </p:cNvPr>
            <p:cNvCxnSpPr>
              <a:cxnSpLocks/>
            </p:cNvCxnSpPr>
            <p:nvPr/>
          </p:nvCxnSpPr>
          <p:spPr>
            <a:xfrm>
              <a:off x="2014932" y="4973986"/>
              <a:ext cx="305448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165" name="Agrupar 164">
              <a:extLst>
                <a:ext uri="{FF2B5EF4-FFF2-40B4-BE49-F238E27FC236}">
                  <a16:creationId xmlns:a16="http://schemas.microsoft.com/office/drawing/2014/main" id="{B3E3E7CA-2BE4-E481-7E10-CBACD61EA127}"/>
                </a:ext>
              </a:extLst>
            </p:cNvPr>
            <p:cNvGrpSpPr/>
            <p:nvPr/>
          </p:nvGrpSpPr>
          <p:grpSpPr>
            <a:xfrm>
              <a:off x="3487118" y="4810398"/>
              <a:ext cx="323165" cy="307777"/>
              <a:chOff x="3432139" y="4750389"/>
              <a:chExt cx="323165" cy="307777"/>
            </a:xfrm>
          </p:grpSpPr>
          <p:sp>
            <p:nvSpPr>
              <p:cNvPr id="163" name="Retângulo 162">
                <a:extLst>
                  <a:ext uri="{FF2B5EF4-FFF2-40B4-BE49-F238E27FC236}">
                    <a16:creationId xmlns:a16="http://schemas.microsoft.com/office/drawing/2014/main" id="{16F0A3AB-493C-808F-67F0-ECF7FD5DFB9E}"/>
                  </a:ext>
                </a:extLst>
              </p:cNvPr>
              <p:cNvSpPr/>
              <p:nvPr/>
            </p:nvSpPr>
            <p:spPr>
              <a:xfrm>
                <a:off x="3503712" y="4761148"/>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0" name="CaixaDeTexto 139">
                    <a:extLst>
                      <a:ext uri="{FF2B5EF4-FFF2-40B4-BE49-F238E27FC236}">
                        <a16:creationId xmlns:a16="http://schemas.microsoft.com/office/drawing/2014/main" id="{8F8E8CCE-6E96-B01A-1BE5-54881D29AF3E}"/>
                      </a:ext>
                    </a:extLst>
                  </p:cNvPr>
                  <p:cNvSpPr txBox="1"/>
                  <p:nvPr/>
                </p:nvSpPr>
                <p:spPr>
                  <a:xfrm>
                    <a:off x="3432139" y="4750389"/>
                    <a:ext cx="32316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140" name="CaixaDeTexto 139">
                    <a:extLst>
                      <a:ext uri="{FF2B5EF4-FFF2-40B4-BE49-F238E27FC236}">
                        <a16:creationId xmlns:a16="http://schemas.microsoft.com/office/drawing/2014/main" id="{8F8E8CCE-6E96-B01A-1BE5-54881D29AF3E}"/>
                      </a:ext>
                    </a:extLst>
                  </p:cNvPr>
                  <p:cNvSpPr txBox="1">
                    <a:spLocks noRot="1" noChangeAspect="1" noMove="1" noResize="1" noEditPoints="1" noAdjustHandles="1" noChangeArrowheads="1" noChangeShapeType="1" noTextEdit="1"/>
                  </p:cNvSpPr>
                  <p:nvPr/>
                </p:nvSpPr>
                <p:spPr>
                  <a:xfrm>
                    <a:off x="3432139" y="4750389"/>
                    <a:ext cx="323165" cy="307777"/>
                  </a:xfrm>
                  <a:prstGeom prst="rect">
                    <a:avLst/>
                  </a:prstGeom>
                  <a:blipFill>
                    <a:blip r:embed="rId20"/>
                    <a:stretch>
                      <a:fillRect t="-11765" r="-11321"/>
                    </a:stretch>
                  </a:blipFill>
                </p:spPr>
                <p:txBody>
                  <a:bodyPr/>
                  <a:lstStyle/>
                  <a:p>
                    <a:r>
                      <a:rPr lang="pt-BR">
                        <a:noFill/>
                      </a:rPr>
                      <a:t> </a:t>
                    </a:r>
                  </a:p>
                </p:txBody>
              </p:sp>
            </mc:Fallback>
          </mc:AlternateContent>
        </p:grpSp>
      </p:grpSp>
      <p:grpSp>
        <p:nvGrpSpPr>
          <p:cNvPr id="167" name="Agrupar 166">
            <a:extLst>
              <a:ext uri="{FF2B5EF4-FFF2-40B4-BE49-F238E27FC236}">
                <a16:creationId xmlns:a16="http://schemas.microsoft.com/office/drawing/2014/main" id="{8A2CDBCD-4BAD-47E1-E4CC-C12C2F010740}"/>
              </a:ext>
            </a:extLst>
          </p:cNvPr>
          <p:cNvGrpSpPr/>
          <p:nvPr/>
        </p:nvGrpSpPr>
        <p:grpSpPr>
          <a:xfrm>
            <a:off x="3790303" y="4418015"/>
            <a:ext cx="323165" cy="324384"/>
            <a:chOff x="3432139" y="4750389"/>
            <a:chExt cx="323165" cy="324384"/>
          </a:xfrm>
        </p:grpSpPr>
        <p:sp>
          <p:nvSpPr>
            <p:cNvPr id="168" name="Retângulo 167">
              <a:extLst>
                <a:ext uri="{FF2B5EF4-FFF2-40B4-BE49-F238E27FC236}">
                  <a16:creationId xmlns:a16="http://schemas.microsoft.com/office/drawing/2014/main" id="{46E5D5DB-43ED-4206-FBBD-AD7C5A90A2E1}"/>
                </a:ext>
              </a:extLst>
            </p:cNvPr>
            <p:cNvSpPr/>
            <p:nvPr/>
          </p:nvSpPr>
          <p:spPr>
            <a:xfrm>
              <a:off x="3503712" y="4761148"/>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69" name="CaixaDeTexto 168">
                  <a:extLst>
                    <a:ext uri="{FF2B5EF4-FFF2-40B4-BE49-F238E27FC236}">
                      <a16:creationId xmlns:a16="http://schemas.microsoft.com/office/drawing/2014/main" id="{BC9AFC3E-7134-6441-1E38-832054D739F0}"/>
                    </a:ext>
                  </a:extLst>
                </p:cNvPr>
                <p:cNvSpPr txBox="1"/>
                <p:nvPr/>
              </p:nvSpPr>
              <p:spPr>
                <a:xfrm>
                  <a:off x="3432139" y="4750389"/>
                  <a:ext cx="323165"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chemeClr val="tx1"/>
                                </a:solidFill>
                                <a:latin typeface="Cambria Math" panose="02040503050406030204" pitchFamily="18" charset="0"/>
                              </a:rPr>
                            </m:ctrlPr>
                          </m:sSubPr>
                          <m:e>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𝑟</m:t>
                                </m:r>
                              </m:e>
                            </m:acc>
                          </m:e>
                          <m:sub>
                            <m:r>
                              <a:rPr lang="pt-BR" sz="1400" b="0" i="1" smtClean="0">
                                <a:solidFill>
                                  <a:schemeClr val="tx1"/>
                                </a:solidFill>
                                <a:latin typeface="Cambria Math" panose="02040503050406030204" pitchFamily="18" charset="0"/>
                              </a:rPr>
                              <m:t>𝑞</m:t>
                            </m:r>
                          </m:sub>
                        </m:sSub>
                      </m:oMath>
                    </m:oMathPara>
                  </a14:m>
                  <a:endParaRPr lang="pt-BR" sz="1400">
                    <a:solidFill>
                      <a:schemeClr val="tx1"/>
                    </a:solidFill>
                  </a:endParaRPr>
                </a:p>
              </p:txBody>
            </p:sp>
          </mc:Choice>
          <mc:Fallback xmlns="">
            <p:sp>
              <p:nvSpPr>
                <p:cNvPr id="169" name="CaixaDeTexto 168">
                  <a:extLst>
                    <a:ext uri="{FF2B5EF4-FFF2-40B4-BE49-F238E27FC236}">
                      <a16:creationId xmlns:a16="http://schemas.microsoft.com/office/drawing/2014/main" id="{BC9AFC3E-7134-6441-1E38-832054D739F0}"/>
                    </a:ext>
                  </a:extLst>
                </p:cNvPr>
                <p:cNvSpPr txBox="1">
                  <a:spLocks noRot="1" noChangeAspect="1" noMove="1" noResize="1" noEditPoints="1" noAdjustHandles="1" noChangeArrowheads="1" noChangeShapeType="1" noTextEdit="1"/>
                </p:cNvSpPr>
                <p:nvPr/>
              </p:nvSpPr>
              <p:spPr>
                <a:xfrm>
                  <a:off x="3432139" y="4750389"/>
                  <a:ext cx="323165" cy="324384"/>
                </a:xfrm>
                <a:prstGeom prst="rect">
                  <a:avLst/>
                </a:prstGeom>
                <a:blipFill>
                  <a:blip r:embed="rId21"/>
                  <a:stretch>
                    <a:fillRect t="-9434" r="-3774"/>
                  </a:stretch>
                </a:blipFill>
              </p:spPr>
              <p:txBody>
                <a:bodyPr/>
                <a:lstStyle/>
                <a:p>
                  <a:r>
                    <a:rPr lang="pt-BR">
                      <a:noFill/>
                    </a:rPr>
                    <a:t> </a:t>
                  </a:r>
                </a:p>
              </p:txBody>
            </p:sp>
          </mc:Fallback>
        </mc:AlternateContent>
      </p:grpSp>
      <p:grpSp>
        <p:nvGrpSpPr>
          <p:cNvPr id="172" name="Agrupar 171">
            <a:extLst>
              <a:ext uri="{FF2B5EF4-FFF2-40B4-BE49-F238E27FC236}">
                <a16:creationId xmlns:a16="http://schemas.microsoft.com/office/drawing/2014/main" id="{1982672A-104B-7FC0-4D03-231A458FB04C}"/>
              </a:ext>
            </a:extLst>
          </p:cNvPr>
          <p:cNvGrpSpPr/>
          <p:nvPr/>
        </p:nvGrpSpPr>
        <p:grpSpPr>
          <a:xfrm>
            <a:off x="403988" y="4784730"/>
            <a:ext cx="687372" cy="307777"/>
            <a:chOff x="1698324" y="3917643"/>
            <a:chExt cx="687372" cy="307777"/>
          </a:xfrm>
        </p:grpSpPr>
        <mc:AlternateContent xmlns:mc="http://schemas.openxmlformats.org/markup-compatibility/2006" xmlns:a14="http://schemas.microsoft.com/office/drawing/2010/main">
          <mc:Choice Requires="a14">
            <p:sp>
              <p:nvSpPr>
                <p:cNvPr id="166" name="CaixaDeTexto 165">
                  <a:extLst>
                    <a:ext uri="{FF2B5EF4-FFF2-40B4-BE49-F238E27FC236}">
                      <a16:creationId xmlns:a16="http://schemas.microsoft.com/office/drawing/2014/main" id="{A82C9BBC-F747-C028-B620-35C7FAD20589}"/>
                    </a:ext>
                  </a:extLst>
                </p:cNvPr>
                <p:cNvSpPr txBox="1"/>
                <p:nvPr/>
              </p:nvSpPr>
              <p:spPr>
                <a:xfrm>
                  <a:off x="1698324" y="3917643"/>
                  <a:ext cx="65691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𝑝</m:t>
                            </m:r>
                          </m:e>
                        </m:acc>
                        <m:r>
                          <a:rPr lang="pt-BR" sz="1400" b="0" i="1" smtClean="0">
                            <a:solidFill>
                              <a:schemeClr val="tx1"/>
                            </a:solidFill>
                            <a:latin typeface="Cambria Math" panose="02040503050406030204" pitchFamily="18" charset="0"/>
                          </a:rPr>
                          <m:t>=0</m:t>
                        </m:r>
                      </m:oMath>
                    </m:oMathPara>
                  </a14:m>
                  <a:endParaRPr lang="pt-BR" sz="1400" b="0">
                    <a:solidFill>
                      <a:schemeClr val="tx1"/>
                    </a:solidFill>
                  </a:endParaRPr>
                </a:p>
              </p:txBody>
            </p:sp>
          </mc:Choice>
          <mc:Fallback xmlns="">
            <p:sp>
              <p:nvSpPr>
                <p:cNvPr id="166" name="CaixaDeTexto 165">
                  <a:extLst>
                    <a:ext uri="{FF2B5EF4-FFF2-40B4-BE49-F238E27FC236}">
                      <a16:creationId xmlns:a16="http://schemas.microsoft.com/office/drawing/2014/main" id="{A82C9BBC-F747-C028-B620-35C7FAD20589}"/>
                    </a:ext>
                  </a:extLst>
                </p:cNvPr>
                <p:cNvSpPr txBox="1">
                  <a:spLocks noRot="1" noChangeAspect="1" noMove="1" noResize="1" noEditPoints="1" noAdjustHandles="1" noChangeArrowheads="1" noChangeShapeType="1" noTextEdit="1"/>
                </p:cNvSpPr>
                <p:nvPr/>
              </p:nvSpPr>
              <p:spPr>
                <a:xfrm>
                  <a:off x="1698324" y="3917643"/>
                  <a:ext cx="656911" cy="307777"/>
                </a:xfrm>
                <a:prstGeom prst="rect">
                  <a:avLst/>
                </a:prstGeom>
                <a:blipFill>
                  <a:blip r:embed="rId22"/>
                  <a:stretch>
                    <a:fillRect t="-12000" b="-2000"/>
                  </a:stretch>
                </a:blipFill>
              </p:spPr>
              <p:txBody>
                <a:bodyPr/>
                <a:lstStyle/>
                <a:p>
                  <a:r>
                    <a:rPr lang="pt-BR">
                      <a:noFill/>
                    </a:rPr>
                    <a:t> </a:t>
                  </a:r>
                </a:p>
              </p:txBody>
            </p:sp>
          </mc:Fallback>
        </mc:AlternateContent>
        <p:sp>
          <p:nvSpPr>
            <p:cNvPr id="171" name="Retângulo 170">
              <a:extLst>
                <a:ext uri="{FF2B5EF4-FFF2-40B4-BE49-F238E27FC236}">
                  <a16:creationId xmlns:a16="http://schemas.microsoft.com/office/drawing/2014/main" id="{02CB6E6A-0F3A-5D69-B1CD-277FDC3037EB}"/>
                </a:ext>
              </a:extLst>
            </p:cNvPr>
            <p:cNvSpPr/>
            <p:nvPr/>
          </p:nvSpPr>
          <p:spPr>
            <a:xfrm>
              <a:off x="1698324" y="3917643"/>
              <a:ext cx="687372" cy="307777"/>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cxnSp>
        <p:nvCxnSpPr>
          <p:cNvPr id="156" name="Conector de Seta Reta 155">
            <a:extLst>
              <a:ext uri="{FF2B5EF4-FFF2-40B4-BE49-F238E27FC236}">
                <a16:creationId xmlns:a16="http://schemas.microsoft.com/office/drawing/2014/main" id="{04565E15-2E9E-B47D-BBFE-D082939028E0}"/>
              </a:ext>
            </a:extLst>
          </p:cNvPr>
          <p:cNvCxnSpPr>
            <a:cxnSpLocks/>
          </p:cNvCxnSpPr>
          <p:nvPr/>
        </p:nvCxnSpPr>
        <p:spPr>
          <a:xfrm flipV="1">
            <a:off x="2146774" y="4622690"/>
            <a:ext cx="2723017" cy="3415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2" name="Conector reto 141">
            <a:extLst>
              <a:ext uri="{FF2B5EF4-FFF2-40B4-BE49-F238E27FC236}">
                <a16:creationId xmlns:a16="http://schemas.microsoft.com/office/drawing/2014/main" id="{308A1BBC-82BB-C4CF-E29D-E1FB615D3E79}"/>
              </a:ext>
            </a:extLst>
          </p:cNvPr>
          <p:cNvCxnSpPr>
            <a:cxnSpLocks/>
          </p:cNvCxnSpPr>
          <p:nvPr/>
        </p:nvCxnSpPr>
        <p:spPr>
          <a:xfrm>
            <a:off x="2131545" y="4973986"/>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8" name="Elipse 147">
            <a:extLst>
              <a:ext uri="{FF2B5EF4-FFF2-40B4-BE49-F238E27FC236}">
                <a16:creationId xmlns:a16="http://schemas.microsoft.com/office/drawing/2014/main" id="{35391369-9161-1CA2-3441-E46D838D474D}"/>
              </a:ext>
            </a:extLst>
          </p:cNvPr>
          <p:cNvSpPr/>
          <p:nvPr/>
        </p:nvSpPr>
        <p:spPr>
          <a:xfrm>
            <a:off x="2108685" y="4941427"/>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576449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Elipse 38">
            <a:extLst>
              <a:ext uri="{FF2B5EF4-FFF2-40B4-BE49-F238E27FC236}">
                <a16:creationId xmlns:a16="http://schemas.microsoft.com/office/drawing/2014/main" id="{DDC0B1C0-326B-5A6A-6367-C5197EAFD90A}"/>
              </a:ext>
            </a:extLst>
          </p:cNvPr>
          <p:cNvSpPr/>
          <p:nvPr/>
        </p:nvSpPr>
        <p:spPr>
          <a:xfrm>
            <a:off x="1631504" y="1124744"/>
            <a:ext cx="1005840" cy="1005840"/>
          </a:xfrm>
          <a:prstGeom prst="ellipse">
            <a:avLst/>
          </a:prstGeom>
          <a:noFill/>
          <a:ln w="19050">
            <a:solidFill>
              <a:schemeClr val="tx2">
                <a:lumMod val="90000"/>
                <a:lumOff val="1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 name="Elipse 1">
            <a:extLst>
              <a:ext uri="{FF2B5EF4-FFF2-40B4-BE49-F238E27FC236}">
                <a16:creationId xmlns:a16="http://schemas.microsoft.com/office/drawing/2014/main" id="{5190BEF2-9F43-A48F-4ECB-F20D4FF0E227}"/>
              </a:ext>
            </a:extLst>
          </p:cNvPr>
          <p:cNvSpPr/>
          <p:nvPr/>
        </p:nvSpPr>
        <p:spPr>
          <a:xfrm>
            <a:off x="4729702" y="1126905"/>
            <a:ext cx="1005840" cy="1005840"/>
          </a:xfrm>
          <a:prstGeom prst="ellipse">
            <a:avLst/>
          </a:prstGeom>
          <a:noFill/>
          <a:ln w="19050">
            <a:solidFill>
              <a:schemeClr val="accent1">
                <a:lumMod val="60000"/>
                <a:lumOff val="4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42" name="Conector de Seta Reta 41">
            <a:extLst>
              <a:ext uri="{FF2B5EF4-FFF2-40B4-BE49-F238E27FC236}">
                <a16:creationId xmlns:a16="http://schemas.microsoft.com/office/drawing/2014/main" id="{B1570981-55A4-BF07-0DCD-94E7E3AB486B}"/>
              </a:ext>
            </a:extLst>
          </p:cNvPr>
          <p:cNvCxnSpPr>
            <a:cxnSpLocks/>
            <a:stCxn id="52" idx="1"/>
            <a:endCxn id="12" idx="5"/>
          </p:cNvCxnSpPr>
          <p:nvPr/>
        </p:nvCxnSpPr>
        <p:spPr>
          <a:xfrm flipH="1" flipV="1">
            <a:off x="2529307" y="1306536"/>
            <a:ext cx="1032058" cy="15284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4F3CD97-3E4C-E20C-001F-392E19689A2D}"/>
                  </a:ext>
                </a:extLst>
              </p:cNvPr>
              <p:cNvSpPr txBox="1"/>
              <p:nvPr/>
            </p:nvSpPr>
            <p:spPr>
              <a:xfrm>
                <a:off x="2713149" y="1898179"/>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54" name="CaixaDeTexto 53">
                <a:extLst>
                  <a:ext uri="{FF2B5EF4-FFF2-40B4-BE49-F238E27FC236}">
                    <a16:creationId xmlns:a16="http://schemas.microsoft.com/office/drawing/2014/main" id="{A4F3CD97-3E4C-E20C-001F-392E19689A2D}"/>
                  </a:ext>
                </a:extLst>
              </p:cNvPr>
              <p:cNvSpPr txBox="1">
                <a:spLocks noRot="1" noChangeAspect="1" noMove="1" noResize="1" noEditPoints="1" noAdjustHandles="1" noChangeArrowheads="1" noChangeShapeType="1" noTextEdit="1"/>
              </p:cNvSpPr>
              <p:nvPr/>
            </p:nvSpPr>
            <p:spPr>
              <a:xfrm>
                <a:off x="2713149" y="1898179"/>
                <a:ext cx="367473" cy="324384"/>
              </a:xfrm>
              <a:prstGeom prst="rect">
                <a:avLst/>
              </a:prstGeom>
              <a:blipFill>
                <a:blip r:embed="rId2"/>
                <a:stretch>
                  <a:fillRect t="-9259" r="-10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898C49C5-814C-1386-43E2-54B3C507507B}"/>
                  </a:ext>
                </a:extLst>
              </p:cNvPr>
              <p:cNvSpPr txBox="1"/>
              <p:nvPr/>
            </p:nvSpPr>
            <p:spPr>
              <a:xfrm>
                <a:off x="3313431" y="2869903"/>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4" name="CaixaDeTexto 33">
                <a:extLst>
                  <a:ext uri="{FF2B5EF4-FFF2-40B4-BE49-F238E27FC236}">
                    <a16:creationId xmlns:a16="http://schemas.microsoft.com/office/drawing/2014/main" id="{898C49C5-814C-1386-43E2-54B3C507507B}"/>
                  </a:ext>
                </a:extLst>
              </p:cNvPr>
              <p:cNvSpPr txBox="1">
                <a:spLocks noRot="1" noChangeAspect="1" noMove="1" noResize="1" noEditPoints="1" noAdjustHandles="1" noChangeArrowheads="1" noChangeShapeType="1" noTextEdit="1"/>
              </p:cNvSpPr>
              <p:nvPr/>
            </p:nvSpPr>
            <p:spPr>
              <a:xfrm>
                <a:off x="3313431" y="2869903"/>
                <a:ext cx="518091" cy="261610"/>
              </a:xfrm>
              <a:prstGeom prst="rect">
                <a:avLst/>
              </a:prstGeom>
              <a:blipFill>
                <a:blip r:embed="rId3"/>
                <a:stretch>
                  <a:fillRect b="-2326"/>
                </a:stretch>
              </a:blipFill>
            </p:spPr>
            <p:txBody>
              <a:bodyPr/>
              <a:lstStyle/>
              <a:p>
                <a:r>
                  <a:rPr lang="pt-BR">
                    <a:noFill/>
                  </a:rPr>
                  <a:t> </a:t>
                </a:r>
              </a:p>
            </p:txBody>
          </p:sp>
        </mc:Fallback>
      </mc:AlternateContent>
      <p:grpSp>
        <p:nvGrpSpPr>
          <p:cNvPr id="110" name="Agrupar 109">
            <a:extLst>
              <a:ext uri="{FF2B5EF4-FFF2-40B4-BE49-F238E27FC236}">
                <a16:creationId xmlns:a16="http://schemas.microsoft.com/office/drawing/2014/main" id="{8497BA6C-89E3-8DC0-A90B-A4EF4DDAEBC8}"/>
              </a:ext>
            </a:extLst>
          </p:cNvPr>
          <p:cNvGrpSpPr/>
          <p:nvPr/>
        </p:nvGrpSpPr>
        <p:grpSpPr>
          <a:xfrm>
            <a:off x="6699424" y="1432299"/>
            <a:ext cx="4392223" cy="914749"/>
            <a:chOff x="6943911" y="2650604"/>
            <a:chExt cx="4392223" cy="914749"/>
          </a:xfrm>
        </p:grpSpPr>
        <p:grpSp>
          <p:nvGrpSpPr>
            <p:cNvPr id="108" name="Agrupar 107">
              <a:extLst>
                <a:ext uri="{FF2B5EF4-FFF2-40B4-BE49-F238E27FC236}">
                  <a16:creationId xmlns:a16="http://schemas.microsoft.com/office/drawing/2014/main" id="{C7366F91-043F-FD71-E6CB-A8A347854022}"/>
                </a:ext>
              </a:extLst>
            </p:cNvPr>
            <p:cNvGrpSpPr/>
            <p:nvPr/>
          </p:nvGrpSpPr>
          <p:grpSpPr>
            <a:xfrm>
              <a:off x="6979428" y="2650604"/>
              <a:ext cx="4356706" cy="871965"/>
              <a:chOff x="6979428" y="2650604"/>
              <a:chExt cx="4356706" cy="871965"/>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A7DECBBD-8841-8249-3E88-FD2983F91567}"/>
                      </a:ext>
                    </a:extLst>
                  </p:cNvPr>
                  <p:cNvSpPr txBox="1"/>
                  <p:nvPr/>
                </p:nvSpPr>
                <p:spPr>
                  <a:xfrm>
                    <a:off x="6979429" y="2650604"/>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𝑝</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70" name="CaixaDeTexto 69">
                    <a:extLst>
                      <a:ext uri="{FF2B5EF4-FFF2-40B4-BE49-F238E27FC236}">
                        <a16:creationId xmlns:a16="http://schemas.microsoft.com/office/drawing/2014/main" id="{A7DECBBD-8841-8249-3E88-FD2983F91567}"/>
                      </a:ext>
                    </a:extLst>
                  </p:cNvPr>
                  <p:cNvSpPr txBox="1">
                    <a:spLocks noRot="1" noChangeAspect="1" noMove="1" noResize="1" noEditPoints="1" noAdjustHandles="1" noChangeArrowheads="1" noChangeShapeType="1" noTextEdit="1"/>
                  </p:cNvSpPr>
                  <p:nvPr/>
                </p:nvSpPr>
                <p:spPr>
                  <a:xfrm>
                    <a:off x="6979429" y="2650604"/>
                    <a:ext cx="4356705" cy="375167"/>
                  </a:xfrm>
                  <a:prstGeom prst="rect">
                    <a:avLst/>
                  </a:prstGeom>
                  <a:blipFill>
                    <a:blip r:embed="rId5"/>
                    <a:stretch>
                      <a:fillRect t="-6452" r="-5455" b="-483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E0EA366-401A-0B15-ECD8-6C476D682E13}"/>
                      </a:ext>
                    </a:extLst>
                  </p:cNvPr>
                  <p:cNvSpPr txBox="1"/>
                  <p:nvPr/>
                </p:nvSpPr>
                <p:spPr>
                  <a:xfrm>
                    <a:off x="6979428" y="3147402"/>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107" name="CaixaDeTexto 106">
                    <a:extLst>
                      <a:ext uri="{FF2B5EF4-FFF2-40B4-BE49-F238E27FC236}">
                        <a16:creationId xmlns:a16="http://schemas.microsoft.com/office/drawing/2014/main" id="{DE0EA366-401A-0B15-ECD8-6C476D682E13}"/>
                      </a:ext>
                    </a:extLst>
                  </p:cNvPr>
                  <p:cNvSpPr txBox="1">
                    <a:spLocks noRot="1" noChangeAspect="1" noMove="1" noResize="1" noEditPoints="1" noAdjustHandles="1" noChangeArrowheads="1" noChangeShapeType="1" noTextEdit="1"/>
                  </p:cNvSpPr>
                  <p:nvPr/>
                </p:nvSpPr>
                <p:spPr>
                  <a:xfrm>
                    <a:off x="6979428" y="3147402"/>
                    <a:ext cx="4356705" cy="375167"/>
                  </a:xfrm>
                  <a:prstGeom prst="rect">
                    <a:avLst/>
                  </a:prstGeom>
                  <a:blipFill>
                    <a:blip r:embed="rId6"/>
                    <a:stretch>
                      <a:fillRect t="-6452" r="-5315" b="-4839"/>
                    </a:stretch>
                  </a:blipFill>
                </p:spPr>
                <p:txBody>
                  <a:bodyPr/>
                  <a:lstStyle/>
                  <a:p>
                    <a:r>
                      <a:rPr lang="pt-BR">
                        <a:noFill/>
                      </a:rPr>
                      <a:t> </a:t>
                    </a:r>
                  </a:p>
                </p:txBody>
              </p:sp>
            </mc:Fallback>
          </mc:AlternateContent>
        </p:grpSp>
        <p:sp>
          <p:nvSpPr>
            <p:cNvPr id="109" name="Chave Esquerda 108">
              <a:extLst>
                <a:ext uri="{FF2B5EF4-FFF2-40B4-BE49-F238E27FC236}">
                  <a16:creationId xmlns:a16="http://schemas.microsoft.com/office/drawing/2014/main" id="{56A910FF-B773-18D5-9E1D-FB2687CE109A}"/>
                </a:ext>
              </a:extLst>
            </p:cNvPr>
            <p:cNvSpPr/>
            <p:nvPr/>
          </p:nvSpPr>
          <p:spPr>
            <a:xfrm>
              <a:off x="6943911" y="265095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sp>
        <p:nvSpPr>
          <p:cNvPr id="64" name="Elipse 63">
            <a:extLst>
              <a:ext uri="{FF2B5EF4-FFF2-40B4-BE49-F238E27FC236}">
                <a16:creationId xmlns:a16="http://schemas.microsoft.com/office/drawing/2014/main" id="{D56D16F1-26E3-62A7-45A8-3236147FBBC2}"/>
              </a:ext>
            </a:extLst>
          </p:cNvPr>
          <p:cNvSpPr/>
          <p:nvPr/>
        </p:nvSpPr>
        <p:spPr>
          <a:xfrm>
            <a:off x="2108267" y="159294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14CC4BDD-6C75-2284-8648-D592C4CDAEEC}"/>
                  </a:ext>
                </a:extLst>
              </p:cNvPr>
              <p:cNvSpPr txBox="1"/>
              <p:nvPr/>
            </p:nvSpPr>
            <p:spPr>
              <a:xfrm>
                <a:off x="6699424" y="672609"/>
                <a:ext cx="2241383" cy="554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i="1" smtClean="0">
                          <a:latin typeface="Cambria Math" panose="02040503050406030204" pitchFamily="18" charset="0"/>
                        </a:rPr>
                        <m:t>𝐺</m:t>
                      </m:r>
                      <m:d>
                        <m:dPr>
                          <m:ctrlPr>
                            <a:rPr lang="pt-BR" sz="1600" b="0" i="1" smtClean="0">
                              <a:latin typeface="Cambria Math" panose="02040503050406030204" pitchFamily="18" charset="0"/>
                            </a:rPr>
                          </m:ctrlPr>
                        </m:dPr>
                        <m:e>
                          <m:acc>
                            <m:accPr>
                              <m:chr m:val="⃗"/>
                              <m:ctrlPr>
                                <a:rPr lang="pt-BR" sz="1600" b="0" i="1" smtClean="0">
                                  <a:latin typeface="Cambria Math" panose="02040503050406030204" pitchFamily="18" charset="0"/>
                                </a:rPr>
                              </m:ctrlPr>
                            </m:accPr>
                            <m:e>
                              <m:r>
                                <a:rPr lang="pt-BR" sz="1600" b="0" i="1" smtClean="0">
                                  <a:latin typeface="Cambria Math" panose="02040503050406030204" pitchFamily="18" charset="0"/>
                                </a:rPr>
                                <m:t>𝑟</m:t>
                              </m:r>
                            </m:e>
                          </m:acc>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p>
                              <m:r>
                                <a:rPr lang="pt-BR" sz="1600" b="0" i="1" smtClean="0">
                                  <a:latin typeface="Cambria Math" panose="02040503050406030204" pitchFamily="18" charset="0"/>
                                </a:rPr>
                                <m:t>′</m:t>
                              </m:r>
                            </m:sup>
                          </m:sSup>
                        </m:e>
                      </m:d>
                      <m:r>
                        <a:rPr lang="pt-BR" sz="1600" b="0" i="1" smtClean="0">
                          <a:latin typeface="Cambria Math" panose="02040503050406030204" pitchFamily="18" charset="0"/>
                        </a:rPr>
                        <m:t>=</m:t>
                      </m:r>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r>
                            <a:rPr lang="pt-BR" sz="1600" b="0" i="1" smtClean="0">
                              <a:latin typeface="Cambria Math" panose="02040503050406030204" pitchFamily="18" charset="0"/>
                            </a:rPr>
                            <m:t>𝜋</m:t>
                          </m:r>
                        </m:den>
                      </m:f>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ln</m:t>
                          </m:r>
                        </m:fName>
                        <m:e>
                          <m:d>
                            <m:dPr>
                              <m:begChr m:val="|"/>
                              <m:endChr m:val="|"/>
                              <m:ctrlPr>
                                <a:rPr lang="pt-BR" sz="1600" b="0" i="1" smtClean="0">
                                  <a:latin typeface="Cambria Math" panose="02040503050406030204" pitchFamily="18" charset="0"/>
                                </a:rPr>
                              </m:ctrlPr>
                            </m:d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r>
                                <a:rPr lang="pt-BR" sz="1600" b="0" i="1" smtClean="0">
                                  <a:latin typeface="Cambria Math" panose="02040503050406030204" pitchFamily="18" charset="0"/>
                                </a:rPr>
                                <m:t>−</m:t>
                              </m:r>
                              <m:sSup>
                                <m:sSupPr>
                                  <m:ctrlPr>
                                    <a:rPr lang="pt-BR" sz="1600" i="1">
                                      <a:latin typeface="Cambria Math" panose="02040503050406030204" pitchFamily="18" charset="0"/>
                                    </a:rPr>
                                  </m:ctrlPr>
                                </m:s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p>
                                  <m:r>
                                    <a:rPr lang="pt-BR" sz="1600" i="1">
                                      <a:latin typeface="Cambria Math" panose="02040503050406030204" pitchFamily="18" charset="0"/>
                                    </a:rPr>
                                    <m:t>′</m:t>
                                  </m:r>
                                </m:sup>
                              </m:sSup>
                            </m:e>
                          </m:d>
                        </m:e>
                      </m:func>
                    </m:oMath>
                  </m:oMathPara>
                </a14:m>
                <a:endParaRPr lang="pt-BR" sz="1600"/>
              </a:p>
            </p:txBody>
          </p:sp>
        </mc:Choice>
        <mc:Fallback xmlns="">
          <p:sp>
            <p:nvSpPr>
              <p:cNvPr id="7" name="CaixaDeTexto 6">
                <a:extLst>
                  <a:ext uri="{FF2B5EF4-FFF2-40B4-BE49-F238E27FC236}">
                    <a16:creationId xmlns:a16="http://schemas.microsoft.com/office/drawing/2014/main" id="{14CC4BDD-6C75-2284-8648-D592C4CDAEEC}"/>
                  </a:ext>
                </a:extLst>
              </p:cNvPr>
              <p:cNvSpPr txBox="1">
                <a:spLocks noRot="1" noChangeAspect="1" noMove="1" noResize="1" noEditPoints="1" noAdjustHandles="1" noChangeArrowheads="1" noChangeShapeType="1" noTextEdit="1"/>
              </p:cNvSpPr>
              <p:nvPr/>
            </p:nvSpPr>
            <p:spPr>
              <a:xfrm>
                <a:off x="6699424" y="672609"/>
                <a:ext cx="2241383" cy="554960"/>
              </a:xfrm>
              <a:prstGeom prst="rect">
                <a:avLst/>
              </a:prstGeom>
              <a:blipFill>
                <a:blip r:embed="rId7"/>
                <a:stretch>
                  <a:fillRect/>
                </a:stretch>
              </a:blipFill>
            </p:spPr>
            <p:txBody>
              <a:bodyPr/>
              <a:lstStyle/>
              <a:p>
                <a:r>
                  <a:rPr lang="pt-BR">
                    <a:noFill/>
                  </a:rPr>
                  <a:t> </a:t>
                </a:r>
              </a:p>
            </p:txBody>
          </p:sp>
        </mc:Fallback>
      </mc:AlternateContent>
      <p:sp>
        <p:nvSpPr>
          <p:cNvPr id="12" name="Círculo: Vazio 11">
            <a:extLst>
              <a:ext uri="{FF2B5EF4-FFF2-40B4-BE49-F238E27FC236}">
                <a16:creationId xmlns:a16="http://schemas.microsoft.com/office/drawing/2014/main" id="{1594B770-A144-D6AC-7C25-7D2EE4157880}"/>
              </a:ext>
            </a:extLst>
          </p:cNvPr>
          <p:cNvSpPr/>
          <p:nvPr/>
        </p:nvSpPr>
        <p:spPr>
          <a:xfrm>
            <a:off x="2451258" y="1228487"/>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5" name="Círculo: Vazio 14">
            <a:extLst>
              <a:ext uri="{FF2B5EF4-FFF2-40B4-BE49-F238E27FC236}">
                <a16:creationId xmlns:a16="http://schemas.microsoft.com/office/drawing/2014/main" id="{7BB162BB-71C3-D658-8F8F-32EEFFFA0E13}"/>
              </a:ext>
            </a:extLst>
          </p:cNvPr>
          <p:cNvSpPr/>
          <p:nvPr/>
        </p:nvSpPr>
        <p:spPr>
          <a:xfrm>
            <a:off x="4827921" y="1228487"/>
            <a:ext cx="91440" cy="91440"/>
          </a:xfrm>
          <a:prstGeom prst="donut">
            <a:avLst>
              <a:gd name="adj" fmla="val 46798"/>
            </a:avLst>
          </a:prstGeom>
          <a:solidFill>
            <a:schemeClr val="bg1"/>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90000"/>
                  <a:lumOff val="10000"/>
                </a:schemeClr>
              </a:solidFill>
            </a:endParaRPr>
          </a:p>
        </p:txBody>
      </p:sp>
      <p:cxnSp>
        <p:nvCxnSpPr>
          <p:cNvPr id="24" name="Conector de Seta Reta 23">
            <a:extLst>
              <a:ext uri="{FF2B5EF4-FFF2-40B4-BE49-F238E27FC236}">
                <a16:creationId xmlns:a16="http://schemas.microsoft.com/office/drawing/2014/main" id="{0A2D5CEB-A6DF-E01E-7E10-D1E970DB836A}"/>
              </a:ext>
            </a:extLst>
          </p:cNvPr>
          <p:cNvCxnSpPr>
            <a:cxnSpLocks/>
            <a:stCxn id="12" idx="6"/>
            <a:endCxn id="15" idx="2"/>
          </p:cNvCxnSpPr>
          <p:nvPr/>
        </p:nvCxnSpPr>
        <p:spPr>
          <a:xfrm>
            <a:off x="2542698" y="1274207"/>
            <a:ext cx="2285223" cy="0"/>
          </a:xfrm>
          <a:prstGeom prst="straightConnector1">
            <a:avLst/>
          </a:prstGeom>
          <a:ln>
            <a:solidFill>
              <a:srgbClr val="00B05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25" name="Agrupar 24">
            <a:extLst>
              <a:ext uri="{FF2B5EF4-FFF2-40B4-BE49-F238E27FC236}">
                <a16:creationId xmlns:a16="http://schemas.microsoft.com/office/drawing/2014/main" id="{395C7895-CD4E-B32B-4200-D5C2AEF760DC}"/>
              </a:ext>
            </a:extLst>
          </p:cNvPr>
          <p:cNvGrpSpPr/>
          <p:nvPr/>
        </p:nvGrpSpPr>
        <p:grpSpPr>
          <a:xfrm>
            <a:off x="3368735" y="940654"/>
            <a:ext cx="732321" cy="324384"/>
            <a:chOff x="3435929" y="4757047"/>
            <a:chExt cx="296344" cy="324384"/>
          </a:xfrm>
        </p:grpSpPr>
        <p:sp>
          <p:nvSpPr>
            <p:cNvPr id="26" name="Retângulo 25">
              <a:extLst>
                <a:ext uri="{FF2B5EF4-FFF2-40B4-BE49-F238E27FC236}">
                  <a16:creationId xmlns:a16="http://schemas.microsoft.com/office/drawing/2014/main" id="{BFD6B590-B523-9A0C-7A82-8B1469D11C18}"/>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15F53F5C-0D1C-2A33-6416-D1C7857487A1}"/>
                    </a:ext>
                  </a:extLst>
                </p:cNvPr>
                <p:cNvSpPr txBox="1"/>
                <p:nvPr/>
              </p:nvSpPr>
              <p:spPr>
                <a:xfrm>
                  <a:off x="3435929" y="4757047"/>
                  <a:ext cx="29634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oMath>
                    </m:oMathPara>
                  </a14:m>
                  <a:endParaRPr lang="pt-BR" sz="1400">
                    <a:solidFill>
                      <a:srgbClr val="00B050"/>
                    </a:solidFill>
                  </a:endParaRPr>
                </a:p>
              </p:txBody>
            </p:sp>
          </mc:Choice>
          <mc:Fallback xmlns="">
            <p:sp>
              <p:nvSpPr>
                <p:cNvPr id="27" name="CaixaDeTexto 26">
                  <a:extLst>
                    <a:ext uri="{FF2B5EF4-FFF2-40B4-BE49-F238E27FC236}">
                      <a16:creationId xmlns:a16="http://schemas.microsoft.com/office/drawing/2014/main" id="{15F53F5C-0D1C-2A33-6416-D1C7857487A1}"/>
                    </a:ext>
                  </a:extLst>
                </p:cNvPr>
                <p:cNvSpPr txBox="1">
                  <a:spLocks noRot="1" noChangeAspect="1" noMove="1" noResize="1" noEditPoints="1" noAdjustHandles="1" noChangeArrowheads="1" noChangeShapeType="1" noTextEdit="1"/>
                </p:cNvSpPr>
                <p:nvPr/>
              </p:nvSpPr>
              <p:spPr>
                <a:xfrm>
                  <a:off x="3435929" y="4757047"/>
                  <a:ext cx="296344" cy="324384"/>
                </a:xfrm>
                <a:prstGeom prst="rect">
                  <a:avLst/>
                </a:prstGeom>
                <a:blipFill>
                  <a:blip r:embed="rId8"/>
                  <a:stretch>
                    <a:fillRect t="-9259" r="-15833"/>
                  </a:stretch>
                </a:blipFill>
              </p:spPr>
              <p:txBody>
                <a:bodyPr/>
                <a:lstStyle/>
                <a:p>
                  <a:r>
                    <a:rPr lang="pt-BR">
                      <a:noFill/>
                    </a:rPr>
                    <a:t> </a:t>
                  </a:r>
                </a:p>
              </p:txBody>
            </p:sp>
          </mc:Fallback>
        </mc:AlternateContent>
      </p:grpSp>
      <p:sp>
        <p:nvSpPr>
          <p:cNvPr id="30" name="Elipse 29">
            <a:extLst>
              <a:ext uri="{FF2B5EF4-FFF2-40B4-BE49-F238E27FC236}">
                <a16:creationId xmlns:a16="http://schemas.microsoft.com/office/drawing/2014/main" id="{CDD99590-823C-B810-F958-3630CE025979}"/>
              </a:ext>
            </a:extLst>
          </p:cNvPr>
          <p:cNvSpPr/>
          <p:nvPr/>
        </p:nvSpPr>
        <p:spPr>
          <a:xfrm>
            <a:off x="1631922" y="3897163"/>
            <a:ext cx="1005840" cy="1005840"/>
          </a:xfrm>
          <a:prstGeom prst="ellipse">
            <a:avLst/>
          </a:prstGeom>
          <a:noFill/>
          <a:ln w="19050">
            <a:solidFill>
              <a:schemeClr val="tx2">
                <a:lumMod val="90000"/>
                <a:lumOff val="1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31" name="Elipse 30">
            <a:extLst>
              <a:ext uri="{FF2B5EF4-FFF2-40B4-BE49-F238E27FC236}">
                <a16:creationId xmlns:a16="http://schemas.microsoft.com/office/drawing/2014/main" id="{E3935C5C-0366-B342-D6C2-E26ED0954C31}"/>
              </a:ext>
            </a:extLst>
          </p:cNvPr>
          <p:cNvSpPr/>
          <p:nvPr/>
        </p:nvSpPr>
        <p:spPr>
          <a:xfrm>
            <a:off x="4730120" y="3899324"/>
            <a:ext cx="1005840" cy="1005840"/>
          </a:xfrm>
          <a:prstGeom prst="ellipse">
            <a:avLst/>
          </a:prstGeom>
          <a:noFill/>
          <a:ln w="19050">
            <a:solidFill>
              <a:schemeClr val="accent1">
                <a:lumMod val="60000"/>
                <a:lumOff val="4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32" name="Conector de Seta Reta 31">
            <a:extLst>
              <a:ext uri="{FF2B5EF4-FFF2-40B4-BE49-F238E27FC236}">
                <a16:creationId xmlns:a16="http://schemas.microsoft.com/office/drawing/2014/main" id="{BC6D0DF9-C6F6-4170-F668-0D43CDAD7FCF}"/>
              </a:ext>
            </a:extLst>
          </p:cNvPr>
          <p:cNvCxnSpPr>
            <a:cxnSpLocks/>
            <a:stCxn id="49" idx="7"/>
            <a:endCxn id="51" idx="3"/>
          </p:cNvCxnSpPr>
          <p:nvPr/>
        </p:nvCxnSpPr>
        <p:spPr>
          <a:xfrm flipV="1">
            <a:off x="2147709" y="4078955"/>
            <a:ext cx="317358" cy="2931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9A55EBFD-4AF1-A1EC-9D2D-BA4434BACEF7}"/>
                  </a:ext>
                </a:extLst>
              </p:cNvPr>
              <p:cNvSpPr txBox="1"/>
              <p:nvPr/>
            </p:nvSpPr>
            <p:spPr>
              <a:xfrm>
                <a:off x="1954781" y="3987757"/>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33" name="CaixaDeTexto 32">
                <a:extLst>
                  <a:ext uri="{FF2B5EF4-FFF2-40B4-BE49-F238E27FC236}">
                    <a16:creationId xmlns:a16="http://schemas.microsoft.com/office/drawing/2014/main" id="{9A55EBFD-4AF1-A1EC-9D2D-BA4434BACEF7}"/>
                  </a:ext>
                </a:extLst>
              </p:cNvPr>
              <p:cNvSpPr txBox="1">
                <a:spLocks noRot="1" noChangeAspect="1" noMove="1" noResize="1" noEditPoints="1" noAdjustHandles="1" noChangeArrowheads="1" noChangeShapeType="1" noTextEdit="1"/>
              </p:cNvSpPr>
              <p:nvPr/>
            </p:nvSpPr>
            <p:spPr>
              <a:xfrm>
                <a:off x="1954781" y="3987757"/>
                <a:ext cx="367473" cy="324384"/>
              </a:xfrm>
              <a:prstGeom prst="rect">
                <a:avLst/>
              </a:prstGeom>
              <a:blipFill>
                <a:blip r:embed="rId9"/>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BE2E1706-344C-279C-9A1A-98F50C95C3FE}"/>
                  </a:ext>
                </a:extLst>
              </p:cNvPr>
              <p:cNvSpPr txBox="1"/>
              <p:nvPr/>
            </p:nvSpPr>
            <p:spPr>
              <a:xfrm>
                <a:off x="1873585" y="4440606"/>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8" name="CaixaDeTexto 37">
                <a:extLst>
                  <a:ext uri="{FF2B5EF4-FFF2-40B4-BE49-F238E27FC236}">
                    <a16:creationId xmlns:a16="http://schemas.microsoft.com/office/drawing/2014/main" id="{BE2E1706-344C-279C-9A1A-98F50C95C3FE}"/>
                  </a:ext>
                </a:extLst>
              </p:cNvPr>
              <p:cNvSpPr txBox="1">
                <a:spLocks noRot="1" noChangeAspect="1" noMove="1" noResize="1" noEditPoints="1" noAdjustHandles="1" noChangeArrowheads="1" noChangeShapeType="1" noTextEdit="1"/>
              </p:cNvSpPr>
              <p:nvPr/>
            </p:nvSpPr>
            <p:spPr>
              <a:xfrm>
                <a:off x="1873585" y="4440606"/>
                <a:ext cx="518091" cy="261610"/>
              </a:xfrm>
              <a:prstGeom prst="rect">
                <a:avLst/>
              </a:prstGeom>
              <a:blipFill>
                <a:blip r:embed="rId10"/>
                <a:stretch>
                  <a:fillRect b="-4651"/>
                </a:stretch>
              </a:blipFill>
            </p:spPr>
            <p:txBody>
              <a:bodyPr/>
              <a:lstStyle/>
              <a:p>
                <a:r>
                  <a:rPr lang="pt-BR">
                    <a:noFill/>
                  </a:rPr>
                  <a:t> </a:t>
                </a:r>
              </a:p>
            </p:txBody>
          </p:sp>
        </mc:Fallback>
      </mc:AlternateContent>
      <p:sp>
        <p:nvSpPr>
          <p:cNvPr id="53" name="Círculo: Vazio 52">
            <a:extLst>
              <a:ext uri="{FF2B5EF4-FFF2-40B4-BE49-F238E27FC236}">
                <a16:creationId xmlns:a16="http://schemas.microsoft.com/office/drawing/2014/main" id="{6FF6E52F-6DBB-57EB-C602-8C10273426FF}"/>
              </a:ext>
            </a:extLst>
          </p:cNvPr>
          <p:cNvSpPr/>
          <p:nvPr/>
        </p:nvSpPr>
        <p:spPr>
          <a:xfrm>
            <a:off x="4828339" y="4000906"/>
            <a:ext cx="91440" cy="91440"/>
          </a:xfrm>
          <a:prstGeom prst="donut">
            <a:avLst>
              <a:gd name="adj" fmla="val 46798"/>
            </a:avLst>
          </a:prstGeom>
          <a:solidFill>
            <a:schemeClr val="bg1"/>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cxnSp>
        <p:nvCxnSpPr>
          <p:cNvPr id="55" name="Conector de Seta Reta 54">
            <a:extLst>
              <a:ext uri="{FF2B5EF4-FFF2-40B4-BE49-F238E27FC236}">
                <a16:creationId xmlns:a16="http://schemas.microsoft.com/office/drawing/2014/main" id="{32B37373-5C38-0192-8EDB-E919DFE93C7B}"/>
              </a:ext>
            </a:extLst>
          </p:cNvPr>
          <p:cNvCxnSpPr>
            <a:cxnSpLocks/>
            <a:stCxn id="51" idx="6"/>
            <a:endCxn id="53" idx="2"/>
          </p:cNvCxnSpPr>
          <p:nvPr/>
        </p:nvCxnSpPr>
        <p:spPr>
          <a:xfrm>
            <a:off x="2543116" y="4046626"/>
            <a:ext cx="2285223" cy="0"/>
          </a:xfrm>
          <a:prstGeom prst="straightConnector1">
            <a:avLst/>
          </a:prstGeom>
          <a:ln>
            <a:solidFill>
              <a:srgbClr val="00B05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6" name="Agrupar 55">
            <a:extLst>
              <a:ext uri="{FF2B5EF4-FFF2-40B4-BE49-F238E27FC236}">
                <a16:creationId xmlns:a16="http://schemas.microsoft.com/office/drawing/2014/main" id="{AD938466-4A1A-0E06-007F-D7BAC5505652}"/>
              </a:ext>
            </a:extLst>
          </p:cNvPr>
          <p:cNvGrpSpPr/>
          <p:nvPr/>
        </p:nvGrpSpPr>
        <p:grpSpPr>
          <a:xfrm>
            <a:off x="3287062" y="3722242"/>
            <a:ext cx="732321" cy="324384"/>
            <a:chOff x="3435929" y="4757047"/>
            <a:chExt cx="296344" cy="324384"/>
          </a:xfrm>
        </p:grpSpPr>
        <p:sp>
          <p:nvSpPr>
            <p:cNvPr id="58" name="Retângulo 57">
              <a:extLst>
                <a:ext uri="{FF2B5EF4-FFF2-40B4-BE49-F238E27FC236}">
                  <a16:creationId xmlns:a16="http://schemas.microsoft.com/office/drawing/2014/main" id="{8C191A7E-C4D1-77FD-033D-7644A258E07C}"/>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2AE455B6-8CCF-5387-906C-CDDC3948437D}"/>
                    </a:ext>
                  </a:extLst>
                </p:cNvPr>
                <p:cNvSpPr txBox="1"/>
                <p:nvPr/>
              </p:nvSpPr>
              <p:spPr>
                <a:xfrm>
                  <a:off x="3435929" y="4757047"/>
                  <a:ext cx="29634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oMath>
                    </m:oMathPara>
                  </a14:m>
                  <a:endParaRPr lang="pt-BR" sz="1400">
                    <a:solidFill>
                      <a:srgbClr val="00B050"/>
                    </a:solidFill>
                  </a:endParaRPr>
                </a:p>
              </p:txBody>
            </p:sp>
          </mc:Choice>
          <mc:Fallback xmlns="">
            <p:sp>
              <p:nvSpPr>
                <p:cNvPr id="59" name="CaixaDeTexto 58">
                  <a:extLst>
                    <a:ext uri="{FF2B5EF4-FFF2-40B4-BE49-F238E27FC236}">
                      <a16:creationId xmlns:a16="http://schemas.microsoft.com/office/drawing/2014/main" id="{2AE455B6-8CCF-5387-906C-CDDC3948437D}"/>
                    </a:ext>
                  </a:extLst>
                </p:cNvPr>
                <p:cNvSpPr txBox="1">
                  <a:spLocks noRot="1" noChangeAspect="1" noMove="1" noResize="1" noEditPoints="1" noAdjustHandles="1" noChangeArrowheads="1" noChangeShapeType="1" noTextEdit="1"/>
                </p:cNvSpPr>
                <p:nvPr/>
              </p:nvSpPr>
              <p:spPr>
                <a:xfrm>
                  <a:off x="3435929" y="4757047"/>
                  <a:ext cx="296344" cy="324384"/>
                </a:xfrm>
                <a:prstGeom prst="rect">
                  <a:avLst/>
                </a:prstGeom>
                <a:blipFill>
                  <a:blip r:embed="rId11"/>
                  <a:stretch>
                    <a:fillRect t="-9434" r="-16667"/>
                  </a:stretch>
                </a:blipFill>
              </p:spPr>
              <p:txBody>
                <a:bodyPr/>
                <a:lstStyle/>
                <a:p>
                  <a:r>
                    <a:rPr lang="pt-BR">
                      <a:noFill/>
                    </a:rPr>
                    <a:t> </a:t>
                  </a:r>
                </a:p>
              </p:txBody>
            </p:sp>
          </mc:Fallback>
        </mc:AlternateContent>
      </p:grpSp>
      <p:sp>
        <p:nvSpPr>
          <p:cNvPr id="51" name="Círculo: Vazio 50">
            <a:extLst>
              <a:ext uri="{FF2B5EF4-FFF2-40B4-BE49-F238E27FC236}">
                <a16:creationId xmlns:a16="http://schemas.microsoft.com/office/drawing/2014/main" id="{5F3DA4D8-0493-C4D1-54AC-18B0331399D6}"/>
              </a:ext>
            </a:extLst>
          </p:cNvPr>
          <p:cNvSpPr/>
          <p:nvPr/>
        </p:nvSpPr>
        <p:spPr>
          <a:xfrm>
            <a:off x="2451676" y="4000906"/>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67" name="CaixaDeTexto 66">
                <a:extLst>
                  <a:ext uri="{FF2B5EF4-FFF2-40B4-BE49-F238E27FC236}">
                    <a16:creationId xmlns:a16="http://schemas.microsoft.com/office/drawing/2014/main" id="{01F4955E-C308-40AA-0F13-F830DDAF8B8E}"/>
                  </a:ext>
                </a:extLst>
              </p:cNvPr>
              <p:cNvSpPr txBox="1"/>
              <p:nvPr/>
            </p:nvSpPr>
            <p:spPr>
              <a:xfrm>
                <a:off x="4341289" y="2158212"/>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67" name="CaixaDeTexto 66">
                <a:extLst>
                  <a:ext uri="{FF2B5EF4-FFF2-40B4-BE49-F238E27FC236}">
                    <a16:creationId xmlns:a16="http://schemas.microsoft.com/office/drawing/2014/main" id="{01F4955E-C308-40AA-0F13-F830DDAF8B8E}"/>
                  </a:ext>
                </a:extLst>
              </p:cNvPr>
              <p:cNvSpPr txBox="1">
                <a:spLocks noRot="1" noChangeAspect="1" noMove="1" noResize="1" noEditPoints="1" noAdjustHandles="1" noChangeArrowheads="1" noChangeShapeType="1" noTextEdit="1"/>
              </p:cNvSpPr>
              <p:nvPr/>
            </p:nvSpPr>
            <p:spPr>
              <a:xfrm>
                <a:off x="4341289" y="2158212"/>
                <a:ext cx="323165" cy="307777"/>
              </a:xfrm>
              <a:prstGeom prst="rect">
                <a:avLst/>
              </a:prstGeom>
              <a:blipFill>
                <a:blip r:embed="rId12"/>
                <a:stretch>
                  <a:fillRect t="-11765" r="-13208"/>
                </a:stretch>
              </a:blipFill>
            </p:spPr>
            <p:txBody>
              <a:bodyPr/>
              <a:lstStyle/>
              <a:p>
                <a:r>
                  <a:rPr lang="pt-BR">
                    <a:noFill/>
                  </a:rPr>
                  <a:t> </a:t>
                </a:r>
              </a:p>
            </p:txBody>
          </p:sp>
        </mc:Fallback>
      </mc:AlternateContent>
      <p:cxnSp>
        <p:nvCxnSpPr>
          <p:cNvPr id="68" name="Conector de Seta Reta 67">
            <a:extLst>
              <a:ext uri="{FF2B5EF4-FFF2-40B4-BE49-F238E27FC236}">
                <a16:creationId xmlns:a16="http://schemas.microsoft.com/office/drawing/2014/main" id="{D7DB7881-BFAA-BDE2-7FE2-001F016DD54F}"/>
              </a:ext>
            </a:extLst>
          </p:cNvPr>
          <p:cNvCxnSpPr>
            <a:cxnSpLocks/>
            <a:stCxn id="52" idx="6"/>
            <a:endCxn id="65" idx="3"/>
          </p:cNvCxnSpPr>
          <p:nvPr/>
        </p:nvCxnSpPr>
        <p:spPr>
          <a:xfrm flipV="1">
            <a:off x="3600389" y="1642927"/>
            <a:ext cx="1616069" cy="12082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2" name="Elipse 51">
            <a:extLst>
              <a:ext uri="{FF2B5EF4-FFF2-40B4-BE49-F238E27FC236}">
                <a16:creationId xmlns:a16="http://schemas.microsoft.com/office/drawing/2014/main" id="{CB6A626C-42BE-26BE-2F44-A7F8680C24BF}"/>
              </a:ext>
            </a:extLst>
          </p:cNvPr>
          <p:cNvSpPr/>
          <p:nvPr/>
        </p:nvSpPr>
        <p:spPr>
          <a:xfrm>
            <a:off x="3554669" y="282833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4" name="Conector de Seta Reta 73">
            <a:extLst>
              <a:ext uri="{FF2B5EF4-FFF2-40B4-BE49-F238E27FC236}">
                <a16:creationId xmlns:a16="http://schemas.microsoft.com/office/drawing/2014/main" id="{B533DF2E-C9E9-BD06-6730-1B11D307FC30}"/>
              </a:ext>
            </a:extLst>
          </p:cNvPr>
          <p:cNvCxnSpPr>
            <a:cxnSpLocks/>
            <a:stCxn id="12" idx="6"/>
            <a:endCxn id="65" idx="2"/>
          </p:cNvCxnSpPr>
          <p:nvPr/>
        </p:nvCxnSpPr>
        <p:spPr>
          <a:xfrm>
            <a:off x="2542698" y="1274207"/>
            <a:ext cx="2667064" cy="352556"/>
          </a:xfrm>
          <a:prstGeom prst="straightConnector1">
            <a:avLst/>
          </a:prstGeom>
          <a:ln>
            <a:solidFill>
              <a:srgbClr val="7030A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78" name="Agrupar 77">
            <a:extLst>
              <a:ext uri="{FF2B5EF4-FFF2-40B4-BE49-F238E27FC236}">
                <a16:creationId xmlns:a16="http://schemas.microsoft.com/office/drawing/2014/main" id="{531F0A3C-3070-EFF3-D1E2-12B9C75B2749}"/>
              </a:ext>
            </a:extLst>
          </p:cNvPr>
          <p:cNvGrpSpPr/>
          <p:nvPr/>
        </p:nvGrpSpPr>
        <p:grpSpPr>
          <a:xfrm>
            <a:off x="3375551" y="1293800"/>
            <a:ext cx="732321" cy="285276"/>
            <a:chOff x="3402461" y="4903024"/>
            <a:chExt cx="296344" cy="285276"/>
          </a:xfrm>
        </p:grpSpPr>
        <p:sp>
          <p:nvSpPr>
            <p:cNvPr id="79" name="Retângulo 78">
              <a:extLst>
                <a:ext uri="{FF2B5EF4-FFF2-40B4-BE49-F238E27FC236}">
                  <a16:creationId xmlns:a16="http://schemas.microsoft.com/office/drawing/2014/main" id="{78C0FF04-AA56-1C88-17A3-779370DEFD1F}"/>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1" name="CaixaDeTexto 80">
                  <a:extLst>
                    <a:ext uri="{FF2B5EF4-FFF2-40B4-BE49-F238E27FC236}">
                      <a16:creationId xmlns:a16="http://schemas.microsoft.com/office/drawing/2014/main" id="{F61CB60A-CA70-A05D-4527-CDAF8DD857B1}"/>
                    </a:ext>
                  </a:extLst>
                </p:cNvPr>
                <p:cNvSpPr txBox="1"/>
                <p:nvPr/>
              </p:nvSpPr>
              <p:spPr>
                <a:xfrm>
                  <a:off x="3402461" y="4903024"/>
                  <a:ext cx="29634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200" b="0" i="1" smtClean="0">
                                <a:solidFill>
                                  <a:srgbClr val="7030A0"/>
                                </a:solidFill>
                                <a:latin typeface="Cambria Math" panose="02040503050406030204" pitchFamily="18" charset="0"/>
                              </a:rPr>
                            </m:ctrlPr>
                          </m:accPr>
                          <m:e>
                            <m:r>
                              <a:rPr lang="pt-BR" sz="1200" b="0" i="1" smtClean="0">
                                <a:solidFill>
                                  <a:srgbClr val="7030A0"/>
                                </a:solidFill>
                                <a:latin typeface="Cambria Math" panose="02040503050406030204" pitchFamily="18" charset="0"/>
                              </a:rPr>
                              <m:t>𝑟</m:t>
                            </m:r>
                          </m:e>
                        </m:acc>
                        <m:r>
                          <a:rPr lang="pt-BR" sz="1200" b="0" i="1" smtClean="0">
                            <a:solidFill>
                              <a:srgbClr val="7030A0"/>
                            </a:solidFill>
                            <a:latin typeface="Cambria Math" panose="02040503050406030204" pitchFamily="18" charset="0"/>
                          </a:rPr>
                          <m:t>′′(</m:t>
                        </m:r>
                        <m:r>
                          <a:rPr lang="pt-BR" sz="1200" b="0" i="1" smtClean="0">
                            <a:solidFill>
                              <a:srgbClr val="7030A0"/>
                            </a:solidFill>
                            <a:latin typeface="Cambria Math" panose="02040503050406030204" pitchFamily="18" charset="0"/>
                          </a:rPr>
                          <m:t>𝜃</m:t>
                        </m:r>
                        <m:r>
                          <a:rPr lang="pt-BR" sz="1200" b="0" i="1" smtClean="0">
                            <a:solidFill>
                              <a:srgbClr val="7030A0"/>
                            </a:solidFill>
                            <a:latin typeface="Cambria Math" panose="02040503050406030204" pitchFamily="18" charset="0"/>
                          </a:rPr>
                          <m:t>)</m:t>
                        </m:r>
                      </m:oMath>
                    </m:oMathPara>
                  </a14:m>
                  <a:endParaRPr lang="pt-BR" sz="1200">
                    <a:solidFill>
                      <a:srgbClr val="7030A0"/>
                    </a:solidFill>
                  </a:endParaRPr>
                </a:p>
              </p:txBody>
            </p:sp>
          </mc:Choice>
          <mc:Fallback xmlns="">
            <p:sp>
              <p:nvSpPr>
                <p:cNvPr id="81" name="CaixaDeTexto 80">
                  <a:extLst>
                    <a:ext uri="{FF2B5EF4-FFF2-40B4-BE49-F238E27FC236}">
                      <a16:creationId xmlns:a16="http://schemas.microsoft.com/office/drawing/2014/main" id="{F61CB60A-CA70-A05D-4527-CDAF8DD857B1}"/>
                    </a:ext>
                  </a:extLst>
                </p:cNvPr>
                <p:cNvSpPr txBox="1">
                  <a:spLocks noRot="1" noChangeAspect="1" noMove="1" noResize="1" noEditPoints="1" noAdjustHandles="1" noChangeArrowheads="1" noChangeShapeType="1" noTextEdit="1"/>
                </p:cNvSpPr>
                <p:nvPr/>
              </p:nvSpPr>
              <p:spPr>
                <a:xfrm>
                  <a:off x="3402461" y="4903024"/>
                  <a:ext cx="296344" cy="276999"/>
                </a:xfrm>
                <a:prstGeom prst="rect">
                  <a:avLst/>
                </a:prstGeom>
                <a:blipFill>
                  <a:blip r:embed="rId13"/>
                  <a:stretch>
                    <a:fillRect t="-2174" b="-6522"/>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83" name="CaixaDeTexto 82">
                <a:extLst>
                  <a:ext uri="{FF2B5EF4-FFF2-40B4-BE49-F238E27FC236}">
                    <a16:creationId xmlns:a16="http://schemas.microsoft.com/office/drawing/2014/main" id="{31DD61BD-1C0D-CCF6-BF57-75F632416BE1}"/>
                  </a:ext>
                </a:extLst>
              </p:cNvPr>
              <p:cNvSpPr txBox="1"/>
              <p:nvPr/>
            </p:nvSpPr>
            <p:spPr>
              <a:xfrm>
                <a:off x="6699424" y="3524288"/>
                <a:ext cx="3501536"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d>
                        <m:dPr>
                          <m:ctrlPr>
                            <a:rPr lang="pt-BR" sz="1600" i="1">
                              <a:latin typeface="Cambria Math" panose="02040503050406030204" pitchFamily="18" charset="0"/>
                            </a:rPr>
                          </m:ctrlPr>
                        </m:dPr>
                        <m:e>
                          <m:r>
                            <a:rPr lang="pt-BR" sz="1600" i="1">
                              <a:latin typeface="Cambria Math" panose="02040503050406030204" pitchFamily="18" charset="0"/>
                            </a:rPr>
                            <m:t>𝜃</m:t>
                          </m:r>
                        </m:e>
                      </m:d>
                      <m:r>
                        <a:rPr lang="pt-BR" sz="1600" b="0" i="1" smtClean="0">
                          <a:latin typeface="Cambria Math" panose="02040503050406030204" pitchFamily="18" charset="0"/>
                        </a:rPr>
                        <m:t>−</m:t>
                      </m:r>
                      <m:acc>
                        <m:accPr>
                          <m:chr m:val="⃗"/>
                          <m:ctrlPr>
                            <a:rPr lang="pt-BR" sz="1600" b="0" i="1" smtClean="0">
                              <a:latin typeface="Cambria Math" panose="02040503050406030204" pitchFamily="18" charset="0"/>
                            </a:rPr>
                          </m:ctrlPr>
                        </m:accPr>
                        <m:e>
                          <m:r>
                            <a:rPr lang="pt-BR" sz="1600" b="0" i="1" smtClean="0">
                              <a:latin typeface="Cambria Math" panose="02040503050406030204" pitchFamily="18" charset="0"/>
                            </a:rPr>
                            <m:t>𝑞</m:t>
                          </m:r>
                        </m:e>
                      </m:acc>
                      <m:r>
                        <a:rPr lang="pt-BR" sz="1600" b="0" i="1" smtClean="0">
                          <a:latin typeface="Cambria Math" panose="02040503050406030204" pitchFamily="18" charset="0"/>
                        </a:rPr>
                        <m:t>=</m:t>
                      </m:r>
                      <m:acc>
                        <m:accPr>
                          <m:chr m:val="⃗"/>
                          <m:ctrlPr>
                            <a:rPr lang="pt-BR" sz="1600" i="1">
                              <a:latin typeface="Cambria Math" panose="02040503050406030204" pitchFamily="18" charset="0"/>
                            </a:rPr>
                          </m:ctrlPr>
                        </m:accPr>
                        <m:e>
                          <m:r>
                            <a:rPr lang="pt-BR" sz="1600" i="1">
                              <a:latin typeface="Cambria Math" panose="02040503050406030204" pitchFamily="18" charset="0"/>
                            </a:rPr>
                            <m:t>𝑝</m:t>
                          </m:r>
                        </m:e>
                      </m:acc>
                      <m:r>
                        <a:rPr lang="pt-BR" sz="1600" i="1">
                          <a:latin typeface="Cambria Math" panose="02040503050406030204" pitchFamily="18" charset="0"/>
                        </a:rPr>
                        <m:t>−</m:t>
                      </m:r>
                      <m:acc>
                        <m:accPr>
                          <m:chr m:val="⃗"/>
                          <m:ctrlPr>
                            <a:rPr lang="pt-BR" sz="1600" i="1">
                              <a:latin typeface="Cambria Math" panose="02040503050406030204" pitchFamily="18" charset="0"/>
                            </a:rPr>
                          </m:ctrlPr>
                        </m:accPr>
                        <m:e>
                          <m:r>
                            <a:rPr lang="pt-BR" sz="1600" i="1">
                              <a:latin typeface="Cambria Math" panose="02040503050406030204" pitchFamily="18" charset="0"/>
                            </a:rPr>
                            <m:t>𝑞</m:t>
                          </m:r>
                        </m:e>
                      </m:acc>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𝑐</m:t>
                              </m:r>
                            </m:e>
                          </m:acc>
                        </m:e>
                        <m:sub>
                          <m:r>
                            <a:rPr lang="pt-BR" sz="1600" i="1">
                              <a:latin typeface="Cambria Math" panose="02040503050406030204" pitchFamily="18" charset="0"/>
                            </a:rPr>
                            <m:t>𝑝</m:t>
                          </m:r>
                        </m:sub>
                      </m:sSub>
                      <m:d>
                        <m:dPr>
                          <m:ctrlPr>
                            <a:rPr lang="pt-BR" sz="1600" i="1">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oMath>
                  </m:oMathPara>
                </a14:m>
                <a:endParaRPr lang="pt-BR" sz="1600"/>
              </a:p>
            </p:txBody>
          </p:sp>
        </mc:Choice>
        <mc:Fallback xmlns="">
          <p:sp>
            <p:nvSpPr>
              <p:cNvPr id="83" name="CaixaDeTexto 82">
                <a:extLst>
                  <a:ext uri="{FF2B5EF4-FFF2-40B4-BE49-F238E27FC236}">
                    <a16:creationId xmlns:a16="http://schemas.microsoft.com/office/drawing/2014/main" id="{31DD61BD-1C0D-CCF6-BF57-75F632416BE1}"/>
                  </a:ext>
                </a:extLst>
              </p:cNvPr>
              <p:cNvSpPr txBox="1">
                <a:spLocks noRot="1" noChangeAspect="1" noMove="1" noResize="1" noEditPoints="1" noAdjustHandles="1" noChangeArrowheads="1" noChangeShapeType="1" noTextEdit="1"/>
              </p:cNvSpPr>
              <p:nvPr/>
            </p:nvSpPr>
            <p:spPr>
              <a:xfrm>
                <a:off x="6699424" y="3524288"/>
                <a:ext cx="3501536" cy="357534"/>
              </a:xfrm>
              <a:prstGeom prst="rect">
                <a:avLst/>
              </a:prstGeom>
              <a:blipFill>
                <a:blip r:embed="rId14"/>
                <a:stretch>
                  <a:fillRect t="-11864"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4" name="CaixaDeTexto 83">
                <a:extLst>
                  <a:ext uri="{FF2B5EF4-FFF2-40B4-BE49-F238E27FC236}">
                    <a16:creationId xmlns:a16="http://schemas.microsoft.com/office/drawing/2014/main" id="{A07E6704-4334-705D-9954-39A0755B4789}"/>
                  </a:ext>
                </a:extLst>
              </p:cNvPr>
              <p:cNvSpPr txBox="1"/>
              <p:nvPr/>
            </p:nvSpPr>
            <p:spPr>
              <a:xfrm>
                <a:off x="6699424" y="4071218"/>
                <a:ext cx="5208092"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i="1">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a:latin typeface="Cambria Math" panose="02040503050406030204" pitchFamily="18" charset="0"/>
                            </a:rPr>
                            <m:t>𝒙</m:t>
                          </m:r>
                        </m:e>
                      </m:acc>
                      <m:r>
                        <a:rPr lang="pt-BR" sz="1600" i="1">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i="1">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a:latin typeface="Cambria Math" panose="02040503050406030204" pitchFamily="18" charset="0"/>
                            </a:rPr>
                            <m:t>𝒚</m:t>
                          </m:r>
                        </m:e>
                      </m:acc>
                    </m:oMath>
                  </m:oMathPara>
                </a14:m>
                <a:endParaRPr lang="pt-BR" sz="1600"/>
              </a:p>
            </p:txBody>
          </p:sp>
        </mc:Choice>
        <mc:Fallback xmlns="">
          <p:sp>
            <p:nvSpPr>
              <p:cNvPr id="84" name="CaixaDeTexto 83">
                <a:extLst>
                  <a:ext uri="{FF2B5EF4-FFF2-40B4-BE49-F238E27FC236}">
                    <a16:creationId xmlns:a16="http://schemas.microsoft.com/office/drawing/2014/main" id="{A07E6704-4334-705D-9954-39A0755B4789}"/>
                  </a:ext>
                </a:extLst>
              </p:cNvPr>
              <p:cNvSpPr txBox="1">
                <a:spLocks noRot="1" noChangeAspect="1" noMove="1" noResize="1" noEditPoints="1" noAdjustHandles="1" noChangeArrowheads="1" noChangeShapeType="1" noTextEdit="1"/>
              </p:cNvSpPr>
              <p:nvPr/>
            </p:nvSpPr>
            <p:spPr>
              <a:xfrm>
                <a:off x="6699424" y="4071218"/>
                <a:ext cx="5208092" cy="375167"/>
              </a:xfrm>
              <a:prstGeom prst="rect">
                <a:avLst/>
              </a:prstGeom>
              <a:blipFill>
                <a:blip r:embed="rId15"/>
                <a:stretch>
                  <a:fillRect t="-6557" r="-5504"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5" name="CaixaDeTexto 84">
                <a:extLst>
                  <a:ext uri="{FF2B5EF4-FFF2-40B4-BE49-F238E27FC236}">
                    <a16:creationId xmlns:a16="http://schemas.microsoft.com/office/drawing/2014/main" id="{30E39637-F7B9-4C5F-A4C3-8F739FD145C4}"/>
                  </a:ext>
                </a:extLst>
              </p:cNvPr>
              <p:cNvSpPr txBox="1"/>
              <p:nvPr/>
            </p:nvSpPr>
            <p:spPr>
              <a:xfrm>
                <a:off x="6699424" y="4659152"/>
                <a:ext cx="305019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𝑟</m:t>
                          </m:r>
                        </m:e>
                        <m:sup>
                          <m:r>
                            <a:rPr lang="pt-BR" sz="1600" b="0" i="1" smtClean="0">
                              <a:latin typeface="Cambria Math" panose="02040503050406030204" pitchFamily="18" charset="0"/>
                            </a:rPr>
                            <m:t>′′</m:t>
                          </m:r>
                        </m:sup>
                      </m:sSup>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𝜃</m:t>
                              </m:r>
                            </m:e>
                            <m:sup>
                              <m:r>
                                <a:rPr lang="pt-BR" sz="1600" b="0" i="1" smtClean="0">
                                  <a:latin typeface="Cambria Math" panose="02040503050406030204" pitchFamily="18" charset="0"/>
                                </a:rPr>
                                <m:t>′′</m:t>
                              </m:r>
                            </m:sup>
                          </m:sSup>
                        </m:e>
                      </m:func>
                      <m:acc>
                        <m:accPr>
                          <m:chr m:val="̂"/>
                          <m:ctrlPr>
                            <a:rPr lang="pt-BR" sz="1600" i="1">
                              <a:latin typeface="Cambria Math" panose="02040503050406030204" pitchFamily="18" charset="0"/>
                            </a:rPr>
                          </m:ctrlPr>
                        </m:accPr>
                        <m:e>
                          <m:r>
                            <a:rPr lang="pt-BR" sz="1600" b="1" i="1">
                              <a:latin typeface="Cambria Math" panose="02040503050406030204" pitchFamily="18" charset="0"/>
                            </a:rPr>
                            <m:t>𝒙</m:t>
                          </m:r>
                        </m:e>
                      </m:acc>
                      <m:r>
                        <a:rPr lang="pt-BR" sz="1600" i="1">
                          <a:latin typeface="Cambria Math" panose="02040503050406030204" pitchFamily="18" charset="0"/>
                        </a:rPr>
                        <m:t>+</m:t>
                      </m:r>
                      <m:func>
                        <m:funcPr>
                          <m:ctrlPr>
                            <a:rPr lang="pt-BR" sz="1600" i="1" smtClean="0">
                              <a:latin typeface="Cambria Math" panose="02040503050406030204" pitchFamily="18" charset="0"/>
                            </a:rPr>
                          </m:ctrlPr>
                        </m:funcPr>
                        <m:fName>
                          <m:r>
                            <m:rPr>
                              <m:sty m:val="p"/>
                            </m:rPr>
                            <a:rPr lang="pt-BR" sz="1600" b="0" i="0" smtClean="0">
                              <a:latin typeface="Cambria Math" panose="02040503050406030204" pitchFamily="18" charset="0"/>
                            </a:rPr>
                            <m:t>sin</m:t>
                          </m:r>
                        </m:fName>
                        <m:e>
                          <m:sSup>
                            <m:sSupPr>
                              <m:ctrlPr>
                                <a:rPr lang="pt-BR" sz="1600" i="1">
                                  <a:latin typeface="Cambria Math" panose="02040503050406030204" pitchFamily="18" charset="0"/>
                                </a:rPr>
                              </m:ctrlPr>
                            </m:sSupPr>
                            <m:e>
                              <m:r>
                                <a:rPr lang="pt-BR" sz="1600" i="1">
                                  <a:latin typeface="Cambria Math" panose="02040503050406030204" pitchFamily="18" charset="0"/>
                                </a:rPr>
                                <m:t>𝜃</m:t>
                              </m:r>
                            </m:e>
                            <m:sup>
                              <m:r>
                                <a:rPr lang="pt-BR" sz="1600" i="1">
                                  <a:latin typeface="Cambria Math" panose="02040503050406030204" pitchFamily="18" charset="0"/>
                                </a:rPr>
                                <m:t>′′</m:t>
                              </m:r>
                            </m:sup>
                          </m:sSup>
                        </m:e>
                      </m:func>
                      <m:acc>
                        <m:accPr>
                          <m:chr m:val="̂"/>
                          <m:ctrlPr>
                            <a:rPr lang="pt-BR" sz="1600" i="1">
                              <a:latin typeface="Cambria Math" panose="02040503050406030204" pitchFamily="18" charset="0"/>
                            </a:rPr>
                          </m:ctrlPr>
                        </m:accPr>
                        <m:e>
                          <m:r>
                            <a:rPr lang="pt-BR" sz="1600" b="1" i="1">
                              <a:latin typeface="Cambria Math" panose="02040503050406030204" pitchFamily="18" charset="0"/>
                            </a:rPr>
                            <m:t>𝒚</m:t>
                          </m:r>
                        </m:e>
                      </m:acc>
                      <m:r>
                        <a:rPr lang="pt-BR" sz="1600" b="1" i="1" smtClean="0">
                          <a:latin typeface="Cambria Math" panose="02040503050406030204" pitchFamily="18" charset="0"/>
                        </a:rPr>
                        <m:t>)</m:t>
                      </m:r>
                    </m:oMath>
                  </m:oMathPara>
                </a14:m>
                <a:endParaRPr lang="pt-BR" sz="1600"/>
              </a:p>
            </p:txBody>
          </p:sp>
        </mc:Choice>
        <mc:Fallback xmlns="">
          <p:sp>
            <p:nvSpPr>
              <p:cNvPr id="85" name="CaixaDeTexto 84">
                <a:extLst>
                  <a:ext uri="{FF2B5EF4-FFF2-40B4-BE49-F238E27FC236}">
                    <a16:creationId xmlns:a16="http://schemas.microsoft.com/office/drawing/2014/main" id="{30E39637-F7B9-4C5F-A4C3-8F739FD145C4}"/>
                  </a:ext>
                </a:extLst>
              </p:cNvPr>
              <p:cNvSpPr txBox="1">
                <a:spLocks noRot="1" noChangeAspect="1" noMove="1" noResize="1" noEditPoints="1" noAdjustHandles="1" noChangeArrowheads="1" noChangeShapeType="1" noTextEdit="1"/>
              </p:cNvSpPr>
              <p:nvPr/>
            </p:nvSpPr>
            <p:spPr>
              <a:xfrm>
                <a:off x="6699424" y="4659152"/>
                <a:ext cx="3050194" cy="338554"/>
              </a:xfrm>
              <a:prstGeom prst="rect">
                <a:avLst/>
              </a:prstGeom>
              <a:blipFill>
                <a:blip r:embed="rId16"/>
                <a:stretch>
                  <a:fillRect t="-14286" r="-7000" b="-8929"/>
                </a:stretch>
              </a:blipFill>
            </p:spPr>
            <p:txBody>
              <a:bodyPr/>
              <a:lstStyle/>
              <a:p>
                <a:r>
                  <a:rPr lang="pt-BR">
                    <a:noFill/>
                  </a:rPr>
                  <a:t> </a:t>
                </a:r>
              </a:p>
            </p:txBody>
          </p:sp>
        </mc:Fallback>
      </mc:AlternateContent>
      <p:grpSp>
        <p:nvGrpSpPr>
          <p:cNvPr id="91" name="Agrupar 90">
            <a:extLst>
              <a:ext uri="{FF2B5EF4-FFF2-40B4-BE49-F238E27FC236}">
                <a16:creationId xmlns:a16="http://schemas.microsoft.com/office/drawing/2014/main" id="{6A25F992-7E39-CDF2-66E0-734F3CA11411}"/>
              </a:ext>
            </a:extLst>
          </p:cNvPr>
          <p:cNvGrpSpPr/>
          <p:nvPr/>
        </p:nvGrpSpPr>
        <p:grpSpPr>
          <a:xfrm>
            <a:off x="2154405" y="4252559"/>
            <a:ext cx="3055775" cy="307777"/>
            <a:chOff x="2008236" y="4834823"/>
            <a:chExt cx="3055775" cy="307777"/>
          </a:xfrm>
        </p:grpSpPr>
        <p:cxnSp>
          <p:nvCxnSpPr>
            <p:cNvPr id="92" name="Conector de Seta Reta 91">
              <a:extLst>
                <a:ext uri="{FF2B5EF4-FFF2-40B4-BE49-F238E27FC236}">
                  <a16:creationId xmlns:a16="http://schemas.microsoft.com/office/drawing/2014/main" id="{158D0206-BF75-10B0-9923-05A3A6FC64EA}"/>
                </a:ext>
              </a:extLst>
            </p:cNvPr>
            <p:cNvCxnSpPr>
              <a:cxnSpLocks/>
              <a:stCxn id="49" idx="6"/>
              <a:endCxn id="37" idx="2"/>
            </p:cNvCxnSpPr>
            <p:nvPr/>
          </p:nvCxnSpPr>
          <p:spPr>
            <a:xfrm>
              <a:off x="2008236" y="4970487"/>
              <a:ext cx="3055775" cy="1095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93" name="Agrupar 92">
              <a:extLst>
                <a:ext uri="{FF2B5EF4-FFF2-40B4-BE49-F238E27FC236}">
                  <a16:creationId xmlns:a16="http://schemas.microsoft.com/office/drawing/2014/main" id="{3216FC8A-0731-EF02-3139-D0CFDE20DC5D}"/>
                </a:ext>
              </a:extLst>
            </p:cNvPr>
            <p:cNvGrpSpPr/>
            <p:nvPr/>
          </p:nvGrpSpPr>
          <p:grpSpPr>
            <a:xfrm>
              <a:off x="3470180" y="4834823"/>
              <a:ext cx="323165" cy="307777"/>
              <a:chOff x="3415201" y="4774814"/>
              <a:chExt cx="323165" cy="307777"/>
            </a:xfrm>
          </p:grpSpPr>
          <p:sp>
            <p:nvSpPr>
              <p:cNvPr id="94" name="Retângulo 93">
                <a:extLst>
                  <a:ext uri="{FF2B5EF4-FFF2-40B4-BE49-F238E27FC236}">
                    <a16:creationId xmlns:a16="http://schemas.microsoft.com/office/drawing/2014/main" id="{1280BC8A-A0DE-003B-D8C7-F7D235C8E3A5}"/>
                  </a:ext>
                </a:extLst>
              </p:cNvPr>
              <p:cNvSpPr/>
              <p:nvPr/>
            </p:nvSpPr>
            <p:spPr>
              <a:xfrm>
                <a:off x="3498302" y="4840644"/>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1D3CCB5C-523E-3F57-192C-80B7B1E280B1}"/>
                      </a:ext>
                    </a:extLst>
                  </p:cNvPr>
                  <p:cNvSpPr txBox="1"/>
                  <p:nvPr/>
                </p:nvSpPr>
                <p:spPr>
                  <a:xfrm>
                    <a:off x="3415201" y="4774814"/>
                    <a:ext cx="32316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95" name="CaixaDeTexto 94">
                    <a:extLst>
                      <a:ext uri="{FF2B5EF4-FFF2-40B4-BE49-F238E27FC236}">
                        <a16:creationId xmlns:a16="http://schemas.microsoft.com/office/drawing/2014/main" id="{1D3CCB5C-523E-3F57-192C-80B7B1E280B1}"/>
                      </a:ext>
                    </a:extLst>
                  </p:cNvPr>
                  <p:cNvSpPr txBox="1">
                    <a:spLocks noRot="1" noChangeAspect="1" noMove="1" noResize="1" noEditPoints="1" noAdjustHandles="1" noChangeArrowheads="1" noChangeShapeType="1" noTextEdit="1"/>
                  </p:cNvSpPr>
                  <p:nvPr/>
                </p:nvSpPr>
                <p:spPr>
                  <a:xfrm>
                    <a:off x="3415201" y="4774814"/>
                    <a:ext cx="323165" cy="307777"/>
                  </a:xfrm>
                  <a:prstGeom prst="rect">
                    <a:avLst/>
                  </a:prstGeom>
                  <a:blipFill>
                    <a:blip r:embed="rId17"/>
                    <a:stretch>
                      <a:fillRect t="-11765" r="-13208"/>
                    </a:stretch>
                  </a:blipFill>
                </p:spPr>
                <p:txBody>
                  <a:bodyPr/>
                  <a:lstStyle/>
                  <a:p>
                    <a:r>
                      <a:rPr lang="pt-BR">
                        <a:noFill/>
                      </a:rPr>
                      <a:t> </a:t>
                    </a:r>
                  </a:p>
                </p:txBody>
              </p:sp>
            </mc:Fallback>
          </mc:AlternateContent>
        </p:grpSp>
      </p:grpSp>
      <p:sp>
        <p:nvSpPr>
          <p:cNvPr id="49" name="Elipse 48">
            <a:extLst>
              <a:ext uri="{FF2B5EF4-FFF2-40B4-BE49-F238E27FC236}">
                <a16:creationId xmlns:a16="http://schemas.microsoft.com/office/drawing/2014/main" id="{25273311-F996-ABEC-B724-ACD4416B9BD8}"/>
              </a:ext>
            </a:extLst>
          </p:cNvPr>
          <p:cNvSpPr/>
          <p:nvPr/>
        </p:nvSpPr>
        <p:spPr>
          <a:xfrm>
            <a:off x="2108685" y="436536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98" name="Agrupar 97">
            <a:extLst>
              <a:ext uri="{FF2B5EF4-FFF2-40B4-BE49-F238E27FC236}">
                <a16:creationId xmlns:a16="http://schemas.microsoft.com/office/drawing/2014/main" id="{62A2726E-E952-5328-51BB-0319DE66EC1F}"/>
              </a:ext>
            </a:extLst>
          </p:cNvPr>
          <p:cNvGrpSpPr/>
          <p:nvPr/>
        </p:nvGrpSpPr>
        <p:grpSpPr>
          <a:xfrm>
            <a:off x="460868" y="4126165"/>
            <a:ext cx="687372" cy="307777"/>
            <a:chOff x="1698324" y="3917643"/>
            <a:chExt cx="687372" cy="307777"/>
          </a:xfrm>
        </p:grpSpPr>
        <mc:AlternateContent xmlns:mc="http://schemas.openxmlformats.org/markup-compatibility/2006" xmlns:a14="http://schemas.microsoft.com/office/drawing/2010/main">
          <mc:Choice Requires="a14">
            <p:sp>
              <p:nvSpPr>
                <p:cNvPr id="99" name="CaixaDeTexto 98">
                  <a:extLst>
                    <a:ext uri="{FF2B5EF4-FFF2-40B4-BE49-F238E27FC236}">
                      <a16:creationId xmlns:a16="http://schemas.microsoft.com/office/drawing/2014/main" id="{EA2D616B-F638-AC77-473D-7797513F3AD3}"/>
                    </a:ext>
                  </a:extLst>
                </p:cNvPr>
                <p:cNvSpPr txBox="1"/>
                <p:nvPr/>
              </p:nvSpPr>
              <p:spPr>
                <a:xfrm>
                  <a:off x="1698324" y="3917643"/>
                  <a:ext cx="65691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𝑝</m:t>
                            </m:r>
                          </m:e>
                        </m:acc>
                        <m:r>
                          <a:rPr lang="pt-BR" sz="1400" b="0" i="1" smtClean="0">
                            <a:solidFill>
                              <a:schemeClr val="tx1"/>
                            </a:solidFill>
                            <a:latin typeface="Cambria Math" panose="02040503050406030204" pitchFamily="18" charset="0"/>
                          </a:rPr>
                          <m:t>=0</m:t>
                        </m:r>
                      </m:oMath>
                    </m:oMathPara>
                  </a14:m>
                  <a:endParaRPr lang="pt-BR" sz="1400" b="0">
                    <a:solidFill>
                      <a:schemeClr val="tx1"/>
                    </a:solidFill>
                  </a:endParaRPr>
                </a:p>
              </p:txBody>
            </p:sp>
          </mc:Choice>
          <mc:Fallback xmlns="">
            <p:sp>
              <p:nvSpPr>
                <p:cNvPr id="99" name="CaixaDeTexto 98">
                  <a:extLst>
                    <a:ext uri="{FF2B5EF4-FFF2-40B4-BE49-F238E27FC236}">
                      <a16:creationId xmlns:a16="http://schemas.microsoft.com/office/drawing/2014/main" id="{EA2D616B-F638-AC77-473D-7797513F3AD3}"/>
                    </a:ext>
                  </a:extLst>
                </p:cNvPr>
                <p:cNvSpPr txBox="1">
                  <a:spLocks noRot="1" noChangeAspect="1" noMove="1" noResize="1" noEditPoints="1" noAdjustHandles="1" noChangeArrowheads="1" noChangeShapeType="1" noTextEdit="1"/>
                </p:cNvSpPr>
                <p:nvPr/>
              </p:nvSpPr>
              <p:spPr>
                <a:xfrm>
                  <a:off x="1698324" y="3917643"/>
                  <a:ext cx="656911" cy="307777"/>
                </a:xfrm>
                <a:prstGeom prst="rect">
                  <a:avLst/>
                </a:prstGeom>
                <a:blipFill>
                  <a:blip r:embed="rId18"/>
                  <a:stretch>
                    <a:fillRect t="-12000" b="-2000"/>
                  </a:stretch>
                </a:blipFill>
              </p:spPr>
              <p:txBody>
                <a:bodyPr/>
                <a:lstStyle/>
                <a:p>
                  <a:r>
                    <a:rPr lang="pt-BR">
                      <a:noFill/>
                    </a:rPr>
                    <a:t> </a:t>
                  </a:r>
                </a:p>
              </p:txBody>
            </p:sp>
          </mc:Fallback>
        </mc:AlternateContent>
        <p:sp>
          <p:nvSpPr>
            <p:cNvPr id="100" name="Retângulo 99">
              <a:extLst>
                <a:ext uri="{FF2B5EF4-FFF2-40B4-BE49-F238E27FC236}">
                  <a16:creationId xmlns:a16="http://schemas.microsoft.com/office/drawing/2014/main" id="{740903EF-F113-FF93-9934-322A07B88556}"/>
                </a:ext>
              </a:extLst>
            </p:cNvPr>
            <p:cNvSpPr/>
            <p:nvPr/>
          </p:nvSpPr>
          <p:spPr>
            <a:xfrm>
              <a:off x="1698324" y="3917643"/>
              <a:ext cx="687372" cy="307777"/>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cxnSp>
        <p:nvCxnSpPr>
          <p:cNvPr id="101" name="Conector de Seta Reta 100">
            <a:extLst>
              <a:ext uri="{FF2B5EF4-FFF2-40B4-BE49-F238E27FC236}">
                <a16:creationId xmlns:a16="http://schemas.microsoft.com/office/drawing/2014/main" id="{BBB86B4E-2639-B8B9-3857-CE0FD69AF765}"/>
              </a:ext>
            </a:extLst>
          </p:cNvPr>
          <p:cNvCxnSpPr>
            <a:cxnSpLocks/>
            <a:stCxn id="51" idx="6"/>
          </p:cNvCxnSpPr>
          <p:nvPr/>
        </p:nvCxnSpPr>
        <p:spPr>
          <a:xfrm>
            <a:off x="2543116" y="4046626"/>
            <a:ext cx="2660349" cy="347452"/>
          </a:xfrm>
          <a:prstGeom prst="straightConnector1">
            <a:avLst/>
          </a:prstGeom>
          <a:ln>
            <a:solidFill>
              <a:srgbClr val="7030A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03" name="Agrupar 102">
            <a:extLst>
              <a:ext uri="{FF2B5EF4-FFF2-40B4-BE49-F238E27FC236}">
                <a16:creationId xmlns:a16="http://schemas.microsoft.com/office/drawing/2014/main" id="{8A293701-90E2-B12E-07D1-048244821135}"/>
              </a:ext>
            </a:extLst>
          </p:cNvPr>
          <p:cNvGrpSpPr/>
          <p:nvPr/>
        </p:nvGrpSpPr>
        <p:grpSpPr>
          <a:xfrm>
            <a:off x="3749621" y="4077845"/>
            <a:ext cx="732321" cy="282130"/>
            <a:chOff x="3399703" y="4906170"/>
            <a:chExt cx="296344" cy="282130"/>
          </a:xfrm>
        </p:grpSpPr>
        <p:sp>
          <p:nvSpPr>
            <p:cNvPr id="104" name="Retângulo 103">
              <a:extLst>
                <a:ext uri="{FF2B5EF4-FFF2-40B4-BE49-F238E27FC236}">
                  <a16:creationId xmlns:a16="http://schemas.microsoft.com/office/drawing/2014/main" id="{77B24435-BDCC-BE85-0B79-D943E4464D13}"/>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5" name="CaixaDeTexto 104">
                  <a:extLst>
                    <a:ext uri="{FF2B5EF4-FFF2-40B4-BE49-F238E27FC236}">
                      <a16:creationId xmlns:a16="http://schemas.microsoft.com/office/drawing/2014/main" id="{64EE7E2C-B564-2F22-26FE-1B775CA9BE8F}"/>
                    </a:ext>
                  </a:extLst>
                </p:cNvPr>
                <p:cNvSpPr txBox="1"/>
                <p:nvPr/>
              </p:nvSpPr>
              <p:spPr>
                <a:xfrm>
                  <a:off x="3399703" y="4906170"/>
                  <a:ext cx="29634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200" b="0" i="1" smtClean="0">
                                <a:solidFill>
                                  <a:srgbClr val="7030A0"/>
                                </a:solidFill>
                                <a:latin typeface="Cambria Math" panose="02040503050406030204" pitchFamily="18" charset="0"/>
                              </a:rPr>
                            </m:ctrlPr>
                          </m:accPr>
                          <m:e>
                            <m:r>
                              <a:rPr lang="pt-BR" sz="1200" b="0" i="1" smtClean="0">
                                <a:solidFill>
                                  <a:srgbClr val="7030A0"/>
                                </a:solidFill>
                                <a:latin typeface="Cambria Math" panose="02040503050406030204" pitchFamily="18" charset="0"/>
                              </a:rPr>
                              <m:t>𝑟</m:t>
                            </m:r>
                          </m:e>
                        </m:acc>
                        <m:r>
                          <a:rPr lang="pt-BR" sz="1200" b="0" i="1" smtClean="0">
                            <a:solidFill>
                              <a:srgbClr val="7030A0"/>
                            </a:solidFill>
                            <a:latin typeface="Cambria Math" panose="02040503050406030204" pitchFamily="18" charset="0"/>
                          </a:rPr>
                          <m:t>′′(</m:t>
                        </m:r>
                        <m:r>
                          <a:rPr lang="pt-BR" sz="1200" b="0" i="1" smtClean="0">
                            <a:solidFill>
                              <a:srgbClr val="7030A0"/>
                            </a:solidFill>
                            <a:latin typeface="Cambria Math" panose="02040503050406030204" pitchFamily="18" charset="0"/>
                          </a:rPr>
                          <m:t>𝜃</m:t>
                        </m:r>
                        <m:r>
                          <a:rPr lang="pt-BR" sz="1200" b="0" i="1" smtClean="0">
                            <a:solidFill>
                              <a:srgbClr val="7030A0"/>
                            </a:solidFill>
                            <a:latin typeface="Cambria Math" panose="02040503050406030204" pitchFamily="18" charset="0"/>
                          </a:rPr>
                          <m:t>)</m:t>
                        </m:r>
                      </m:oMath>
                    </m:oMathPara>
                  </a14:m>
                  <a:endParaRPr lang="pt-BR" sz="1200">
                    <a:solidFill>
                      <a:srgbClr val="7030A0"/>
                    </a:solidFill>
                  </a:endParaRPr>
                </a:p>
              </p:txBody>
            </p:sp>
          </mc:Choice>
          <mc:Fallback xmlns="">
            <p:sp>
              <p:nvSpPr>
                <p:cNvPr id="105" name="CaixaDeTexto 104">
                  <a:extLst>
                    <a:ext uri="{FF2B5EF4-FFF2-40B4-BE49-F238E27FC236}">
                      <a16:creationId xmlns:a16="http://schemas.microsoft.com/office/drawing/2014/main" id="{64EE7E2C-B564-2F22-26FE-1B775CA9BE8F}"/>
                    </a:ext>
                  </a:extLst>
                </p:cNvPr>
                <p:cNvSpPr txBox="1">
                  <a:spLocks noRot="1" noChangeAspect="1" noMove="1" noResize="1" noEditPoints="1" noAdjustHandles="1" noChangeArrowheads="1" noChangeShapeType="1" noTextEdit="1"/>
                </p:cNvSpPr>
                <p:nvPr/>
              </p:nvSpPr>
              <p:spPr>
                <a:xfrm>
                  <a:off x="3399703" y="4906170"/>
                  <a:ext cx="296344" cy="276999"/>
                </a:xfrm>
                <a:prstGeom prst="rect">
                  <a:avLst/>
                </a:prstGeom>
                <a:blipFill>
                  <a:blip r:embed="rId19"/>
                  <a:stretch>
                    <a:fillRect t="-2222" b="-8889"/>
                  </a:stretch>
                </a:blipFill>
              </p:spPr>
              <p:txBody>
                <a:bodyPr/>
                <a:lstStyle/>
                <a:p>
                  <a:r>
                    <a:rPr lang="pt-BR">
                      <a:noFill/>
                    </a:rPr>
                    <a:t> </a:t>
                  </a:r>
                </a:p>
              </p:txBody>
            </p:sp>
          </mc:Fallback>
        </mc:AlternateContent>
      </p:grpSp>
      <p:sp>
        <p:nvSpPr>
          <p:cNvPr id="113" name="CaixaDeTexto 112">
            <a:extLst>
              <a:ext uri="{FF2B5EF4-FFF2-40B4-BE49-F238E27FC236}">
                <a16:creationId xmlns:a16="http://schemas.microsoft.com/office/drawing/2014/main" id="{4E8AD4E2-5829-1B8F-6CC1-CC7216CD4A95}"/>
              </a:ext>
            </a:extLst>
          </p:cNvPr>
          <p:cNvSpPr txBox="1"/>
          <p:nvPr/>
        </p:nvSpPr>
        <p:spPr>
          <a:xfrm>
            <a:off x="6699424" y="2984706"/>
            <a:ext cx="4860540" cy="369332"/>
          </a:xfrm>
          <a:prstGeom prst="rect">
            <a:avLst/>
          </a:prstGeom>
          <a:noFill/>
        </p:spPr>
        <p:txBody>
          <a:bodyPr wrap="square">
            <a:spAutoFit/>
          </a:bodyPr>
          <a:lstStyle/>
          <a:p>
            <a:r>
              <a:rPr lang="pt-BR"/>
              <a:t>Patel’s auxiliary vector</a:t>
            </a:r>
          </a:p>
        </p:txBody>
      </p:sp>
      <p:grpSp>
        <p:nvGrpSpPr>
          <p:cNvPr id="5" name="Agrupar 4">
            <a:extLst>
              <a:ext uri="{FF2B5EF4-FFF2-40B4-BE49-F238E27FC236}">
                <a16:creationId xmlns:a16="http://schemas.microsoft.com/office/drawing/2014/main" id="{AF8EEC95-46BB-D9CF-61A5-E785CD6616DB}"/>
              </a:ext>
            </a:extLst>
          </p:cNvPr>
          <p:cNvGrpSpPr/>
          <p:nvPr/>
        </p:nvGrpSpPr>
        <p:grpSpPr>
          <a:xfrm>
            <a:off x="4872936" y="4003129"/>
            <a:ext cx="443300" cy="396053"/>
            <a:chOff x="4772658" y="4580364"/>
            <a:chExt cx="443300" cy="396053"/>
          </a:xfrm>
        </p:grpSpPr>
        <p:cxnSp>
          <p:nvCxnSpPr>
            <p:cNvPr id="3" name="Conector de Seta Reta 2">
              <a:extLst>
                <a:ext uri="{FF2B5EF4-FFF2-40B4-BE49-F238E27FC236}">
                  <a16:creationId xmlns:a16="http://schemas.microsoft.com/office/drawing/2014/main" id="{3425C7B8-265C-A032-8D35-66888D65A992}"/>
                </a:ext>
              </a:extLst>
            </p:cNvPr>
            <p:cNvCxnSpPr>
              <a:cxnSpLocks/>
            </p:cNvCxnSpPr>
            <p:nvPr/>
          </p:nvCxnSpPr>
          <p:spPr>
            <a:xfrm flipH="1" flipV="1">
              <a:off x="4772658"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A1E5A8DF-8F0A-52E4-A0D6-644C390773C9}"/>
                    </a:ext>
                  </a:extLst>
                </p:cNvPr>
                <p:cNvSpPr txBox="1"/>
                <p:nvPr/>
              </p:nvSpPr>
              <p:spPr>
                <a:xfrm>
                  <a:off x="4855346"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4" name="CaixaDeTexto 3">
                  <a:extLst>
                    <a:ext uri="{FF2B5EF4-FFF2-40B4-BE49-F238E27FC236}">
                      <a16:creationId xmlns:a16="http://schemas.microsoft.com/office/drawing/2014/main" id="{A1E5A8DF-8F0A-52E4-A0D6-644C390773C9}"/>
                    </a:ext>
                  </a:extLst>
                </p:cNvPr>
                <p:cNvSpPr txBox="1">
                  <a:spLocks noRot="1" noChangeAspect="1" noMove="1" noResize="1" noEditPoints="1" noAdjustHandles="1" noChangeArrowheads="1" noChangeShapeType="1" noTextEdit="1"/>
                </p:cNvSpPr>
                <p:nvPr/>
              </p:nvSpPr>
              <p:spPr>
                <a:xfrm>
                  <a:off x="4855346" y="4580364"/>
                  <a:ext cx="360612" cy="291298"/>
                </a:xfrm>
                <a:prstGeom prst="rect">
                  <a:avLst/>
                </a:prstGeom>
                <a:blipFill>
                  <a:blip r:embed="rId20"/>
                  <a:stretch>
                    <a:fillRect r="-5085"/>
                  </a:stretch>
                </a:blipFill>
              </p:spPr>
              <p:txBody>
                <a:bodyPr/>
                <a:lstStyle/>
                <a:p>
                  <a:r>
                    <a:rPr lang="pt-BR">
                      <a:noFill/>
                    </a:rPr>
                    <a:t> </a:t>
                  </a:r>
                </a:p>
              </p:txBody>
            </p:sp>
          </mc:Fallback>
        </mc:AlternateContent>
      </p:grpSp>
      <p:grpSp>
        <p:nvGrpSpPr>
          <p:cNvPr id="6" name="Agrupar 5">
            <a:extLst>
              <a:ext uri="{FF2B5EF4-FFF2-40B4-BE49-F238E27FC236}">
                <a16:creationId xmlns:a16="http://schemas.microsoft.com/office/drawing/2014/main" id="{E2649B41-B2C6-F8E1-9E38-5BC8EEFEC3C4}"/>
              </a:ext>
            </a:extLst>
          </p:cNvPr>
          <p:cNvGrpSpPr/>
          <p:nvPr/>
        </p:nvGrpSpPr>
        <p:grpSpPr>
          <a:xfrm>
            <a:off x="4873641" y="1230184"/>
            <a:ext cx="443300" cy="396053"/>
            <a:chOff x="4772658" y="4580364"/>
            <a:chExt cx="443300" cy="396053"/>
          </a:xfrm>
        </p:grpSpPr>
        <p:cxnSp>
          <p:nvCxnSpPr>
            <p:cNvPr id="8" name="Conector de Seta Reta 7">
              <a:extLst>
                <a:ext uri="{FF2B5EF4-FFF2-40B4-BE49-F238E27FC236}">
                  <a16:creationId xmlns:a16="http://schemas.microsoft.com/office/drawing/2014/main" id="{51FAA3D2-58AE-AEC5-83D2-6E0BB684F83A}"/>
                </a:ext>
              </a:extLst>
            </p:cNvPr>
            <p:cNvCxnSpPr>
              <a:cxnSpLocks/>
            </p:cNvCxnSpPr>
            <p:nvPr/>
          </p:nvCxnSpPr>
          <p:spPr>
            <a:xfrm flipH="1" flipV="1">
              <a:off x="4772658"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A679875D-5D27-2A59-5793-6914629D6391}"/>
                    </a:ext>
                  </a:extLst>
                </p:cNvPr>
                <p:cNvSpPr txBox="1"/>
                <p:nvPr/>
              </p:nvSpPr>
              <p:spPr>
                <a:xfrm>
                  <a:off x="4855346"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9" name="CaixaDeTexto 8">
                  <a:extLst>
                    <a:ext uri="{FF2B5EF4-FFF2-40B4-BE49-F238E27FC236}">
                      <a16:creationId xmlns:a16="http://schemas.microsoft.com/office/drawing/2014/main" id="{A679875D-5D27-2A59-5793-6914629D6391}"/>
                    </a:ext>
                  </a:extLst>
                </p:cNvPr>
                <p:cNvSpPr txBox="1">
                  <a:spLocks noRot="1" noChangeAspect="1" noMove="1" noResize="1" noEditPoints="1" noAdjustHandles="1" noChangeArrowheads="1" noChangeShapeType="1" noTextEdit="1"/>
                </p:cNvSpPr>
                <p:nvPr/>
              </p:nvSpPr>
              <p:spPr>
                <a:xfrm>
                  <a:off x="4855346" y="4580364"/>
                  <a:ext cx="360612" cy="291298"/>
                </a:xfrm>
                <a:prstGeom prst="rect">
                  <a:avLst/>
                </a:prstGeom>
                <a:blipFill>
                  <a:blip r:embed="rId21"/>
                  <a:stretch>
                    <a:fillRect r="-5085"/>
                  </a:stretch>
                </a:blipFill>
              </p:spPr>
              <p:txBody>
                <a:bodyPr/>
                <a:lstStyle/>
                <a:p>
                  <a:r>
                    <a:rPr lang="pt-BR">
                      <a:noFill/>
                    </a:rPr>
                    <a:t> </a:t>
                  </a:r>
                </a:p>
              </p:txBody>
            </p:sp>
          </mc:Fallback>
        </mc:AlternateContent>
      </p:grpSp>
      <p:sp>
        <p:nvSpPr>
          <p:cNvPr id="65" name="Elipse 64">
            <a:extLst>
              <a:ext uri="{FF2B5EF4-FFF2-40B4-BE49-F238E27FC236}">
                <a16:creationId xmlns:a16="http://schemas.microsoft.com/office/drawing/2014/main" id="{0B1B13EB-D6C0-D3E4-9EEB-9763F150DFB0}"/>
              </a:ext>
            </a:extLst>
          </p:cNvPr>
          <p:cNvSpPr/>
          <p:nvPr/>
        </p:nvSpPr>
        <p:spPr>
          <a:xfrm>
            <a:off x="5209762" y="160390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Elipse 36">
            <a:extLst>
              <a:ext uri="{FF2B5EF4-FFF2-40B4-BE49-F238E27FC236}">
                <a16:creationId xmlns:a16="http://schemas.microsoft.com/office/drawing/2014/main" id="{3ADE8B1B-30F8-0E8B-5B01-E0861254B642}"/>
              </a:ext>
            </a:extLst>
          </p:cNvPr>
          <p:cNvSpPr/>
          <p:nvPr/>
        </p:nvSpPr>
        <p:spPr>
          <a:xfrm>
            <a:off x="5210180" y="4376322"/>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D3B8585-D048-75B3-144F-236CE4DCDCA8}"/>
                  </a:ext>
                </a:extLst>
              </p:cNvPr>
              <p:cNvSpPr txBox="1"/>
              <p:nvPr/>
            </p:nvSpPr>
            <p:spPr>
              <a:xfrm>
                <a:off x="6699424" y="5788530"/>
                <a:ext cx="4152034" cy="510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en-US" sz="1600" b="0" i="1" smtClean="0">
                                      <a:latin typeface="Cambria Math" panose="02040503050406030204" pitchFamily="18" charset="0"/>
                                    </a:rPr>
                                    <m:t>𝑝</m:t>
                                  </m:r>
                                </m:sub>
                              </m:sSub>
                              <m:r>
                                <a:rPr lang="pt-BR" sz="1600" i="1">
                                  <a:latin typeface="Cambria Math" panose="02040503050406030204" pitchFamily="18" charset="0"/>
                                </a:rPr>
                                <m:t>−</m:t>
                              </m:r>
                              <m:sSubSup>
                                <m:sSubSupPr>
                                  <m:ctrlPr>
                                    <a:rPr lang="en-US"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en-US" sz="1600" b="0" i="1" smtClean="0">
                                      <a:latin typeface="Cambria Math" panose="02040503050406030204" pitchFamily="18" charset="0"/>
                                    </a:rPr>
                                    <m:t>𝑞</m:t>
                                  </m:r>
                                </m:sub>
                                <m:sup>
                                  <m:r>
                                    <a:rPr lang="pt-BR" sz="1600" b="0" i="1" smtClean="0">
                                      <a:latin typeface="Cambria Math" panose="02040503050406030204" pitchFamily="18" charset="0"/>
                                    </a:rPr>
                                    <m:t> </m:t>
                                  </m:r>
                                </m:sup>
                              </m:sSubSup>
                            </m:e>
                          </m:d>
                        </m:e>
                        <m:sup>
                          <m:r>
                            <a:rPr lang="pt-BR" sz="1600" b="0" i="1" smtClean="0">
                              <a:latin typeface="Cambria Math" panose="02040503050406030204" pitchFamily="18" charset="0"/>
                            </a:rPr>
                            <m:t> </m:t>
                          </m:r>
                        </m:sup>
                      </m:sSup>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d>
                            <m:dPr>
                              <m:begChr m:val="["/>
                              <m:endChr m:val="]"/>
                              <m:ctrlPr>
                                <a:rPr lang="pt-BR" sz="1600" b="0" i="1" smtClean="0">
                                  <a:latin typeface="Cambria Math" panose="02040503050406030204" pitchFamily="18" charset="0"/>
                                </a:rPr>
                              </m:ctrlPr>
                            </m:dPr>
                            <m:e>
                              <m:sSup>
                                <m:sSupPr>
                                  <m:ctrlPr>
                                    <a:rPr lang="pt-BR" sz="1600" i="1">
                                      <a:latin typeface="Cambria Math" panose="02040503050406030204" pitchFamily="18" charset="0"/>
                                    </a:rPr>
                                  </m:ctrlPr>
                                </m:sSupPr>
                                <m:e>
                                  <m:d>
                                    <m:dPr>
                                      <m:ctrlPr>
                                        <a:rPr lang="pt-BR" sz="1600" i="1">
                                          <a:latin typeface="Cambria Math" panose="02040503050406030204" pitchFamily="18" charset="0"/>
                                        </a:rPr>
                                      </m:ctrlPr>
                                    </m:dPr>
                                    <m:e>
                                      <m:sSup>
                                        <m:sSupPr>
                                          <m:ctrlPr>
                                            <a:rPr lang="pt-BR" sz="1600" i="1">
                                              <a:latin typeface="Cambria Math" panose="02040503050406030204" pitchFamily="18" charset="0"/>
                                            </a:rPr>
                                          </m:ctrlPr>
                                        </m:sSupPr>
                                        <m:e>
                                          <m:r>
                                            <a:rPr lang="pt-BR" sz="1600" i="1">
                                              <a:latin typeface="Cambria Math" panose="02040503050406030204" pitchFamily="18" charset="0"/>
                                            </a:rPr>
                                            <m:t>𝑟</m:t>
                                          </m:r>
                                        </m:e>
                                        <m:sup>
                                          <m:r>
                                            <a:rPr lang="pt-BR" sz="1600" i="1">
                                              <a:latin typeface="Cambria Math" panose="02040503050406030204" pitchFamily="18" charset="0"/>
                                            </a:rPr>
                                            <m:t>′′</m:t>
                                          </m:r>
                                        </m:sup>
                                      </m:sSup>
                                    </m:e>
                                  </m:d>
                                </m:e>
                                <m:sup>
                                  <m:r>
                                    <a:rPr lang="pt-BR" sz="1600" i="1">
                                      <a:latin typeface="Cambria Math" panose="02040503050406030204" pitchFamily="18" charset="0"/>
                                    </a:rPr>
                                    <m:t>2</m:t>
                                  </m:r>
                                </m:sup>
                              </m:sSup>
                              <m:r>
                                <a:rPr lang="pt-BR" sz="1600" i="1">
                                  <a:latin typeface="Cambria Math" panose="02040503050406030204" pitchFamily="18" charset="0"/>
                                </a:rPr>
                                <m:t>+</m:t>
                              </m:r>
                              <m:sSup>
                                <m:sSupPr>
                                  <m:ctrlPr>
                                    <a:rPr lang="pt-BR" sz="1600" b="0" i="1" smtClean="0">
                                      <a:latin typeface="Cambria Math" panose="02040503050406030204" pitchFamily="18" charset="0"/>
                                    </a:rPr>
                                  </m:ctrlPr>
                                </m:sSupPr>
                                <m:e>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𝑞</m:t>
                                      </m:r>
                                    </m:sub>
                                  </m:sSub>
                                  <m:r>
                                    <a:rPr lang="en-US" sz="1600" b="0" i="1" smtClean="0">
                                      <a:latin typeface="Cambria Math" panose="02040503050406030204" pitchFamily="18" charset="0"/>
                                    </a:rPr>
                                    <m:t>)</m:t>
                                  </m:r>
                                </m:e>
                                <m:sup>
                                  <m:r>
                                    <a:rPr lang="pt-BR" sz="1600" b="0" i="1" smtClean="0">
                                      <a:latin typeface="Cambria Math" panose="02040503050406030204" pitchFamily="18" charset="0"/>
                                    </a:rPr>
                                    <m:t>2</m:t>
                                  </m:r>
                                </m:sup>
                              </m:sSup>
                              <m:r>
                                <a:rPr lang="pt-BR" sz="1600" b="0" i="1" smtClean="0">
                                  <a:latin typeface="Cambria Math" panose="02040503050406030204" pitchFamily="18" charset="0"/>
                                </a:rPr>
                                <m:t> </m:t>
                              </m:r>
                              <m:r>
                                <a:rPr lang="pt-BR" sz="1600" i="1" smtClean="0">
                                  <a:latin typeface="Cambria Math" panose="02040503050406030204" pitchFamily="18" charset="0"/>
                                </a:rPr>
                                <m:t>−</m:t>
                              </m:r>
                              <m:r>
                                <a:rPr lang="pt-BR" sz="1600" i="1">
                                  <a:latin typeface="Cambria Math" panose="02040503050406030204" pitchFamily="18" charset="0"/>
                                </a:rPr>
                                <m:t>2</m:t>
                              </m:r>
                              <m:sSup>
                                <m:sSupPr>
                                  <m:ctrlPr>
                                    <a:rPr lang="pt-BR" sz="1600" i="1">
                                      <a:latin typeface="Cambria Math" panose="02040503050406030204" pitchFamily="18" charset="0"/>
                                    </a:rPr>
                                  </m:ctrlPr>
                                </m:sSupPr>
                                <m:e>
                                  <m:r>
                                    <a:rPr lang="pt-BR" sz="1600" i="1">
                                      <a:latin typeface="Cambria Math" panose="02040503050406030204" pitchFamily="18" charset="0"/>
                                    </a:rPr>
                                    <m:t>𝑟</m:t>
                                  </m:r>
                                </m:e>
                                <m:sup>
                                  <m:r>
                                    <a:rPr lang="pt-BR" sz="1600" i="1">
                                      <a:latin typeface="Cambria Math" panose="02040503050406030204" pitchFamily="18" charset="0"/>
                                    </a:rPr>
                                    <m:t>′′</m:t>
                                  </m:r>
                                </m:sup>
                              </m:sSup>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d>
                                    <m:dPr>
                                      <m:ctrlPr>
                                        <a:rPr lang="pt-BR" sz="1600" i="1">
                                          <a:latin typeface="Cambria Math" panose="02040503050406030204" pitchFamily="18" charset="0"/>
                                        </a:rPr>
                                      </m:ctrlPr>
                                    </m:dPr>
                                    <m:e>
                                      <m:r>
                                        <a:rPr lang="pt-BR" sz="1600" i="1">
                                          <a:latin typeface="Cambria Math" panose="02040503050406030204" pitchFamily="18" charset="0"/>
                                        </a:rPr>
                                        <m:t>𝛾</m:t>
                                      </m:r>
                                    </m:e>
                                  </m:d>
                                </m:e>
                              </m:func>
                            </m:e>
                          </m:d>
                        </m:e>
                        <m:sup>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den>
                          </m:f>
                        </m:sup>
                      </m:sSup>
                    </m:oMath>
                  </m:oMathPara>
                </a14:m>
                <a:endParaRPr lang="pt-BR" sz="1600"/>
              </a:p>
            </p:txBody>
          </p:sp>
        </mc:Choice>
        <mc:Fallback xmlns="">
          <p:sp>
            <p:nvSpPr>
              <p:cNvPr id="10" name="CaixaDeTexto 9">
                <a:extLst>
                  <a:ext uri="{FF2B5EF4-FFF2-40B4-BE49-F238E27FC236}">
                    <a16:creationId xmlns:a16="http://schemas.microsoft.com/office/drawing/2014/main" id="{3D3B8585-D048-75B3-144F-236CE4DCDCA8}"/>
                  </a:ext>
                </a:extLst>
              </p:cNvPr>
              <p:cNvSpPr txBox="1">
                <a:spLocks noRot="1" noChangeAspect="1" noMove="1" noResize="1" noEditPoints="1" noAdjustHandles="1" noChangeArrowheads="1" noChangeShapeType="1" noTextEdit="1"/>
              </p:cNvSpPr>
              <p:nvPr/>
            </p:nvSpPr>
            <p:spPr>
              <a:xfrm>
                <a:off x="6699424" y="5788530"/>
                <a:ext cx="4152034" cy="510781"/>
              </a:xfrm>
              <a:prstGeom prst="rect">
                <a:avLst/>
              </a:prstGeom>
              <a:blipFill>
                <a:blip r:embed="rId22"/>
                <a:stretch>
                  <a:fillRect/>
                </a:stretch>
              </a:blipFill>
            </p:spPr>
            <p:txBody>
              <a:bodyPr/>
              <a:lstStyle/>
              <a:p>
                <a:r>
                  <a:rPr lang="pt-BR">
                    <a:noFill/>
                  </a:rPr>
                  <a:t> </a:t>
                </a:r>
              </a:p>
            </p:txBody>
          </p:sp>
        </mc:Fallback>
      </mc:AlternateContent>
      <p:sp>
        <p:nvSpPr>
          <p:cNvPr id="11" name="Círculo: Vazio 10">
            <a:extLst>
              <a:ext uri="{FF2B5EF4-FFF2-40B4-BE49-F238E27FC236}">
                <a16:creationId xmlns:a16="http://schemas.microsoft.com/office/drawing/2014/main" id="{988529C0-01AB-5F85-E81B-03EB4793417C}"/>
              </a:ext>
            </a:extLst>
          </p:cNvPr>
          <p:cNvSpPr/>
          <p:nvPr/>
        </p:nvSpPr>
        <p:spPr>
          <a:xfrm>
            <a:off x="2487262" y="5852180"/>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3" name="Círculo: Vazio 12">
            <a:extLst>
              <a:ext uri="{FF2B5EF4-FFF2-40B4-BE49-F238E27FC236}">
                <a16:creationId xmlns:a16="http://schemas.microsoft.com/office/drawing/2014/main" id="{BB979BA9-FEB0-5989-29EE-7570B8E9C8A2}"/>
              </a:ext>
            </a:extLst>
          </p:cNvPr>
          <p:cNvSpPr/>
          <p:nvPr/>
        </p:nvSpPr>
        <p:spPr>
          <a:xfrm>
            <a:off x="4863925" y="5852180"/>
            <a:ext cx="91440" cy="91440"/>
          </a:xfrm>
          <a:prstGeom prst="donut">
            <a:avLst>
              <a:gd name="adj" fmla="val 46798"/>
            </a:avLst>
          </a:prstGeom>
          <a:solidFill>
            <a:schemeClr val="bg1"/>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90000"/>
                  <a:lumOff val="10000"/>
                </a:schemeClr>
              </a:solidFill>
            </a:endParaRPr>
          </a:p>
        </p:txBody>
      </p:sp>
      <p:cxnSp>
        <p:nvCxnSpPr>
          <p:cNvPr id="14" name="Conector de Seta Reta 13">
            <a:extLst>
              <a:ext uri="{FF2B5EF4-FFF2-40B4-BE49-F238E27FC236}">
                <a16:creationId xmlns:a16="http://schemas.microsoft.com/office/drawing/2014/main" id="{E33ED6A1-20C7-12DF-0C9E-5748FABF3291}"/>
              </a:ext>
            </a:extLst>
          </p:cNvPr>
          <p:cNvCxnSpPr>
            <a:cxnSpLocks/>
            <a:stCxn id="11" idx="6"/>
            <a:endCxn id="13" idx="2"/>
          </p:cNvCxnSpPr>
          <p:nvPr/>
        </p:nvCxnSpPr>
        <p:spPr>
          <a:xfrm>
            <a:off x="2578702" y="5897900"/>
            <a:ext cx="2285223" cy="0"/>
          </a:xfrm>
          <a:prstGeom prst="straightConnector1">
            <a:avLst/>
          </a:prstGeom>
          <a:ln>
            <a:solidFill>
              <a:srgbClr val="00B05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6" name="Agrupar 15">
            <a:extLst>
              <a:ext uri="{FF2B5EF4-FFF2-40B4-BE49-F238E27FC236}">
                <a16:creationId xmlns:a16="http://schemas.microsoft.com/office/drawing/2014/main" id="{E5E6C03E-2124-E0CD-AA53-D50EA2DDD7C9}"/>
              </a:ext>
            </a:extLst>
          </p:cNvPr>
          <p:cNvGrpSpPr/>
          <p:nvPr/>
        </p:nvGrpSpPr>
        <p:grpSpPr>
          <a:xfrm>
            <a:off x="3343062" y="5502886"/>
            <a:ext cx="855675" cy="324384"/>
            <a:chOff x="3435929" y="4757047"/>
            <a:chExt cx="346261" cy="324384"/>
          </a:xfrm>
        </p:grpSpPr>
        <p:sp>
          <p:nvSpPr>
            <p:cNvPr id="17" name="Retângulo 16">
              <a:extLst>
                <a:ext uri="{FF2B5EF4-FFF2-40B4-BE49-F238E27FC236}">
                  <a16:creationId xmlns:a16="http://schemas.microsoft.com/office/drawing/2014/main" id="{9A01F1AC-3377-7F99-9348-BB3208660176}"/>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B56A10AC-8B84-40E7-382E-0B35B11BA5DD}"/>
                    </a:ext>
                  </a:extLst>
                </p:cNvPr>
                <p:cNvSpPr txBox="1"/>
                <p:nvPr/>
              </p:nvSpPr>
              <p:spPr>
                <a:xfrm>
                  <a:off x="3435929" y="4757047"/>
                  <a:ext cx="346261"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B050"/>
                            </a:solidFill>
                            <a:latin typeface="Cambria Math" panose="02040503050406030204" pitchFamily="18" charset="0"/>
                          </a:rPr>
                          <m:t>|</m:t>
                        </m:r>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r>
                          <a:rPr lang="en-US" sz="1400" b="0" i="1" smtClean="0">
                            <a:solidFill>
                              <a:srgbClr val="00B050"/>
                            </a:solidFill>
                            <a:latin typeface="Cambria Math" panose="02040503050406030204" pitchFamily="18" charset="0"/>
                          </a:rPr>
                          <m:t>|</m:t>
                        </m:r>
                      </m:oMath>
                    </m:oMathPara>
                  </a14:m>
                  <a:endParaRPr lang="pt-BR" sz="1400">
                    <a:solidFill>
                      <a:srgbClr val="00B050"/>
                    </a:solidFill>
                  </a:endParaRPr>
                </a:p>
              </p:txBody>
            </p:sp>
          </mc:Choice>
          <mc:Fallback xmlns="">
            <p:sp>
              <p:nvSpPr>
                <p:cNvPr id="18" name="CaixaDeTexto 17">
                  <a:extLst>
                    <a:ext uri="{FF2B5EF4-FFF2-40B4-BE49-F238E27FC236}">
                      <a16:creationId xmlns:a16="http://schemas.microsoft.com/office/drawing/2014/main" id="{B56A10AC-8B84-40E7-382E-0B35B11BA5DD}"/>
                    </a:ext>
                  </a:extLst>
                </p:cNvPr>
                <p:cNvSpPr txBox="1">
                  <a:spLocks noRot="1" noChangeAspect="1" noMove="1" noResize="1" noEditPoints="1" noAdjustHandles="1" noChangeArrowheads="1" noChangeShapeType="1" noTextEdit="1"/>
                </p:cNvSpPr>
                <p:nvPr/>
              </p:nvSpPr>
              <p:spPr>
                <a:xfrm>
                  <a:off x="3435929" y="4757047"/>
                  <a:ext cx="346261" cy="324384"/>
                </a:xfrm>
                <a:prstGeom prst="rect">
                  <a:avLst/>
                </a:prstGeom>
                <a:blipFill>
                  <a:blip r:embed="rId23"/>
                  <a:stretch>
                    <a:fillRect t="-9434" r="-6383" b="-3774"/>
                  </a:stretch>
                </a:blipFill>
              </p:spPr>
              <p:txBody>
                <a:bodyPr/>
                <a:lstStyle/>
                <a:p>
                  <a:r>
                    <a:rPr lang="pt-BR">
                      <a:noFill/>
                    </a:rPr>
                    <a:t> </a:t>
                  </a:r>
                </a:p>
              </p:txBody>
            </p:sp>
          </mc:Fallback>
        </mc:AlternateContent>
      </p:grpSp>
      <p:cxnSp>
        <p:nvCxnSpPr>
          <p:cNvPr id="19" name="Conector de Seta Reta 18">
            <a:extLst>
              <a:ext uri="{FF2B5EF4-FFF2-40B4-BE49-F238E27FC236}">
                <a16:creationId xmlns:a16="http://schemas.microsoft.com/office/drawing/2014/main" id="{36FE562B-A8F5-8BD4-81D2-3C735ECCD6BD}"/>
              </a:ext>
            </a:extLst>
          </p:cNvPr>
          <p:cNvCxnSpPr>
            <a:cxnSpLocks/>
            <a:stCxn id="11" idx="6"/>
            <a:endCxn id="35" idx="2"/>
          </p:cNvCxnSpPr>
          <p:nvPr/>
        </p:nvCxnSpPr>
        <p:spPr>
          <a:xfrm>
            <a:off x="2578702" y="5897900"/>
            <a:ext cx="2667064" cy="352556"/>
          </a:xfrm>
          <a:prstGeom prst="straightConnector1">
            <a:avLst/>
          </a:prstGeom>
          <a:ln>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20" name="Agrupar 19">
            <a:extLst>
              <a:ext uri="{FF2B5EF4-FFF2-40B4-BE49-F238E27FC236}">
                <a16:creationId xmlns:a16="http://schemas.microsoft.com/office/drawing/2014/main" id="{0AC21F4A-34EF-03E3-DE07-DC1720EAEEE8}"/>
              </a:ext>
            </a:extLst>
          </p:cNvPr>
          <p:cNvGrpSpPr/>
          <p:nvPr/>
        </p:nvGrpSpPr>
        <p:grpSpPr>
          <a:xfrm>
            <a:off x="3411555" y="5917493"/>
            <a:ext cx="732321" cy="307777"/>
            <a:chOff x="3402461" y="4903024"/>
            <a:chExt cx="296344" cy="307777"/>
          </a:xfrm>
        </p:grpSpPr>
        <p:sp>
          <p:nvSpPr>
            <p:cNvPr id="21" name="Retângulo 20">
              <a:extLst>
                <a:ext uri="{FF2B5EF4-FFF2-40B4-BE49-F238E27FC236}">
                  <a16:creationId xmlns:a16="http://schemas.microsoft.com/office/drawing/2014/main" id="{B99588F9-5C23-1759-1F94-51129235B131}"/>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879C28B-5AB4-B7B8-7951-0E47457D3031}"/>
                    </a:ext>
                  </a:extLst>
                </p:cNvPr>
                <p:cNvSpPr txBox="1"/>
                <p:nvPr/>
              </p:nvSpPr>
              <p:spPr>
                <a:xfrm>
                  <a:off x="3402461" y="4903024"/>
                  <a:ext cx="29634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7030A0"/>
                            </a:solidFill>
                            <a:latin typeface="Cambria Math" panose="02040503050406030204" pitchFamily="18" charset="0"/>
                          </a:rPr>
                          <m:t>𝑟</m:t>
                        </m:r>
                        <m:r>
                          <a:rPr lang="pt-BR" sz="1400" b="0" i="1" smtClean="0">
                            <a:solidFill>
                              <a:srgbClr val="7030A0"/>
                            </a:solidFill>
                            <a:latin typeface="Cambria Math" panose="02040503050406030204" pitchFamily="18" charset="0"/>
                          </a:rPr>
                          <m:t>′′</m:t>
                        </m:r>
                      </m:oMath>
                    </m:oMathPara>
                  </a14:m>
                  <a:endParaRPr lang="pt-BR" sz="1400">
                    <a:solidFill>
                      <a:srgbClr val="7030A0"/>
                    </a:solidFill>
                  </a:endParaRPr>
                </a:p>
              </p:txBody>
            </p:sp>
          </mc:Choice>
          <mc:Fallback xmlns="">
            <p:sp>
              <p:nvSpPr>
                <p:cNvPr id="22" name="CaixaDeTexto 21">
                  <a:extLst>
                    <a:ext uri="{FF2B5EF4-FFF2-40B4-BE49-F238E27FC236}">
                      <a16:creationId xmlns:a16="http://schemas.microsoft.com/office/drawing/2014/main" id="{7879C28B-5AB4-B7B8-7951-0E47457D3031}"/>
                    </a:ext>
                  </a:extLst>
                </p:cNvPr>
                <p:cNvSpPr txBox="1">
                  <a:spLocks noRot="1" noChangeAspect="1" noMove="1" noResize="1" noEditPoints="1" noAdjustHandles="1" noChangeArrowheads="1" noChangeShapeType="1" noTextEdit="1"/>
                </p:cNvSpPr>
                <p:nvPr/>
              </p:nvSpPr>
              <p:spPr>
                <a:xfrm>
                  <a:off x="3402461" y="4903024"/>
                  <a:ext cx="296344" cy="307777"/>
                </a:xfrm>
                <a:prstGeom prst="rect">
                  <a:avLst/>
                </a:prstGeom>
                <a:blipFill>
                  <a:blip r:embed="rId24"/>
                  <a:stretch>
                    <a:fillRect/>
                  </a:stretch>
                </a:blipFill>
              </p:spPr>
              <p:txBody>
                <a:bodyPr/>
                <a:lstStyle/>
                <a:p>
                  <a:r>
                    <a:rPr lang="pt-BR">
                      <a:noFill/>
                    </a:rPr>
                    <a:t> </a:t>
                  </a:r>
                </a:p>
              </p:txBody>
            </p:sp>
          </mc:Fallback>
        </mc:AlternateContent>
      </p:grpSp>
      <p:cxnSp>
        <p:nvCxnSpPr>
          <p:cNvPr id="23" name="Conector reto 22">
            <a:extLst>
              <a:ext uri="{FF2B5EF4-FFF2-40B4-BE49-F238E27FC236}">
                <a16:creationId xmlns:a16="http://schemas.microsoft.com/office/drawing/2014/main" id="{6AE70589-9FC9-9BB3-86D0-3DB3D9FDDA42}"/>
              </a:ext>
            </a:extLst>
          </p:cNvPr>
          <p:cNvCxnSpPr>
            <a:stCxn id="13" idx="5"/>
            <a:endCxn id="35" idx="1"/>
          </p:cNvCxnSpPr>
          <p:nvPr/>
        </p:nvCxnSpPr>
        <p:spPr>
          <a:xfrm>
            <a:off x="4941974" y="5930229"/>
            <a:ext cx="310488" cy="304063"/>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C209304D-7F86-B587-81D8-5A40729CA646}"/>
                  </a:ext>
                </a:extLst>
              </p:cNvPr>
              <p:cNvSpPr txBox="1"/>
              <p:nvPr/>
            </p:nvSpPr>
            <p:spPr>
              <a:xfrm>
                <a:off x="5063185" y="5809470"/>
                <a:ext cx="41088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solidFill>
                                <a:schemeClr val="tx1"/>
                              </a:solidFill>
                              <a:latin typeface="Cambria Math" panose="02040503050406030204" pitchFamily="18" charset="0"/>
                            </a:rPr>
                          </m:ctrlPr>
                        </m:sSubPr>
                        <m:e>
                          <m:r>
                            <a:rPr lang="pt-BR" sz="1400" b="0" i="1" smtClean="0">
                              <a:solidFill>
                                <a:schemeClr val="tx1"/>
                              </a:solidFill>
                              <a:latin typeface="Cambria Math" panose="02040503050406030204" pitchFamily="18" charset="0"/>
                            </a:rPr>
                            <m:t>𝑎</m:t>
                          </m:r>
                        </m:e>
                        <m:sub>
                          <m:r>
                            <a:rPr lang="pt-BR" sz="1400" b="0" i="1" smtClean="0">
                              <a:solidFill>
                                <a:schemeClr val="tx1"/>
                              </a:solidFill>
                              <a:latin typeface="Cambria Math" panose="02040503050406030204" pitchFamily="18" charset="0"/>
                            </a:rPr>
                            <m:t>𝑞</m:t>
                          </m:r>
                        </m:sub>
                      </m:sSub>
                    </m:oMath>
                  </m:oMathPara>
                </a14:m>
                <a:endParaRPr lang="pt-BR" sz="1400">
                  <a:solidFill>
                    <a:schemeClr val="tx2">
                      <a:lumMod val="75000"/>
                      <a:lumOff val="25000"/>
                    </a:schemeClr>
                  </a:solidFill>
                </a:endParaRPr>
              </a:p>
            </p:txBody>
          </p:sp>
        </mc:Choice>
        <mc:Fallback xmlns="">
          <p:sp>
            <p:nvSpPr>
              <p:cNvPr id="28" name="CaixaDeTexto 27">
                <a:extLst>
                  <a:ext uri="{FF2B5EF4-FFF2-40B4-BE49-F238E27FC236}">
                    <a16:creationId xmlns:a16="http://schemas.microsoft.com/office/drawing/2014/main" id="{C209304D-7F86-B587-81D8-5A40729CA646}"/>
                  </a:ext>
                </a:extLst>
              </p:cNvPr>
              <p:cNvSpPr txBox="1">
                <a:spLocks noRot="1" noChangeAspect="1" noMove="1" noResize="1" noEditPoints="1" noAdjustHandles="1" noChangeArrowheads="1" noChangeShapeType="1" noTextEdit="1"/>
              </p:cNvSpPr>
              <p:nvPr/>
            </p:nvSpPr>
            <p:spPr>
              <a:xfrm>
                <a:off x="5063185" y="5809470"/>
                <a:ext cx="410882" cy="324384"/>
              </a:xfrm>
              <a:prstGeom prst="rect">
                <a:avLst/>
              </a:prstGeom>
              <a:blipFill>
                <a:blip r:embed="rId25"/>
                <a:stretch>
                  <a:fillRect/>
                </a:stretch>
              </a:blipFill>
            </p:spPr>
            <p:txBody>
              <a:bodyPr/>
              <a:lstStyle/>
              <a:p>
                <a:r>
                  <a:rPr lang="pt-BR">
                    <a:noFill/>
                  </a:rPr>
                  <a:t> </a:t>
                </a:r>
              </a:p>
            </p:txBody>
          </p:sp>
        </mc:Fallback>
      </mc:AlternateContent>
      <p:sp>
        <p:nvSpPr>
          <p:cNvPr id="29" name="CaixaDeTexto 28">
            <a:extLst>
              <a:ext uri="{FF2B5EF4-FFF2-40B4-BE49-F238E27FC236}">
                <a16:creationId xmlns:a16="http://schemas.microsoft.com/office/drawing/2014/main" id="{097B41D4-08B0-3E6A-BE28-F52E3771FAFC}"/>
              </a:ext>
            </a:extLst>
          </p:cNvPr>
          <p:cNvSpPr txBox="1"/>
          <p:nvPr/>
        </p:nvSpPr>
        <p:spPr>
          <a:xfrm>
            <a:off x="6699424" y="5358365"/>
            <a:ext cx="4860540" cy="369332"/>
          </a:xfrm>
          <a:prstGeom prst="rect">
            <a:avLst/>
          </a:prstGeom>
          <a:noFill/>
        </p:spPr>
        <p:txBody>
          <a:bodyPr wrap="square">
            <a:spAutoFit/>
          </a:bodyPr>
          <a:lstStyle/>
          <a:p>
            <a:r>
              <a:rPr lang="pt-BR"/>
              <a:t>Applying the Cosines’ Law:</a:t>
            </a:r>
          </a:p>
        </p:txBody>
      </p:sp>
      <p:sp>
        <p:nvSpPr>
          <p:cNvPr id="35" name="Elipse 34">
            <a:extLst>
              <a:ext uri="{FF2B5EF4-FFF2-40B4-BE49-F238E27FC236}">
                <a16:creationId xmlns:a16="http://schemas.microsoft.com/office/drawing/2014/main" id="{A7385D67-99F8-E410-B92A-D1AD08815314}"/>
              </a:ext>
            </a:extLst>
          </p:cNvPr>
          <p:cNvSpPr/>
          <p:nvPr/>
        </p:nvSpPr>
        <p:spPr>
          <a:xfrm>
            <a:off x="5245766" y="6227596"/>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6" name="Agrupar 35">
            <a:extLst>
              <a:ext uri="{FF2B5EF4-FFF2-40B4-BE49-F238E27FC236}">
                <a16:creationId xmlns:a16="http://schemas.microsoft.com/office/drawing/2014/main" id="{C4DCC35E-07CE-CC3C-C08B-5E7A0CC03A97}"/>
              </a:ext>
            </a:extLst>
          </p:cNvPr>
          <p:cNvGrpSpPr/>
          <p:nvPr/>
        </p:nvGrpSpPr>
        <p:grpSpPr>
          <a:xfrm>
            <a:off x="4809844" y="5940575"/>
            <a:ext cx="291042" cy="271958"/>
            <a:chOff x="4773840" y="1316882"/>
            <a:chExt cx="291042" cy="271958"/>
          </a:xfrm>
        </p:grpSpPr>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485A8FD1-5935-B4D2-326C-558EFBF2AD51}"/>
                    </a:ext>
                  </a:extLst>
                </p:cNvPr>
                <p:cNvSpPr txBox="1"/>
                <p:nvPr/>
              </p:nvSpPr>
              <p:spPr>
                <a:xfrm>
                  <a:off x="4773840" y="1316882"/>
                  <a:ext cx="291042"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i="1" smtClean="0">
                            <a:solidFill>
                              <a:schemeClr val="tx1"/>
                            </a:solidFill>
                            <a:latin typeface="Cambria Math" panose="02040503050406030204" pitchFamily="18" charset="0"/>
                          </a:rPr>
                          <m:t>𝛾</m:t>
                        </m:r>
                      </m:oMath>
                    </m:oMathPara>
                  </a14:m>
                  <a:endParaRPr lang="pt-BR" sz="1100">
                    <a:solidFill>
                      <a:schemeClr val="tx2">
                        <a:lumMod val="75000"/>
                        <a:lumOff val="25000"/>
                      </a:schemeClr>
                    </a:solidFill>
                  </a:endParaRPr>
                </a:p>
              </p:txBody>
            </p:sp>
          </mc:Choice>
          <mc:Fallback xmlns="">
            <p:sp>
              <p:nvSpPr>
                <p:cNvPr id="40" name="CaixaDeTexto 39">
                  <a:extLst>
                    <a:ext uri="{FF2B5EF4-FFF2-40B4-BE49-F238E27FC236}">
                      <a16:creationId xmlns:a16="http://schemas.microsoft.com/office/drawing/2014/main" id="{485A8FD1-5935-B4D2-326C-558EFBF2AD51}"/>
                    </a:ext>
                  </a:extLst>
                </p:cNvPr>
                <p:cNvSpPr txBox="1">
                  <a:spLocks noRot="1" noChangeAspect="1" noMove="1" noResize="1" noEditPoints="1" noAdjustHandles="1" noChangeArrowheads="1" noChangeShapeType="1" noTextEdit="1"/>
                </p:cNvSpPr>
                <p:nvPr/>
              </p:nvSpPr>
              <p:spPr>
                <a:xfrm>
                  <a:off x="4773840" y="1316882"/>
                  <a:ext cx="291042" cy="261610"/>
                </a:xfrm>
                <a:prstGeom prst="rect">
                  <a:avLst/>
                </a:prstGeom>
                <a:blipFill>
                  <a:blip r:embed="rId26"/>
                  <a:stretch>
                    <a:fillRect/>
                  </a:stretch>
                </a:blipFill>
              </p:spPr>
              <p:txBody>
                <a:bodyPr/>
                <a:lstStyle/>
                <a:p>
                  <a:r>
                    <a:rPr lang="pt-BR">
                      <a:noFill/>
                    </a:rPr>
                    <a:t> </a:t>
                  </a:r>
                </a:p>
              </p:txBody>
            </p:sp>
          </mc:Fallback>
        </mc:AlternateContent>
        <p:sp>
          <p:nvSpPr>
            <p:cNvPr id="41" name="Forma Livre: Forma 40">
              <a:extLst>
                <a:ext uri="{FF2B5EF4-FFF2-40B4-BE49-F238E27FC236}">
                  <a16:creationId xmlns:a16="http://schemas.microsoft.com/office/drawing/2014/main" id="{AC4F3398-6866-33E3-7E11-629033EBC8C4}"/>
                </a:ext>
              </a:extLst>
            </p:cNvPr>
            <p:cNvSpPr/>
            <p:nvPr/>
          </p:nvSpPr>
          <p:spPr>
            <a:xfrm>
              <a:off x="5005579" y="1453581"/>
              <a:ext cx="45719" cy="135259"/>
            </a:xfrm>
            <a:custGeom>
              <a:avLst/>
              <a:gdLst>
                <a:gd name="connsiteX0" fmla="*/ 62649 w 62649"/>
                <a:gd name="connsiteY0" fmla="*/ 0 h 165100"/>
                <a:gd name="connsiteX1" fmla="*/ 5499 w 62649"/>
                <a:gd name="connsiteY1" fmla="*/ 82550 h 165100"/>
                <a:gd name="connsiteX2" fmla="*/ 5499 w 62649"/>
                <a:gd name="connsiteY2" fmla="*/ 165100 h 165100"/>
              </a:gdLst>
              <a:ahLst/>
              <a:cxnLst>
                <a:cxn ang="0">
                  <a:pos x="connsiteX0" y="connsiteY0"/>
                </a:cxn>
                <a:cxn ang="0">
                  <a:pos x="connsiteX1" y="connsiteY1"/>
                </a:cxn>
                <a:cxn ang="0">
                  <a:pos x="connsiteX2" y="connsiteY2"/>
                </a:cxn>
              </a:cxnLst>
              <a:rect l="l" t="t" r="r" b="b"/>
              <a:pathLst>
                <a:path w="62649" h="165100">
                  <a:moveTo>
                    <a:pt x="62649" y="0"/>
                  </a:moveTo>
                  <a:cubicBezTo>
                    <a:pt x="38836" y="27516"/>
                    <a:pt x="15024" y="55033"/>
                    <a:pt x="5499" y="82550"/>
                  </a:cubicBezTo>
                  <a:cubicBezTo>
                    <a:pt x="-4026" y="110067"/>
                    <a:pt x="736" y="137583"/>
                    <a:pt x="5499" y="16510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9C9D5CB5-F4D4-DFCC-F214-161405EEFD7E}"/>
                  </a:ext>
                </a:extLst>
              </p:cNvPr>
              <p:cNvSpPr txBox="1"/>
              <p:nvPr/>
            </p:nvSpPr>
            <p:spPr>
              <a:xfrm>
                <a:off x="6699424" y="6369109"/>
                <a:ext cx="1298304"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𝛾</m:t>
                      </m:r>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𝜃</m:t>
                          </m:r>
                        </m:e>
                        <m:sup>
                          <m:r>
                            <a:rPr lang="pt-BR" sz="1600" b="0" i="1" smtClean="0">
                              <a:latin typeface="Cambria Math" panose="02040503050406030204" pitchFamily="18" charset="0"/>
                            </a:rPr>
                            <m:t>′′</m:t>
                          </m:r>
                        </m:sup>
                      </m:sSup>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oMath>
                  </m:oMathPara>
                </a14:m>
                <a:endParaRPr lang="pt-BR" sz="1600"/>
              </a:p>
            </p:txBody>
          </p:sp>
        </mc:Choice>
        <mc:Fallback xmlns="">
          <p:sp>
            <p:nvSpPr>
              <p:cNvPr id="43" name="CaixaDeTexto 42">
                <a:extLst>
                  <a:ext uri="{FF2B5EF4-FFF2-40B4-BE49-F238E27FC236}">
                    <a16:creationId xmlns:a16="http://schemas.microsoft.com/office/drawing/2014/main" id="{9C9D5CB5-F4D4-DFCC-F214-161405EEFD7E}"/>
                  </a:ext>
                </a:extLst>
              </p:cNvPr>
              <p:cNvSpPr txBox="1">
                <a:spLocks noRot="1" noChangeAspect="1" noMove="1" noResize="1" noEditPoints="1" noAdjustHandles="1" noChangeArrowheads="1" noChangeShapeType="1" noTextEdit="1"/>
              </p:cNvSpPr>
              <p:nvPr/>
            </p:nvSpPr>
            <p:spPr>
              <a:xfrm>
                <a:off x="6699424" y="6369109"/>
                <a:ext cx="1298304" cy="357534"/>
              </a:xfrm>
              <a:prstGeom prst="rect">
                <a:avLst/>
              </a:prstGeom>
              <a:blipFill>
                <a:blip r:embed="rId27"/>
                <a:stretch>
                  <a:fillRect b="-3448"/>
                </a:stretch>
              </a:blipFill>
            </p:spPr>
            <p:txBody>
              <a:bodyPr/>
              <a:lstStyle/>
              <a:p>
                <a:r>
                  <a:rPr lang="pt-BR">
                    <a:noFill/>
                  </a:rPr>
                  <a:t> </a:t>
                </a:r>
              </a:p>
            </p:txBody>
          </p:sp>
        </mc:Fallback>
      </mc:AlternateContent>
    </p:spTree>
    <p:extLst>
      <p:ext uri="{BB962C8B-B14F-4D97-AF65-F5344CB8AC3E}">
        <p14:creationId xmlns:p14="http://schemas.microsoft.com/office/powerpoint/2010/main" val="2979574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519010FE-A28D-ED13-24AD-648D44AE4C64}"/>
                  </a:ext>
                </a:extLst>
              </p:cNvPr>
              <p:cNvSpPr txBox="1"/>
              <p:nvPr/>
            </p:nvSpPr>
            <p:spPr>
              <a:xfrm>
                <a:off x="5879976" y="1524491"/>
                <a:ext cx="4660571" cy="4104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1" i="1" smtClean="0">
                              <a:latin typeface="Cambria Math" panose="02040503050406030204" pitchFamily="18" charset="0"/>
                            </a:rPr>
                            <m:t>𝒓</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i="1" smtClean="0">
                          <a:latin typeface="Cambria Math" panose="02040503050406030204" pitchFamily="18" charset="0"/>
                        </a:rPr>
                        <m:t>𝜃</m:t>
                      </m:r>
                      <m:r>
                        <a:rPr lang="pt-BR" b="0" i="1" smtClean="0">
                          <a:latin typeface="Cambria Math" panose="02040503050406030204" pitchFamily="18" charset="0"/>
                        </a:rPr>
                        <m:t>)=</m:t>
                      </m:r>
                      <m:d>
                        <m:dPr>
                          <m:ctrlPr>
                            <a:rPr lang="pt-BR" b="0" i="1" smtClean="0">
                              <a:latin typeface="Cambria Math" panose="02040503050406030204" pitchFamily="18" charset="0"/>
                            </a:rPr>
                          </m:ctrlPr>
                        </m:d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func>
                            <m:funcPr>
                              <m:ctrlPr>
                                <a:rPr lang="pt-BR" b="0" i="1" smtClean="0">
                                  <a:latin typeface="Cambria Math" panose="02040503050406030204" pitchFamily="18" charset="0"/>
                                </a:rPr>
                              </m:ctrlPr>
                            </m:funcPr>
                            <m:fName>
                              <m:r>
                                <m:rPr>
                                  <m:sty m:val="p"/>
                                </m:rPr>
                                <a:rPr lang="pt-BR" b="0" i="0" smtClean="0">
                                  <a:latin typeface="Cambria Math" panose="02040503050406030204" pitchFamily="18" charset="0"/>
                                </a:rPr>
                                <m:t>cos</m:t>
                              </m:r>
                            </m:fName>
                            <m:e>
                              <m:r>
                                <a:rPr lang="pt-BR" b="0" i="1" smtClean="0">
                                  <a:latin typeface="Cambria Math" panose="02040503050406030204" pitchFamily="18" charset="0"/>
                                </a:rPr>
                                <m:t>𝜃</m:t>
                              </m:r>
                            </m:e>
                          </m:func>
                        </m:e>
                      </m:d>
                      <m:acc>
                        <m:accPr>
                          <m:chr m:val="̂"/>
                          <m:ctrlPr>
                            <a:rPr lang="pt-BR" b="0" i="1" smtClean="0">
                              <a:latin typeface="Cambria Math" panose="02040503050406030204" pitchFamily="18" charset="0"/>
                            </a:rPr>
                          </m:ctrlPr>
                        </m:accPr>
                        <m:e>
                          <m:r>
                            <a:rPr lang="pt-BR" b="1" i="1" smtClean="0">
                              <a:latin typeface="Cambria Math" panose="02040503050406030204" pitchFamily="18" charset="0"/>
                            </a:rPr>
                            <m:t>𝒙</m:t>
                          </m:r>
                        </m:e>
                      </m:acc>
                      <m:r>
                        <a:rPr lang="pt-BR" b="0" i="1" smtClean="0">
                          <a:latin typeface="Cambria Math" panose="02040503050406030204" pitchFamily="18" charset="0"/>
                        </a:rPr>
                        <m:t>+</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b="0" i="1" smtClean="0">
                                  <a:latin typeface="Cambria Math" panose="02040503050406030204" pitchFamily="18" charset="0"/>
                                </a:rPr>
                                <m:t>𝑦</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func>
                            <m:funcPr>
                              <m:ctrlPr>
                                <a:rPr lang="pt-BR" i="1">
                                  <a:latin typeface="Cambria Math" panose="02040503050406030204" pitchFamily="18" charset="0"/>
                                </a:rPr>
                              </m:ctrlPr>
                            </m:funcPr>
                            <m:fName>
                              <m:r>
                                <m:rPr>
                                  <m:sty m:val="p"/>
                                </m:rPr>
                                <a:rPr lang="pt-BR" b="0" i="0" smtClean="0">
                                  <a:latin typeface="Cambria Math" panose="02040503050406030204" pitchFamily="18" charset="0"/>
                                </a:rPr>
                                <m:t>sin</m:t>
                              </m:r>
                            </m:fName>
                            <m:e>
                              <m:r>
                                <a:rPr lang="pt-BR" i="1">
                                  <a:latin typeface="Cambria Math" panose="02040503050406030204" pitchFamily="18" charset="0"/>
                                </a:rPr>
                                <m:t>𝜃</m:t>
                              </m:r>
                            </m:e>
                          </m:func>
                        </m:e>
                      </m:d>
                      <m:acc>
                        <m:accPr>
                          <m:chr m:val="̂"/>
                          <m:ctrlPr>
                            <a:rPr lang="pt-BR" i="1">
                              <a:latin typeface="Cambria Math" panose="02040503050406030204" pitchFamily="18" charset="0"/>
                            </a:rPr>
                          </m:ctrlPr>
                        </m:accPr>
                        <m:e>
                          <m:r>
                            <a:rPr lang="pt-BR" b="1" i="1" smtClean="0">
                              <a:latin typeface="Cambria Math" panose="02040503050406030204" pitchFamily="18" charset="0"/>
                            </a:rPr>
                            <m:t>𝒚</m:t>
                          </m:r>
                        </m:e>
                      </m:acc>
                    </m:oMath>
                  </m:oMathPara>
                </a14:m>
                <a:endParaRPr lang="pt-BR"/>
              </a:p>
            </p:txBody>
          </p:sp>
        </mc:Choice>
        <mc:Fallback xmlns="">
          <p:sp>
            <p:nvSpPr>
              <p:cNvPr id="24" name="CaixaDeTexto 23">
                <a:extLst>
                  <a:ext uri="{FF2B5EF4-FFF2-40B4-BE49-F238E27FC236}">
                    <a16:creationId xmlns:a16="http://schemas.microsoft.com/office/drawing/2014/main" id="{519010FE-A28D-ED13-24AD-648D44AE4C64}"/>
                  </a:ext>
                </a:extLst>
              </p:cNvPr>
              <p:cNvSpPr txBox="1">
                <a:spLocks noRot="1" noChangeAspect="1" noMove="1" noResize="1" noEditPoints="1" noAdjustHandles="1" noChangeArrowheads="1" noChangeShapeType="1" noTextEdit="1"/>
              </p:cNvSpPr>
              <p:nvPr/>
            </p:nvSpPr>
            <p:spPr>
              <a:xfrm>
                <a:off x="5879976" y="1524491"/>
                <a:ext cx="4660571" cy="410497"/>
              </a:xfrm>
              <a:prstGeom prst="rect">
                <a:avLst/>
              </a:prstGeom>
              <a:blipFill>
                <a:blip r:embed="rId2"/>
                <a:stretch>
                  <a:fillRect r="-7068" b="-895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EE4B653B-E909-6FDF-6EFE-AEF0DADEF3E3}"/>
                  </a:ext>
                </a:extLst>
              </p:cNvPr>
              <p:cNvSpPr txBox="1"/>
              <p:nvPr/>
            </p:nvSpPr>
            <p:spPr>
              <a:xfrm>
                <a:off x="5879976" y="800708"/>
                <a:ext cx="4860540" cy="667747"/>
              </a:xfrm>
              <a:prstGeom prst="rect">
                <a:avLst/>
              </a:prstGeom>
              <a:noFill/>
            </p:spPr>
            <p:txBody>
              <a:bodyPr wrap="square">
                <a:spAutoFit/>
              </a:bodyPr>
              <a:lstStyle/>
              <a:p>
                <a:r>
                  <a:rPr lang="en-US"/>
                  <a:t>The outer boundary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𝑐</m:t>
                        </m:r>
                      </m:e>
                      <m:sub>
                        <m:r>
                          <a:rPr lang="en-US" i="1" smtClean="0">
                            <a:latin typeface="Cambria Math" panose="02040503050406030204" pitchFamily="18" charset="0"/>
                          </a:rPr>
                          <m:t>𝑝</m:t>
                        </m:r>
                      </m:sub>
                    </m:sSub>
                  </m:oMath>
                </a14:m>
                <a:r>
                  <a:rPr lang="en-US"/>
                  <a:t> of the </a:t>
                </a:r>
                <a:r>
                  <a:rPr lang="en-US" i="1"/>
                  <a:t>p</a:t>
                </a:r>
                <a:r>
                  <a:rPr lang="en-US"/>
                  <a:t>-th solid conductor </a:t>
                </a:r>
                <a:r>
                  <a:rPr lang="pt-BR"/>
                  <a:t>is traced by </a:t>
                </a:r>
                <a:r>
                  <a:rPr lang="en-US"/>
                  <a:t>the position vector:</a:t>
                </a:r>
                <a:endParaRPr lang="pt-BR"/>
              </a:p>
            </p:txBody>
          </p:sp>
        </mc:Choice>
        <mc:Fallback xmlns="">
          <p:sp>
            <p:nvSpPr>
              <p:cNvPr id="26" name="CaixaDeTexto 25">
                <a:extLst>
                  <a:ext uri="{FF2B5EF4-FFF2-40B4-BE49-F238E27FC236}">
                    <a16:creationId xmlns:a16="http://schemas.microsoft.com/office/drawing/2014/main" id="{EE4B653B-E909-6FDF-6EFE-AEF0DADEF3E3}"/>
                  </a:ext>
                </a:extLst>
              </p:cNvPr>
              <p:cNvSpPr txBox="1">
                <a:spLocks noRot="1" noChangeAspect="1" noMove="1" noResize="1" noEditPoints="1" noAdjustHandles="1" noChangeArrowheads="1" noChangeShapeType="1" noTextEdit="1"/>
              </p:cNvSpPr>
              <p:nvPr/>
            </p:nvSpPr>
            <p:spPr>
              <a:xfrm>
                <a:off x="5879976" y="800708"/>
                <a:ext cx="4860540" cy="667747"/>
              </a:xfrm>
              <a:prstGeom prst="rect">
                <a:avLst/>
              </a:prstGeom>
              <a:blipFill>
                <a:blip r:embed="rId3"/>
                <a:stretch>
                  <a:fillRect l="-1129" t="-2727"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BFE1C83B-9FA0-F85D-AADF-72DFC9173092}"/>
                  </a:ext>
                </a:extLst>
              </p:cNvPr>
              <p:cNvSpPr txBox="1"/>
              <p:nvPr/>
            </p:nvSpPr>
            <p:spPr>
              <a:xfrm>
                <a:off x="5878066" y="3102323"/>
                <a:ext cx="4611134" cy="4104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1" i="1" smtClean="0">
                                  <a:latin typeface="Cambria Math" panose="02040503050406030204" pitchFamily="18" charset="0"/>
                                </a:rPr>
                                <m:t>𝒓</m:t>
                              </m:r>
                            </m:e>
                          </m:acc>
                        </m:e>
                        <m:sub>
                          <m:r>
                            <a:rPr lang="pt-BR" b="0" i="1" smtClean="0">
                              <a:latin typeface="Cambria Math" panose="02040503050406030204" pitchFamily="18" charset="0"/>
                            </a:rPr>
                            <m:t>𝑞</m:t>
                          </m:r>
                        </m:sub>
                      </m:sSub>
                      <m:r>
                        <a:rPr lang="pt-BR" i="1">
                          <a:latin typeface="Cambria Math" panose="02040503050406030204" pitchFamily="18" charset="0"/>
                        </a:rPr>
                        <m:t>(</m:t>
                      </m:r>
                      <m:r>
                        <a:rPr lang="pt-BR" i="1">
                          <a:latin typeface="Cambria Math" panose="02040503050406030204" pitchFamily="18" charset="0"/>
                        </a:rPr>
                        <m:t>𝜃</m:t>
                      </m:r>
                      <m:r>
                        <a:rPr lang="pt-BR" i="1">
                          <a:latin typeface="Cambria Math" panose="02040503050406030204" pitchFamily="18" charset="0"/>
                        </a:rPr>
                        <m:t>)=</m:t>
                      </m:r>
                      <m:d>
                        <m:dPr>
                          <m:ctrlPr>
                            <a:rPr lang="pt-BR" b="0" i="1" smtClean="0">
                              <a:latin typeface="Cambria Math" panose="02040503050406030204" pitchFamily="18" charset="0"/>
                            </a:rPr>
                          </m:ctrlPr>
                        </m:d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ã</m:t>
                              </m:r>
                            </m:e>
                            <m:sub>
                              <m:r>
                                <a:rPr lang="pt-BR" b="0" i="1" smtClean="0">
                                  <a:latin typeface="Cambria Math" panose="02040503050406030204" pitchFamily="18" charset="0"/>
                                </a:rPr>
                                <m:t>𝑞</m:t>
                              </m:r>
                            </m:sub>
                          </m:sSub>
                          <m:func>
                            <m:funcPr>
                              <m:ctrlPr>
                                <a:rPr lang="pt-BR" b="0" i="1" smtClean="0">
                                  <a:latin typeface="Cambria Math" panose="02040503050406030204" pitchFamily="18" charset="0"/>
                                </a:rPr>
                              </m:ctrlPr>
                            </m:funcPr>
                            <m:fName>
                              <m:r>
                                <m:rPr>
                                  <m:sty m:val="p"/>
                                </m:rPr>
                                <a:rPr lang="pt-BR" b="0" i="0" smtClean="0">
                                  <a:latin typeface="Cambria Math" panose="02040503050406030204" pitchFamily="18" charset="0"/>
                                </a:rPr>
                                <m:t>cos</m:t>
                              </m:r>
                            </m:fName>
                            <m:e>
                              <m:r>
                                <a:rPr lang="pt-BR" b="0" i="1" smtClean="0">
                                  <a:latin typeface="Cambria Math" panose="02040503050406030204" pitchFamily="18" charset="0"/>
                                </a:rPr>
                                <m:t>𝜃</m:t>
                              </m:r>
                            </m:e>
                          </m:func>
                        </m:e>
                      </m:d>
                      <m:acc>
                        <m:accPr>
                          <m:chr m:val="̂"/>
                          <m:ctrlPr>
                            <a:rPr lang="pt-BR" b="0" i="1" smtClean="0">
                              <a:latin typeface="Cambria Math" panose="02040503050406030204" pitchFamily="18" charset="0"/>
                            </a:rPr>
                          </m:ctrlPr>
                        </m:accPr>
                        <m:e>
                          <m:r>
                            <a:rPr lang="pt-BR" b="1" i="1" smtClean="0">
                              <a:latin typeface="Cambria Math" panose="02040503050406030204" pitchFamily="18" charset="0"/>
                            </a:rPr>
                            <m:t>𝒙</m:t>
                          </m:r>
                        </m:e>
                      </m:acc>
                      <m:r>
                        <a:rPr lang="pt-BR" b="0" i="1" smtClean="0">
                          <a:latin typeface="Cambria Math" panose="02040503050406030204" pitchFamily="18" charset="0"/>
                        </a:rPr>
                        <m:t>+</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𝑞</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ã</m:t>
                              </m:r>
                            </m:e>
                            <m:sub>
                              <m:r>
                                <a:rPr lang="pt-BR" i="1">
                                  <a:latin typeface="Cambria Math" panose="02040503050406030204" pitchFamily="18" charset="0"/>
                                </a:rPr>
                                <m:t>𝑞</m:t>
                              </m:r>
                            </m:sub>
                          </m:sSub>
                          <m:func>
                            <m:funcPr>
                              <m:ctrlPr>
                                <a:rPr lang="pt-BR" i="1">
                                  <a:latin typeface="Cambria Math" panose="02040503050406030204" pitchFamily="18" charset="0"/>
                                </a:rPr>
                              </m:ctrlPr>
                            </m:funcPr>
                            <m:fName>
                              <m:r>
                                <m:rPr>
                                  <m:sty m:val="p"/>
                                </m:rPr>
                                <a:rPr lang="pt-BR" b="0" i="0" smtClean="0">
                                  <a:latin typeface="Cambria Math" panose="02040503050406030204" pitchFamily="18" charset="0"/>
                                </a:rPr>
                                <m:t>sin</m:t>
                              </m:r>
                            </m:fName>
                            <m:e>
                              <m:r>
                                <a:rPr lang="pt-BR" i="1">
                                  <a:latin typeface="Cambria Math" panose="02040503050406030204" pitchFamily="18" charset="0"/>
                                </a:rPr>
                                <m:t>𝜃</m:t>
                              </m:r>
                            </m:e>
                          </m:func>
                        </m:e>
                      </m:d>
                      <m:acc>
                        <m:accPr>
                          <m:chr m:val="̂"/>
                          <m:ctrlPr>
                            <a:rPr lang="pt-BR" i="1">
                              <a:latin typeface="Cambria Math" panose="02040503050406030204" pitchFamily="18" charset="0"/>
                            </a:rPr>
                          </m:ctrlPr>
                        </m:accPr>
                        <m:e>
                          <m:r>
                            <a:rPr lang="pt-BR" b="1" i="1" smtClean="0">
                              <a:latin typeface="Cambria Math" panose="02040503050406030204" pitchFamily="18" charset="0"/>
                            </a:rPr>
                            <m:t>𝒚</m:t>
                          </m:r>
                        </m:e>
                      </m:acc>
                    </m:oMath>
                  </m:oMathPara>
                </a14:m>
                <a:endParaRPr lang="pt-BR"/>
              </a:p>
            </p:txBody>
          </p:sp>
        </mc:Choice>
        <mc:Fallback xmlns="">
          <p:sp>
            <p:nvSpPr>
              <p:cNvPr id="27" name="CaixaDeTexto 26">
                <a:extLst>
                  <a:ext uri="{FF2B5EF4-FFF2-40B4-BE49-F238E27FC236}">
                    <a16:creationId xmlns:a16="http://schemas.microsoft.com/office/drawing/2014/main" id="{BFE1C83B-9FA0-F85D-AADF-72DFC9173092}"/>
                  </a:ext>
                </a:extLst>
              </p:cNvPr>
              <p:cNvSpPr txBox="1">
                <a:spLocks noRot="1" noChangeAspect="1" noMove="1" noResize="1" noEditPoints="1" noAdjustHandles="1" noChangeArrowheads="1" noChangeShapeType="1" noTextEdit="1"/>
              </p:cNvSpPr>
              <p:nvPr/>
            </p:nvSpPr>
            <p:spPr>
              <a:xfrm>
                <a:off x="5878066" y="3102323"/>
                <a:ext cx="4611134" cy="410497"/>
              </a:xfrm>
              <a:prstGeom prst="rect">
                <a:avLst/>
              </a:prstGeom>
              <a:blipFill>
                <a:blip r:embed="rId4"/>
                <a:stretch>
                  <a:fillRect r="-7266" b="-746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981A3500-9298-24EF-3DB2-3620D9F67319}"/>
                  </a:ext>
                </a:extLst>
              </p:cNvPr>
              <p:cNvSpPr txBox="1"/>
              <p:nvPr/>
            </p:nvSpPr>
            <p:spPr>
              <a:xfrm>
                <a:off x="5878066" y="2378540"/>
                <a:ext cx="4356484" cy="667747"/>
              </a:xfrm>
              <a:prstGeom prst="rect">
                <a:avLst/>
              </a:prstGeom>
              <a:noFill/>
            </p:spPr>
            <p:txBody>
              <a:bodyPr wrap="square">
                <a:spAutoFit/>
              </a:bodyPr>
              <a:lstStyle/>
              <a:p>
                <a:r>
                  <a:rPr lang="en-US"/>
                  <a:t>The inner boundary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pt-BR" b="0" i="1" smtClean="0">
                                <a:latin typeface="Cambria Math" panose="02040503050406030204" pitchFamily="18" charset="0"/>
                              </a:rPr>
                              <m:t>𝑐</m:t>
                            </m:r>
                          </m:e>
                        </m:acc>
                      </m:e>
                      <m:sub>
                        <m:r>
                          <a:rPr lang="pt-BR" b="0" i="1" smtClean="0">
                            <a:latin typeface="Cambria Math" panose="02040503050406030204" pitchFamily="18" charset="0"/>
                          </a:rPr>
                          <m:t>𝑞</m:t>
                        </m:r>
                      </m:sub>
                    </m:sSub>
                  </m:oMath>
                </a14:m>
                <a:r>
                  <a:rPr lang="en-US"/>
                  <a:t> of the </a:t>
                </a:r>
                <a:r>
                  <a:rPr lang="en-US" i="1"/>
                  <a:t>q</a:t>
                </a:r>
                <a:r>
                  <a:rPr lang="en-US"/>
                  <a:t>-th hollow conductor </a:t>
                </a:r>
                <a:r>
                  <a:rPr lang="pt-BR"/>
                  <a:t>is traced by </a:t>
                </a:r>
                <a:r>
                  <a:rPr lang="en-US"/>
                  <a:t>the position vector:</a:t>
                </a:r>
                <a:endParaRPr lang="pt-BR"/>
              </a:p>
            </p:txBody>
          </p:sp>
        </mc:Choice>
        <mc:Fallback xmlns="">
          <p:sp>
            <p:nvSpPr>
              <p:cNvPr id="28" name="CaixaDeTexto 27">
                <a:extLst>
                  <a:ext uri="{FF2B5EF4-FFF2-40B4-BE49-F238E27FC236}">
                    <a16:creationId xmlns:a16="http://schemas.microsoft.com/office/drawing/2014/main" id="{981A3500-9298-24EF-3DB2-3620D9F67319}"/>
                  </a:ext>
                </a:extLst>
              </p:cNvPr>
              <p:cNvSpPr txBox="1">
                <a:spLocks noRot="1" noChangeAspect="1" noMove="1" noResize="1" noEditPoints="1" noAdjustHandles="1" noChangeArrowheads="1" noChangeShapeType="1" noTextEdit="1"/>
              </p:cNvSpPr>
              <p:nvPr/>
            </p:nvSpPr>
            <p:spPr>
              <a:xfrm>
                <a:off x="5878066" y="2378540"/>
                <a:ext cx="4356484" cy="667747"/>
              </a:xfrm>
              <a:prstGeom prst="rect">
                <a:avLst/>
              </a:prstGeom>
              <a:blipFill>
                <a:blip r:embed="rId5"/>
                <a:stretch>
                  <a:fillRect l="-1119" t="-2727" r="-559" b="-13636"/>
                </a:stretch>
              </a:blipFill>
            </p:spPr>
            <p:txBody>
              <a:bodyPr/>
              <a:lstStyle/>
              <a:p>
                <a:r>
                  <a:rPr lang="pt-BR">
                    <a:noFill/>
                  </a:rPr>
                  <a:t> </a:t>
                </a:r>
              </a:p>
            </p:txBody>
          </p:sp>
        </mc:Fallback>
      </mc:AlternateContent>
      <p:grpSp>
        <p:nvGrpSpPr>
          <p:cNvPr id="56" name="Agrupar 55">
            <a:extLst>
              <a:ext uri="{FF2B5EF4-FFF2-40B4-BE49-F238E27FC236}">
                <a16:creationId xmlns:a16="http://schemas.microsoft.com/office/drawing/2014/main" id="{69849317-4289-4816-37C0-C235B2D0A525}"/>
              </a:ext>
            </a:extLst>
          </p:cNvPr>
          <p:cNvGrpSpPr/>
          <p:nvPr/>
        </p:nvGrpSpPr>
        <p:grpSpPr>
          <a:xfrm>
            <a:off x="1383665" y="1897914"/>
            <a:ext cx="3017520" cy="3017520"/>
            <a:chOff x="2359606" y="1501140"/>
            <a:chExt cx="3017520" cy="3017520"/>
          </a:xfrm>
        </p:grpSpPr>
        <p:grpSp>
          <p:nvGrpSpPr>
            <p:cNvPr id="47" name="Agrupar 46">
              <a:extLst>
                <a:ext uri="{FF2B5EF4-FFF2-40B4-BE49-F238E27FC236}">
                  <a16:creationId xmlns:a16="http://schemas.microsoft.com/office/drawing/2014/main" id="{02A6AEFF-8F1E-2710-8B54-090A6CCD236B}"/>
                </a:ext>
              </a:extLst>
            </p:cNvPr>
            <p:cNvGrpSpPr/>
            <p:nvPr/>
          </p:nvGrpSpPr>
          <p:grpSpPr>
            <a:xfrm>
              <a:off x="2359606" y="1501140"/>
              <a:ext cx="3017520" cy="3017520"/>
              <a:chOff x="2359606" y="1501140"/>
              <a:chExt cx="3017520" cy="3017520"/>
            </a:xfrm>
          </p:grpSpPr>
          <p:sp>
            <p:nvSpPr>
              <p:cNvPr id="5" name="Elipse 4">
                <a:extLst>
                  <a:ext uri="{FF2B5EF4-FFF2-40B4-BE49-F238E27FC236}">
                    <a16:creationId xmlns:a16="http://schemas.microsoft.com/office/drawing/2014/main" id="{A790BCCD-0592-6FA6-98D3-8B64D7FAE891}"/>
                  </a:ext>
                </a:extLst>
              </p:cNvPr>
              <p:cNvSpPr/>
              <p:nvPr/>
            </p:nvSpPr>
            <p:spPr>
              <a:xfrm>
                <a:off x="2359606" y="1501140"/>
                <a:ext cx="3017520" cy="301752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69114C4F-64AB-6A78-B6EE-AEA07FB686E0}"/>
                  </a:ext>
                </a:extLst>
              </p:cNvPr>
              <p:cNvSpPr/>
              <p:nvPr/>
            </p:nvSpPr>
            <p:spPr>
              <a:xfrm>
                <a:off x="2588206" y="1729740"/>
                <a:ext cx="2560320" cy="2560320"/>
              </a:xfrm>
              <a:prstGeom prst="ellipse">
                <a:avLst/>
              </a:prstGeom>
              <a:solidFill>
                <a:schemeClr val="bg1"/>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4" name="Elipse 3">
              <a:extLst>
                <a:ext uri="{FF2B5EF4-FFF2-40B4-BE49-F238E27FC236}">
                  <a16:creationId xmlns:a16="http://schemas.microsoft.com/office/drawing/2014/main" id="{C76A7462-D439-59A9-E49B-36E11E1CBD8A}"/>
                </a:ext>
              </a:extLst>
            </p:cNvPr>
            <p:cNvSpPr/>
            <p:nvPr/>
          </p:nvSpPr>
          <p:spPr>
            <a:xfrm>
              <a:off x="3365446" y="2506980"/>
              <a:ext cx="1005840" cy="100584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nvGrpSpPr>
            <p:cNvPr id="11" name="Agrupar 10">
              <a:extLst>
                <a:ext uri="{FF2B5EF4-FFF2-40B4-BE49-F238E27FC236}">
                  <a16:creationId xmlns:a16="http://schemas.microsoft.com/office/drawing/2014/main" id="{B725C6F1-FEB8-527C-FD07-DF78751834DF}"/>
                </a:ext>
              </a:extLst>
            </p:cNvPr>
            <p:cNvGrpSpPr/>
            <p:nvPr/>
          </p:nvGrpSpPr>
          <p:grpSpPr>
            <a:xfrm>
              <a:off x="2815378" y="2199093"/>
              <a:ext cx="1052988" cy="807024"/>
              <a:chOff x="2815378" y="2003719"/>
              <a:chExt cx="1052988" cy="807024"/>
            </a:xfrm>
          </p:grpSpPr>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3D182A42-E5E7-B186-2FC6-5A479E3E5707}"/>
                      </a:ext>
                    </a:extLst>
                  </p:cNvPr>
                  <p:cNvSpPr txBox="1"/>
                  <p:nvPr/>
                </p:nvSpPr>
                <p:spPr>
                  <a:xfrm>
                    <a:off x="2934888" y="2003719"/>
                    <a:ext cx="399661"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ã</m:t>
                              </m:r>
                            </m:e>
                            <m:sub>
                              <m:r>
                                <a:rPr lang="pt-BR" sz="1400" b="0" i="1" smtClean="0">
                                  <a:latin typeface="Cambria Math" panose="02040503050406030204" pitchFamily="18" charset="0"/>
                                </a:rPr>
                                <m:t>𝑞</m:t>
                              </m:r>
                            </m:sub>
                          </m:sSub>
                        </m:oMath>
                      </m:oMathPara>
                    </a14:m>
                    <a:endParaRPr lang="pt-BR" sz="1400"/>
                  </a:p>
                </p:txBody>
              </p:sp>
            </mc:Choice>
            <mc:Fallback xmlns="">
              <p:sp>
                <p:nvSpPr>
                  <p:cNvPr id="13" name="CaixaDeTexto 12">
                    <a:extLst>
                      <a:ext uri="{FF2B5EF4-FFF2-40B4-BE49-F238E27FC236}">
                        <a16:creationId xmlns:a16="http://schemas.microsoft.com/office/drawing/2014/main" id="{3D182A42-E5E7-B186-2FC6-5A479E3E5707}"/>
                      </a:ext>
                    </a:extLst>
                  </p:cNvPr>
                  <p:cNvSpPr txBox="1">
                    <a:spLocks noRot="1" noChangeAspect="1" noMove="1" noResize="1" noEditPoints="1" noAdjustHandles="1" noChangeArrowheads="1" noChangeShapeType="1" noTextEdit="1"/>
                  </p:cNvSpPr>
                  <p:nvPr/>
                </p:nvSpPr>
                <p:spPr>
                  <a:xfrm>
                    <a:off x="2934888" y="2003719"/>
                    <a:ext cx="399661" cy="324384"/>
                  </a:xfrm>
                  <a:prstGeom prst="rect">
                    <a:avLst/>
                  </a:prstGeom>
                  <a:blipFill>
                    <a:blip r:embed="rId6"/>
                    <a:stretch>
                      <a:fillRect/>
                    </a:stretch>
                  </a:blipFill>
                </p:spPr>
                <p:txBody>
                  <a:bodyPr/>
                  <a:lstStyle/>
                  <a:p>
                    <a:r>
                      <a:rPr lang="pt-BR">
                        <a:noFill/>
                      </a:rPr>
                      <a:t> </a:t>
                    </a:r>
                  </a:p>
                </p:txBody>
              </p:sp>
            </mc:Fallback>
          </mc:AlternateContent>
          <p:cxnSp>
            <p:nvCxnSpPr>
              <p:cNvPr id="12" name="Conector de Seta Reta 11">
                <a:extLst>
                  <a:ext uri="{FF2B5EF4-FFF2-40B4-BE49-F238E27FC236}">
                    <a16:creationId xmlns:a16="http://schemas.microsoft.com/office/drawing/2014/main" id="{2317D872-F0FF-10E8-5C7F-43824B60DF7F}"/>
                  </a:ext>
                </a:extLst>
              </p:cNvPr>
              <p:cNvCxnSpPr>
                <a:cxnSpLocks/>
              </p:cNvCxnSpPr>
              <p:nvPr/>
            </p:nvCxnSpPr>
            <p:spPr>
              <a:xfrm flipH="1" flipV="1">
                <a:off x="2815378" y="2101674"/>
                <a:ext cx="1052988" cy="7090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0" name="Agrupar 9">
              <a:extLst>
                <a:ext uri="{FF2B5EF4-FFF2-40B4-BE49-F238E27FC236}">
                  <a16:creationId xmlns:a16="http://schemas.microsoft.com/office/drawing/2014/main" id="{D8190230-0465-8203-2D13-F8132AE1300E}"/>
                </a:ext>
              </a:extLst>
            </p:cNvPr>
            <p:cNvGrpSpPr/>
            <p:nvPr/>
          </p:nvGrpSpPr>
          <p:grpSpPr>
            <a:xfrm>
              <a:off x="3685251" y="2482747"/>
              <a:ext cx="421513" cy="525262"/>
              <a:chOff x="3685251" y="2484638"/>
              <a:chExt cx="421513" cy="525262"/>
            </a:xfrm>
          </p:grpSpPr>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D6D1BC4F-CC6E-E8FD-737E-171CB0FCC9ED}"/>
                      </a:ext>
                    </a:extLst>
                  </p:cNvPr>
                  <p:cNvSpPr txBox="1"/>
                  <p:nvPr/>
                </p:nvSpPr>
                <p:spPr>
                  <a:xfrm>
                    <a:off x="3685251" y="248463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i="1" smtClean="0">
                                  <a:latin typeface="Cambria Math" panose="02040503050406030204" pitchFamily="18" charset="0"/>
                                </a:rPr>
                                <m:t>𝑝</m:t>
                              </m:r>
                            </m:sub>
                          </m:sSub>
                        </m:oMath>
                      </m:oMathPara>
                    </a14:m>
                    <a:endParaRPr lang="pt-BR" sz="1400"/>
                  </a:p>
                </p:txBody>
              </p:sp>
            </mc:Choice>
            <mc:Fallback xmlns="">
              <p:sp>
                <p:nvSpPr>
                  <p:cNvPr id="9" name="CaixaDeTexto 8">
                    <a:extLst>
                      <a:ext uri="{FF2B5EF4-FFF2-40B4-BE49-F238E27FC236}">
                        <a16:creationId xmlns:a16="http://schemas.microsoft.com/office/drawing/2014/main" id="{D6D1BC4F-CC6E-E8FD-737E-171CB0FCC9ED}"/>
                      </a:ext>
                    </a:extLst>
                  </p:cNvPr>
                  <p:cNvSpPr txBox="1">
                    <a:spLocks noRot="1" noChangeAspect="1" noMove="1" noResize="1" noEditPoints="1" noAdjustHandles="1" noChangeArrowheads="1" noChangeShapeType="1" noTextEdit="1"/>
                  </p:cNvSpPr>
                  <p:nvPr/>
                </p:nvSpPr>
                <p:spPr>
                  <a:xfrm>
                    <a:off x="3685251" y="2484638"/>
                    <a:ext cx="411715" cy="324384"/>
                  </a:xfrm>
                  <a:prstGeom prst="rect">
                    <a:avLst/>
                  </a:prstGeom>
                  <a:blipFill>
                    <a:blip r:embed="rId7"/>
                    <a:stretch>
                      <a:fillRect/>
                    </a:stretch>
                  </a:blipFill>
                </p:spPr>
                <p:txBody>
                  <a:bodyPr/>
                  <a:lstStyle/>
                  <a:p>
                    <a:r>
                      <a:rPr lang="pt-BR">
                        <a:noFill/>
                      </a:rPr>
                      <a:t> </a:t>
                    </a:r>
                  </a:p>
                </p:txBody>
              </p:sp>
            </mc:Fallback>
          </mc:AlternateContent>
          <p:cxnSp>
            <p:nvCxnSpPr>
              <p:cNvPr id="8" name="Conector de Seta Reta 7">
                <a:extLst>
                  <a:ext uri="{FF2B5EF4-FFF2-40B4-BE49-F238E27FC236}">
                    <a16:creationId xmlns:a16="http://schemas.microsoft.com/office/drawing/2014/main" id="{16333C01-A1EF-680C-5ACB-C3A2A8B51C86}"/>
                  </a:ext>
                </a:extLst>
              </p:cNvPr>
              <p:cNvCxnSpPr>
                <a:cxnSpLocks/>
              </p:cNvCxnSpPr>
              <p:nvPr/>
            </p:nvCxnSpPr>
            <p:spPr>
              <a:xfrm flipV="1">
                <a:off x="3868366" y="2578740"/>
                <a:ext cx="238398" cy="4311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6" name="Agrupar 15">
              <a:extLst>
                <a:ext uri="{FF2B5EF4-FFF2-40B4-BE49-F238E27FC236}">
                  <a16:creationId xmlns:a16="http://schemas.microsoft.com/office/drawing/2014/main" id="{042E598C-E030-220C-1061-CC1FE3CDD6AB}"/>
                </a:ext>
              </a:extLst>
            </p:cNvPr>
            <p:cNvGrpSpPr/>
            <p:nvPr/>
          </p:nvGrpSpPr>
          <p:grpSpPr>
            <a:xfrm>
              <a:off x="2415168" y="2614131"/>
              <a:ext cx="1441768" cy="388639"/>
              <a:chOff x="2262768" y="2266357"/>
              <a:chExt cx="1441768" cy="388639"/>
            </a:xfrm>
          </p:grpSpPr>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94868671-F1EC-D102-EEF5-BFD590B2A848}"/>
                      </a:ext>
                    </a:extLst>
                  </p:cNvPr>
                  <p:cNvSpPr txBox="1"/>
                  <p:nvPr/>
                </p:nvSpPr>
                <p:spPr>
                  <a:xfrm>
                    <a:off x="2435806" y="2297165"/>
                    <a:ext cx="41088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18" name="CaixaDeTexto 17">
                    <a:extLst>
                      <a:ext uri="{FF2B5EF4-FFF2-40B4-BE49-F238E27FC236}">
                        <a16:creationId xmlns:a16="http://schemas.microsoft.com/office/drawing/2014/main" id="{94868671-F1EC-D102-EEF5-BFD590B2A848}"/>
                      </a:ext>
                    </a:extLst>
                  </p:cNvPr>
                  <p:cNvSpPr txBox="1">
                    <a:spLocks noRot="1" noChangeAspect="1" noMove="1" noResize="1" noEditPoints="1" noAdjustHandles="1" noChangeArrowheads="1" noChangeShapeType="1" noTextEdit="1"/>
                  </p:cNvSpPr>
                  <p:nvPr/>
                </p:nvSpPr>
                <p:spPr>
                  <a:xfrm>
                    <a:off x="2435806" y="2297165"/>
                    <a:ext cx="410882" cy="324384"/>
                  </a:xfrm>
                  <a:prstGeom prst="rect">
                    <a:avLst/>
                  </a:prstGeom>
                  <a:blipFill>
                    <a:blip r:embed="rId8"/>
                    <a:stretch>
                      <a:fillRect/>
                    </a:stretch>
                  </a:blipFill>
                </p:spPr>
                <p:txBody>
                  <a:bodyPr/>
                  <a:lstStyle/>
                  <a:p>
                    <a:r>
                      <a:rPr lang="pt-BR">
                        <a:noFill/>
                      </a:rPr>
                      <a:t> </a:t>
                    </a:r>
                  </a:p>
                </p:txBody>
              </p:sp>
            </mc:Fallback>
          </mc:AlternateContent>
          <p:cxnSp>
            <p:nvCxnSpPr>
              <p:cNvPr id="17" name="Conector de Seta Reta 16">
                <a:extLst>
                  <a:ext uri="{FF2B5EF4-FFF2-40B4-BE49-F238E27FC236}">
                    <a16:creationId xmlns:a16="http://schemas.microsoft.com/office/drawing/2014/main" id="{866AF87F-505B-F351-950E-30F67CF80CFB}"/>
                  </a:ext>
                </a:extLst>
              </p:cNvPr>
              <p:cNvCxnSpPr>
                <a:cxnSpLocks/>
              </p:cNvCxnSpPr>
              <p:nvPr/>
            </p:nvCxnSpPr>
            <p:spPr>
              <a:xfrm flipH="1" flipV="1">
                <a:off x="2262768" y="2266357"/>
                <a:ext cx="1441768" cy="3886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6" name="Agrupar 45">
              <a:extLst>
                <a:ext uri="{FF2B5EF4-FFF2-40B4-BE49-F238E27FC236}">
                  <a16:creationId xmlns:a16="http://schemas.microsoft.com/office/drawing/2014/main" id="{00E83108-1D67-12BC-415F-C7F7852C4067}"/>
                </a:ext>
              </a:extLst>
            </p:cNvPr>
            <p:cNvGrpSpPr/>
            <p:nvPr/>
          </p:nvGrpSpPr>
          <p:grpSpPr>
            <a:xfrm>
              <a:off x="3388306" y="2714808"/>
              <a:ext cx="984297" cy="642184"/>
              <a:chOff x="3388306" y="2714808"/>
              <a:chExt cx="984297" cy="642184"/>
            </a:xfrm>
          </p:grpSpPr>
          <p:cxnSp>
            <p:nvCxnSpPr>
              <p:cNvPr id="31" name="Conector reto 30">
                <a:extLst>
                  <a:ext uri="{FF2B5EF4-FFF2-40B4-BE49-F238E27FC236}">
                    <a16:creationId xmlns:a16="http://schemas.microsoft.com/office/drawing/2014/main" id="{40E34457-C7BD-F071-B7A8-05CE571C8FD5}"/>
                  </a:ext>
                </a:extLst>
              </p:cNvPr>
              <p:cNvCxnSpPr>
                <a:cxnSpLocks/>
              </p:cNvCxnSpPr>
              <p:nvPr/>
            </p:nvCxnSpPr>
            <p:spPr>
              <a:xfrm>
                <a:off x="3865069" y="3007739"/>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Arco 35">
                <a:extLst>
                  <a:ext uri="{FF2B5EF4-FFF2-40B4-BE49-F238E27FC236}">
                    <a16:creationId xmlns:a16="http://schemas.microsoft.com/office/drawing/2014/main" id="{83766EF1-5858-97F9-F4CF-A46D5F5D86B9}"/>
                  </a:ext>
                </a:extLst>
              </p:cNvPr>
              <p:cNvSpPr/>
              <p:nvPr/>
            </p:nvSpPr>
            <p:spPr>
              <a:xfrm>
                <a:off x="3388306" y="2813055"/>
                <a:ext cx="668368" cy="543937"/>
              </a:xfrm>
              <a:prstGeom prst="arc">
                <a:avLst>
                  <a:gd name="adj1" fmla="val 19141158"/>
                  <a:gd name="adj2" fmla="val 20625809"/>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B98586CE-3161-F8D5-0268-FDA3A4869381}"/>
                      </a:ext>
                    </a:extLst>
                  </p:cNvPr>
                  <p:cNvSpPr txBox="1"/>
                  <p:nvPr/>
                </p:nvSpPr>
                <p:spPr>
                  <a:xfrm>
                    <a:off x="3928471" y="2714808"/>
                    <a:ext cx="40280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i="1" smtClean="0">
                                  <a:latin typeface="Cambria Math" panose="02040503050406030204" pitchFamily="18" charset="0"/>
                                </a:rPr>
                                <m:t>𝜃</m:t>
                              </m:r>
                            </m:e>
                            <m:sub>
                              <m:r>
                                <a:rPr lang="pt-BR" sz="1400" b="0" i="1" smtClean="0">
                                  <a:latin typeface="Cambria Math" panose="02040503050406030204" pitchFamily="18" charset="0"/>
                                </a:rPr>
                                <m:t>𝑝</m:t>
                              </m:r>
                            </m:sub>
                          </m:sSub>
                        </m:oMath>
                      </m:oMathPara>
                    </a14:m>
                    <a:endParaRPr lang="pt-BR" sz="1400"/>
                  </a:p>
                </p:txBody>
              </p:sp>
            </mc:Choice>
            <mc:Fallback xmlns="">
              <p:sp>
                <p:nvSpPr>
                  <p:cNvPr id="45" name="CaixaDeTexto 44">
                    <a:extLst>
                      <a:ext uri="{FF2B5EF4-FFF2-40B4-BE49-F238E27FC236}">
                        <a16:creationId xmlns:a16="http://schemas.microsoft.com/office/drawing/2014/main" id="{B98586CE-3161-F8D5-0268-FDA3A4869381}"/>
                      </a:ext>
                    </a:extLst>
                  </p:cNvPr>
                  <p:cNvSpPr txBox="1">
                    <a:spLocks noRot="1" noChangeAspect="1" noMove="1" noResize="1" noEditPoints="1" noAdjustHandles="1" noChangeArrowheads="1" noChangeShapeType="1" noTextEdit="1"/>
                  </p:cNvSpPr>
                  <p:nvPr/>
                </p:nvSpPr>
                <p:spPr>
                  <a:xfrm>
                    <a:off x="3928471" y="2714808"/>
                    <a:ext cx="402803" cy="324384"/>
                  </a:xfrm>
                  <a:prstGeom prst="rect">
                    <a:avLst/>
                  </a:prstGeom>
                  <a:blipFill>
                    <a:blip r:embed="rId9"/>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F76CB65A-3816-875D-BD0D-2582429129A7}"/>
                    </a:ext>
                  </a:extLst>
                </p:cNvPr>
                <p:cNvSpPr txBox="1"/>
                <p:nvPr/>
              </p:nvSpPr>
              <p:spPr>
                <a:xfrm>
                  <a:off x="3548397" y="2984688"/>
                  <a:ext cx="667169"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m:t>
                        </m:r>
                        <m:sSub>
                          <m:sSubPr>
                            <m:ctrlPr>
                              <a:rPr lang="pt-BR" sz="1100" i="1" smtClean="0">
                                <a:latin typeface="Cambria Math" panose="02040503050406030204" pitchFamily="18" charset="0"/>
                              </a:rPr>
                            </m:ctrlPr>
                          </m:sSubPr>
                          <m:e>
                            <m:r>
                              <a:rPr lang="pt-BR" sz="1100" b="0" i="1" smtClean="0">
                                <a:latin typeface="Cambria Math" panose="02040503050406030204" pitchFamily="18" charset="0"/>
                              </a:rPr>
                              <m:t>𝑥</m:t>
                            </m:r>
                          </m:e>
                          <m:sub>
                            <m:r>
                              <a:rPr lang="pt-BR" sz="1100" i="1" smtClean="0">
                                <a:latin typeface="Cambria Math" panose="02040503050406030204" pitchFamily="18" charset="0"/>
                              </a:rPr>
                              <m:t>𝑝</m:t>
                            </m:r>
                          </m:sub>
                        </m:sSub>
                        <m:r>
                          <a:rPr lang="pt-BR" sz="1100" b="0" i="1" smtClean="0">
                            <a:latin typeface="Cambria Math" panose="02040503050406030204" pitchFamily="18" charset="0"/>
                          </a:rPr>
                          <m:t>,</m:t>
                        </m:r>
                        <m:sSub>
                          <m:sSubPr>
                            <m:ctrlPr>
                              <a:rPr lang="pt-BR" sz="1100" b="0" i="1" smtClean="0">
                                <a:latin typeface="Cambria Math" panose="02040503050406030204" pitchFamily="18" charset="0"/>
                              </a:rPr>
                            </m:ctrlPr>
                          </m:sSubPr>
                          <m:e>
                            <m:r>
                              <a:rPr lang="pt-BR" sz="1100" b="0" i="1" smtClean="0">
                                <a:latin typeface="Cambria Math" panose="02040503050406030204" pitchFamily="18" charset="0"/>
                              </a:rPr>
                              <m:t>𝑦</m:t>
                            </m:r>
                          </m:e>
                          <m:sub>
                            <m:r>
                              <a:rPr lang="pt-BR" sz="1100" b="0" i="1" smtClean="0">
                                <a:latin typeface="Cambria Math" panose="02040503050406030204" pitchFamily="18" charset="0"/>
                              </a:rPr>
                              <m:t>𝑝</m:t>
                            </m:r>
                          </m:sub>
                        </m:sSub>
                        <m:r>
                          <a:rPr lang="pt-BR" sz="1100" b="0" i="1" smtClean="0">
                            <a:latin typeface="Cambria Math" panose="02040503050406030204" pitchFamily="18" charset="0"/>
                          </a:rPr>
                          <m:t>)</m:t>
                        </m:r>
                      </m:oMath>
                    </m:oMathPara>
                  </a14:m>
                  <a:endParaRPr lang="pt-BR" sz="1100"/>
                </a:p>
              </p:txBody>
            </p:sp>
          </mc:Choice>
          <mc:Fallback xmlns="">
            <p:sp>
              <p:nvSpPr>
                <p:cNvPr id="49" name="CaixaDeTexto 48">
                  <a:extLst>
                    <a:ext uri="{FF2B5EF4-FFF2-40B4-BE49-F238E27FC236}">
                      <a16:creationId xmlns:a16="http://schemas.microsoft.com/office/drawing/2014/main" id="{F76CB65A-3816-875D-BD0D-2582429129A7}"/>
                    </a:ext>
                  </a:extLst>
                </p:cNvPr>
                <p:cNvSpPr txBox="1">
                  <a:spLocks noRot="1" noChangeAspect="1" noMove="1" noResize="1" noEditPoints="1" noAdjustHandles="1" noChangeArrowheads="1" noChangeShapeType="1" noTextEdit="1"/>
                </p:cNvSpPr>
                <p:nvPr/>
              </p:nvSpPr>
              <p:spPr>
                <a:xfrm>
                  <a:off x="3548397" y="2984688"/>
                  <a:ext cx="667169" cy="274627"/>
                </a:xfrm>
                <a:prstGeom prst="rect">
                  <a:avLst/>
                </a:prstGeom>
                <a:blipFill>
                  <a:blip r:embed="rId10"/>
                  <a:stretch>
                    <a:fillRect b="-2222"/>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85BB0B71-AFDA-32E2-DA28-2E9CE38FA807}"/>
                  </a:ext>
                </a:extLst>
              </p:cNvPr>
              <p:cNvSpPr txBox="1"/>
              <p:nvPr/>
            </p:nvSpPr>
            <p:spPr>
              <a:xfrm>
                <a:off x="5807968" y="4141038"/>
                <a:ext cx="2688927"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i="1" smtClean="0">
                              <a:latin typeface="Cambria Math" panose="02040503050406030204" pitchFamily="18" charset="0"/>
                            </a:rPr>
                            <m:t>𝑑</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rad>
                        <m:radPr>
                          <m:degHide m:val="on"/>
                          <m:ctrlPr>
                            <a:rPr lang="pt-BR" b="0" i="1" smtClean="0">
                              <a:latin typeface="Cambria Math" panose="02040503050406030204" pitchFamily="18" charset="0"/>
                            </a:rPr>
                          </m:ctrlPr>
                        </m:radPr>
                        <m:deg/>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𝑥</m:t>
                              </m:r>
                            </m:e>
                            <m:sub>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𝑞</m:t>
                              </m:r>
                            </m:sub>
                            <m:sup>
                              <m:r>
                                <a:rPr lang="pt-BR" b="0" i="1" smtClean="0">
                                  <a:latin typeface="Cambria Math" panose="02040503050406030204" pitchFamily="18" charset="0"/>
                                </a:rPr>
                                <m:t>2</m:t>
                              </m:r>
                            </m:sup>
                          </m:sSubSup>
                          <m:r>
                            <a:rPr lang="pt-BR" b="0" i="1" smtClean="0">
                              <a:latin typeface="Cambria Math" panose="02040503050406030204" pitchFamily="18" charset="0"/>
                            </a:rPr>
                            <m:t>+</m:t>
                          </m:r>
                          <m:sSubSup>
                            <m:sSubSupPr>
                              <m:ctrlPr>
                                <a:rPr lang="pt-BR" i="1">
                                  <a:latin typeface="Cambria Math" panose="02040503050406030204" pitchFamily="18" charset="0"/>
                                </a:rPr>
                              </m:ctrlPr>
                            </m:sSubSupPr>
                            <m:e>
                              <m:r>
                                <a:rPr lang="pt-BR" b="0" i="1" smtClean="0">
                                  <a:latin typeface="Cambria Math" panose="02040503050406030204" pitchFamily="18" charset="0"/>
                                </a:rPr>
                                <m:t>𝑦</m:t>
                              </m:r>
                            </m:e>
                            <m:sub>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𝑞</m:t>
                              </m:r>
                            </m:sub>
                            <m:sup>
                              <m:r>
                                <a:rPr lang="pt-BR" i="1">
                                  <a:latin typeface="Cambria Math" panose="02040503050406030204" pitchFamily="18" charset="0"/>
                                </a:rPr>
                                <m:t>2</m:t>
                              </m:r>
                            </m:sup>
                          </m:sSubSup>
                        </m:e>
                      </m:rad>
                      <m:r>
                        <a:rPr lang="pt-BR" b="0" i="1" smtClean="0">
                          <a:latin typeface="Cambria Math" panose="02040503050406030204" pitchFamily="18" charset="0"/>
                        </a:rPr>
                        <m:t>=0 </m:t>
                      </m:r>
                    </m:oMath>
                  </m:oMathPara>
                </a14:m>
                <a:endParaRPr lang="pt-BR"/>
              </a:p>
            </p:txBody>
          </p:sp>
        </mc:Choice>
        <mc:Fallback xmlns="">
          <p:sp>
            <p:nvSpPr>
              <p:cNvPr id="58" name="CaixaDeTexto 57">
                <a:extLst>
                  <a:ext uri="{FF2B5EF4-FFF2-40B4-BE49-F238E27FC236}">
                    <a16:creationId xmlns:a16="http://schemas.microsoft.com/office/drawing/2014/main" id="{85BB0B71-AFDA-32E2-DA28-2E9CE38FA807}"/>
                  </a:ext>
                </a:extLst>
              </p:cNvPr>
              <p:cNvSpPr txBox="1">
                <a:spLocks noRot="1" noChangeAspect="1" noMove="1" noResize="1" noEditPoints="1" noAdjustHandles="1" noChangeArrowheads="1" noChangeShapeType="1" noTextEdit="1"/>
              </p:cNvSpPr>
              <p:nvPr/>
            </p:nvSpPr>
            <p:spPr>
              <a:xfrm>
                <a:off x="5807968" y="4141038"/>
                <a:ext cx="2688927" cy="656013"/>
              </a:xfrm>
              <a:prstGeom prst="rect">
                <a:avLst/>
              </a:prstGeom>
              <a:blipFill>
                <a:blip r:embed="rId11"/>
                <a:stretch>
                  <a:fillRect/>
                </a:stretch>
              </a:blipFill>
            </p:spPr>
            <p:txBody>
              <a:bodyPr/>
              <a:lstStyle/>
              <a:p>
                <a:r>
                  <a:rPr lang="pt-BR">
                    <a:noFill/>
                  </a:rPr>
                  <a:t> </a:t>
                </a:r>
              </a:p>
            </p:txBody>
          </p:sp>
        </mc:Fallback>
      </mc:AlternateContent>
      <p:sp>
        <p:nvSpPr>
          <p:cNvPr id="59" name="CaixaDeTexto 58">
            <a:extLst>
              <a:ext uri="{FF2B5EF4-FFF2-40B4-BE49-F238E27FC236}">
                <a16:creationId xmlns:a16="http://schemas.microsoft.com/office/drawing/2014/main" id="{2535DFEC-93F5-B833-596D-76FA1DCDBD93}"/>
              </a:ext>
            </a:extLst>
          </p:cNvPr>
          <p:cNvSpPr txBox="1"/>
          <p:nvPr/>
        </p:nvSpPr>
        <p:spPr>
          <a:xfrm>
            <a:off x="5878066" y="3771706"/>
            <a:ext cx="3586245" cy="369332"/>
          </a:xfrm>
          <a:prstGeom prst="rect">
            <a:avLst/>
          </a:prstGeom>
          <a:noFill/>
        </p:spPr>
        <p:txBody>
          <a:bodyPr wrap="square">
            <a:spAutoFit/>
          </a:bodyPr>
          <a:lstStyle/>
          <a:p>
            <a:r>
              <a:rPr lang="pt-BR"/>
              <a:t>The distance between conductors</a:t>
            </a:r>
          </a:p>
        </p:txBody>
      </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FEE6F5D0-4A78-C203-9D5C-B02650C1FFCB}"/>
                  </a:ext>
                </a:extLst>
              </p:cNvPr>
              <p:cNvSpPr txBox="1"/>
              <p:nvPr/>
            </p:nvSpPr>
            <p:spPr>
              <a:xfrm>
                <a:off x="5878066" y="4732425"/>
                <a:ext cx="1714828"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𝑞</m:t>
                          </m:r>
                        </m:sub>
                      </m:sSub>
                    </m:oMath>
                  </m:oMathPara>
                </a14:m>
                <a:endParaRPr lang="pt-BR"/>
              </a:p>
            </p:txBody>
          </p:sp>
        </mc:Choice>
        <mc:Fallback xmlns="">
          <p:sp>
            <p:nvSpPr>
              <p:cNvPr id="60" name="CaixaDeTexto 59">
                <a:extLst>
                  <a:ext uri="{FF2B5EF4-FFF2-40B4-BE49-F238E27FC236}">
                    <a16:creationId xmlns:a16="http://schemas.microsoft.com/office/drawing/2014/main" id="{FEE6F5D0-4A78-C203-9D5C-B02650C1FFCB}"/>
                  </a:ext>
                </a:extLst>
              </p:cNvPr>
              <p:cNvSpPr txBox="1">
                <a:spLocks noRot="1" noChangeAspect="1" noMove="1" noResize="1" noEditPoints="1" noAdjustHandles="1" noChangeArrowheads="1" noChangeShapeType="1" noTextEdit="1"/>
              </p:cNvSpPr>
              <p:nvPr/>
            </p:nvSpPr>
            <p:spPr>
              <a:xfrm>
                <a:off x="5878066" y="4732425"/>
                <a:ext cx="1714828" cy="390748"/>
              </a:xfrm>
              <a:prstGeom prst="rect">
                <a:avLst/>
              </a:prstGeom>
              <a:blipFill>
                <a:blip r:embed="rId12"/>
                <a:stretch>
                  <a:fillRect b="-468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1" name="CaixaDeTexto 60">
                <a:extLst>
                  <a:ext uri="{FF2B5EF4-FFF2-40B4-BE49-F238E27FC236}">
                    <a16:creationId xmlns:a16="http://schemas.microsoft.com/office/drawing/2014/main" id="{2503BB47-C833-3BA3-6672-45EA462454E9}"/>
                  </a:ext>
                </a:extLst>
              </p:cNvPr>
              <p:cNvSpPr txBox="1"/>
              <p:nvPr/>
            </p:nvSpPr>
            <p:spPr>
              <a:xfrm>
                <a:off x="5878066" y="5133370"/>
                <a:ext cx="170322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𝑝</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𝑞</m:t>
                          </m:r>
                        </m:sub>
                      </m:sSub>
                    </m:oMath>
                  </m:oMathPara>
                </a14:m>
                <a:endParaRPr lang="pt-BR"/>
              </a:p>
            </p:txBody>
          </p:sp>
        </mc:Choice>
        <mc:Fallback xmlns="">
          <p:sp>
            <p:nvSpPr>
              <p:cNvPr id="61" name="CaixaDeTexto 60">
                <a:extLst>
                  <a:ext uri="{FF2B5EF4-FFF2-40B4-BE49-F238E27FC236}">
                    <a16:creationId xmlns:a16="http://schemas.microsoft.com/office/drawing/2014/main" id="{2503BB47-C833-3BA3-6672-45EA462454E9}"/>
                  </a:ext>
                </a:extLst>
              </p:cNvPr>
              <p:cNvSpPr txBox="1">
                <a:spLocks noRot="1" noChangeAspect="1" noMove="1" noResize="1" noEditPoints="1" noAdjustHandles="1" noChangeArrowheads="1" noChangeShapeType="1" noTextEdit="1"/>
              </p:cNvSpPr>
              <p:nvPr/>
            </p:nvSpPr>
            <p:spPr>
              <a:xfrm>
                <a:off x="5878066" y="5133370"/>
                <a:ext cx="1703222" cy="390748"/>
              </a:xfrm>
              <a:prstGeom prst="rect">
                <a:avLst/>
              </a:prstGeom>
              <a:blipFill>
                <a:blip r:embed="rId13"/>
                <a:stretch>
                  <a:fillRect b="-4688"/>
                </a:stretch>
              </a:blipFill>
            </p:spPr>
            <p:txBody>
              <a:bodyPr/>
              <a:lstStyle/>
              <a:p>
                <a:r>
                  <a:rPr lang="pt-BR">
                    <a:noFill/>
                  </a:rPr>
                  <a:t> </a:t>
                </a:r>
              </a:p>
            </p:txBody>
          </p:sp>
        </mc:Fallback>
      </mc:AlternateContent>
      <p:sp>
        <p:nvSpPr>
          <p:cNvPr id="62" name="Retângulo 61">
            <a:extLst>
              <a:ext uri="{FF2B5EF4-FFF2-40B4-BE49-F238E27FC236}">
                <a16:creationId xmlns:a16="http://schemas.microsoft.com/office/drawing/2014/main" id="{9D3C219B-D1E2-2F5C-3CE6-097F0E7848ED}"/>
              </a:ext>
            </a:extLst>
          </p:cNvPr>
          <p:cNvSpPr/>
          <p:nvPr/>
        </p:nvSpPr>
        <p:spPr>
          <a:xfrm>
            <a:off x="5878066" y="4141038"/>
            <a:ext cx="2688927" cy="656013"/>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2285816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1" name="Agrupar 60">
            <a:extLst>
              <a:ext uri="{FF2B5EF4-FFF2-40B4-BE49-F238E27FC236}">
                <a16:creationId xmlns:a16="http://schemas.microsoft.com/office/drawing/2014/main" id="{26CA0D58-E63A-2E4E-9FCD-D6B39F2F38DA}"/>
              </a:ext>
            </a:extLst>
          </p:cNvPr>
          <p:cNvGrpSpPr/>
          <p:nvPr/>
        </p:nvGrpSpPr>
        <p:grpSpPr>
          <a:xfrm>
            <a:off x="1383665" y="1897914"/>
            <a:ext cx="3017520" cy="3017520"/>
            <a:chOff x="1383665" y="1897914"/>
            <a:chExt cx="3017520" cy="3017520"/>
          </a:xfrm>
        </p:grpSpPr>
        <p:grpSp>
          <p:nvGrpSpPr>
            <p:cNvPr id="30" name="Agrupar 29">
              <a:extLst>
                <a:ext uri="{FF2B5EF4-FFF2-40B4-BE49-F238E27FC236}">
                  <a16:creationId xmlns:a16="http://schemas.microsoft.com/office/drawing/2014/main" id="{6C4B7435-0FE7-28BC-5535-D4AE1F148FF0}"/>
                </a:ext>
              </a:extLst>
            </p:cNvPr>
            <p:cNvGrpSpPr/>
            <p:nvPr/>
          </p:nvGrpSpPr>
          <p:grpSpPr>
            <a:xfrm>
              <a:off x="1383665" y="1897914"/>
              <a:ext cx="3017520" cy="3017520"/>
              <a:chOff x="1383665" y="1897914"/>
              <a:chExt cx="3017520" cy="3017520"/>
            </a:xfrm>
          </p:grpSpPr>
          <p:grpSp>
            <p:nvGrpSpPr>
              <p:cNvPr id="4" name="Agrupar 3">
                <a:extLst>
                  <a:ext uri="{FF2B5EF4-FFF2-40B4-BE49-F238E27FC236}">
                    <a16:creationId xmlns:a16="http://schemas.microsoft.com/office/drawing/2014/main" id="{5C62A87D-F27D-776E-0685-377AA07C25E6}"/>
                  </a:ext>
                </a:extLst>
              </p:cNvPr>
              <p:cNvGrpSpPr/>
              <p:nvPr/>
            </p:nvGrpSpPr>
            <p:grpSpPr>
              <a:xfrm>
                <a:off x="1383665" y="1897914"/>
                <a:ext cx="3017520" cy="3017520"/>
                <a:chOff x="2359606" y="1501140"/>
                <a:chExt cx="3017520" cy="3017520"/>
              </a:xfrm>
            </p:grpSpPr>
            <p:grpSp>
              <p:nvGrpSpPr>
                <p:cNvPr id="5" name="Agrupar 4">
                  <a:extLst>
                    <a:ext uri="{FF2B5EF4-FFF2-40B4-BE49-F238E27FC236}">
                      <a16:creationId xmlns:a16="http://schemas.microsoft.com/office/drawing/2014/main" id="{B418F9AF-B675-71FC-6EA9-151C486004EE}"/>
                    </a:ext>
                  </a:extLst>
                </p:cNvPr>
                <p:cNvGrpSpPr/>
                <p:nvPr/>
              </p:nvGrpSpPr>
              <p:grpSpPr>
                <a:xfrm>
                  <a:off x="2359606" y="1501140"/>
                  <a:ext cx="3017520" cy="3017520"/>
                  <a:chOff x="2359606" y="1501140"/>
                  <a:chExt cx="3017520" cy="3017520"/>
                </a:xfrm>
              </p:grpSpPr>
              <p:sp>
                <p:nvSpPr>
                  <p:cNvPr id="21" name="Elipse 20">
                    <a:extLst>
                      <a:ext uri="{FF2B5EF4-FFF2-40B4-BE49-F238E27FC236}">
                        <a16:creationId xmlns:a16="http://schemas.microsoft.com/office/drawing/2014/main" id="{32D38350-B56C-A005-A5EA-4DB579FA011F}"/>
                      </a:ext>
                    </a:extLst>
                  </p:cNvPr>
                  <p:cNvSpPr/>
                  <p:nvPr/>
                </p:nvSpPr>
                <p:spPr>
                  <a:xfrm>
                    <a:off x="2359606" y="1501140"/>
                    <a:ext cx="3017520" cy="3017520"/>
                  </a:xfrm>
                  <a:prstGeom prst="ellipse">
                    <a:avLst/>
                  </a:prstGeom>
                  <a:solidFill>
                    <a:schemeClr val="accent1">
                      <a:alpha val="10000"/>
                    </a:schemeClr>
                  </a:solidFill>
                  <a:ln w="19050">
                    <a:solidFill>
                      <a:srgbClr val="0070C0"/>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2" name="Elipse 21">
                    <a:extLst>
                      <a:ext uri="{FF2B5EF4-FFF2-40B4-BE49-F238E27FC236}">
                        <a16:creationId xmlns:a16="http://schemas.microsoft.com/office/drawing/2014/main" id="{2C67F8E4-1719-7E0A-B929-E420FC5A419C}"/>
                      </a:ext>
                    </a:extLst>
                  </p:cNvPr>
                  <p:cNvSpPr/>
                  <p:nvPr/>
                </p:nvSpPr>
                <p:spPr>
                  <a:xfrm>
                    <a:off x="2588206" y="1729740"/>
                    <a:ext cx="2560320" cy="2560320"/>
                  </a:xfrm>
                  <a:prstGeom prst="ellipse">
                    <a:avLst/>
                  </a:prstGeom>
                  <a:solidFill>
                    <a:schemeClr val="bg1"/>
                  </a:solidFill>
                  <a:ln w="19050">
                    <a:solidFill>
                      <a:srgbClr val="0070C0"/>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6" name="Elipse 5">
                  <a:extLst>
                    <a:ext uri="{FF2B5EF4-FFF2-40B4-BE49-F238E27FC236}">
                      <a16:creationId xmlns:a16="http://schemas.microsoft.com/office/drawing/2014/main" id="{25B72799-784B-4BDD-CD2F-E91B2C30512F}"/>
                    </a:ext>
                  </a:extLst>
                </p:cNvPr>
                <p:cNvSpPr/>
                <p:nvPr/>
              </p:nvSpPr>
              <p:spPr>
                <a:xfrm>
                  <a:off x="3365446" y="2506980"/>
                  <a:ext cx="1005840" cy="1005840"/>
                </a:xfrm>
                <a:prstGeom prst="ellipse">
                  <a:avLst/>
                </a:prstGeom>
                <a:noFill/>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grpSp>
              <p:nvGrpSpPr>
                <p:cNvPr id="7" name="Agrupar 6">
                  <a:extLst>
                    <a:ext uri="{FF2B5EF4-FFF2-40B4-BE49-F238E27FC236}">
                      <a16:creationId xmlns:a16="http://schemas.microsoft.com/office/drawing/2014/main" id="{044F132B-D637-F216-CECE-D08756F00200}"/>
                    </a:ext>
                  </a:extLst>
                </p:cNvPr>
                <p:cNvGrpSpPr/>
                <p:nvPr/>
              </p:nvGrpSpPr>
              <p:grpSpPr>
                <a:xfrm>
                  <a:off x="2833991" y="2318293"/>
                  <a:ext cx="1034375" cy="687824"/>
                  <a:chOff x="2833991" y="2122919"/>
                  <a:chExt cx="1034375" cy="687824"/>
                </a:xfrm>
              </p:grpSpPr>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4096B257-F400-9BDB-7753-0768761BFA61}"/>
                          </a:ext>
                        </a:extLst>
                      </p:cNvPr>
                      <p:cNvSpPr txBox="1"/>
                      <p:nvPr/>
                    </p:nvSpPr>
                    <p:spPr>
                      <a:xfrm>
                        <a:off x="2913085" y="2386681"/>
                        <a:ext cx="403700" cy="3271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acc>
                                    <m:accPr>
                                      <m:chr m:val="̃"/>
                                      <m:ctrlPr>
                                        <a:rPr lang="pt-BR" sz="1400" b="1" i="1" smtClean="0">
                                          <a:latin typeface="Cambria Math" panose="02040503050406030204" pitchFamily="18" charset="0"/>
                                        </a:rPr>
                                      </m:ctrlPr>
                                    </m:accPr>
                                    <m:e>
                                      <m:r>
                                        <a:rPr lang="en-US" sz="1400" b="1" i="1" smtClean="0">
                                          <a:latin typeface="Cambria Math" panose="02040503050406030204" pitchFamily="18" charset="0"/>
                                        </a:rPr>
                                        <m:t>𝒓</m:t>
                                      </m:r>
                                    </m:e>
                                  </m:acc>
                                </m:e>
                                <m:sub>
                                  <m:r>
                                    <a:rPr lang="pt-BR" sz="1400" b="1" i="1" smtClean="0">
                                      <a:latin typeface="Cambria Math" panose="02040503050406030204" pitchFamily="18" charset="0"/>
                                    </a:rPr>
                                    <m:t>𝒒</m:t>
                                  </m:r>
                                </m:sub>
                              </m:sSub>
                            </m:oMath>
                          </m:oMathPara>
                        </a14:m>
                        <a:endParaRPr lang="pt-BR" sz="1400" b="1"/>
                      </a:p>
                    </p:txBody>
                  </p:sp>
                </mc:Choice>
                <mc:Fallback xmlns="">
                  <p:sp>
                    <p:nvSpPr>
                      <p:cNvPr id="19" name="CaixaDeTexto 18">
                        <a:extLst>
                          <a:ext uri="{FF2B5EF4-FFF2-40B4-BE49-F238E27FC236}">
                            <a16:creationId xmlns:a16="http://schemas.microsoft.com/office/drawing/2014/main" id="{4096B257-F400-9BDB-7753-0768761BFA61}"/>
                          </a:ext>
                        </a:extLst>
                      </p:cNvPr>
                      <p:cNvSpPr txBox="1">
                        <a:spLocks noRot="1" noChangeAspect="1" noMove="1" noResize="1" noEditPoints="1" noAdjustHandles="1" noChangeArrowheads="1" noChangeShapeType="1" noTextEdit="1"/>
                      </p:cNvSpPr>
                      <p:nvPr/>
                    </p:nvSpPr>
                    <p:spPr>
                      <a:xfrm>
                        <a:off x="2913085" y="2386681"/>
                        <a:ext cx="403700" cy="327141"/>
                      </a:xfrm>
                      <a:prstGeom prst="rect">
                        <a:avLst/>
                      </a:prstGeom>
                      <a:blipFill>
                        <a:blip r:embed="rId2"/>
                        <a:stretch>
                          <a:fillRect/>
                        </a:stretch>
                      </a:blipFill>
                    </p:spPr>
                    <p:txBody>
                      <a:bodyPr/>
                      <a:lstStyle/>
                      <a:p>
                        <a:r>
                          <a:rPr lang="pt-BR">
                            <a:noFill/>
                          </a:rPr>
                          <a:t> </a:t>
                        </a:r>
                      </a:p>
                    </p:txBody>
                  </p:sp>
                </mc:Fallback>
              </mc:AlternateContent>
              <p:cxnSp>
                <p:nvCxnSpPr>
                  <p:cNvPr id="20" name="Conector de Seta Reta 19">
                    <a:extLst>
                      <a:ext uri="{FF2B5EF4-FFF2-40B4-BE49-F238E27FC236}">
                        <a16:creationId xmlns:a16="http://schemas.microsoft.com/office/drawing/2014/main" id="{4B8DC4AF-3295-8623-710A-368D5F5294D8}"/>
                      </a:ext>
                    </a:extLst>
                  </p:cNvPr>
                  <p:cNvCxnSpPr>
                    <a:cxnSpLocks/>
                    <a:endCxn id="26" idx="5"/>
                  </p:cNvCxnSpPr>
                  <p:nvPr/>
                </p:nvCxnSpPr>
                <p:spPr>
                  <a:xfrm flipH="1" flipV="1">
                    <a:off x="2833991" y="2122919"/>
                    <a:ext cx="1034375" cy="6878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8" name="Agrupar 7">
                  <a:extLst>
                    <a:ext uri="{FF2B5EF4-FFF2-40B4-BE49-F238E27FC236}">
                      <a16:creationId xmlns:a16="http://schemas.microsoft.com/office/drawing/2014/main" id="{B6C16B9E-7660-3EE6-0DE5-D12494D316D6}"/>
                    </a:ext>
                  </a:extLst>
                </p:cNvPr>
                <p:cNvGrpSpPr/>
                <p:nvPr/>
              </p:nvGrpSpPr>
              <p:grpSpPr>
                <a:xfrm>
                  <a:off x="3868366" y="2552700"/>
                  <a:ext cx="455567" cy="455309"/>
                  <a:chOff x="3868366" y="2554591"/>
                  <a:chExt cx="455567" cy="455309"/>
                </a:xfrm>
              </p:grpSpPr>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7D73C70C-EFE5-EA63-7279-A04490FEDF4B}"/>
                          </a:ext>
                        </a:extLst>
                      </p:cNvPr>
                      <p:cNvSpPr txBox="1"/>
                      <p:nvPr/>
                    </p:nvSpPr>
                    <p:spPr>
                      <a:xfrm>
                        <a:off x="3917027" y="2680577"/>
                        <a:ext cx="406906" cy="3270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r>
                                    <a:rPr lang="en-US" sz="1400" b="1" i="1" smtClean="0">
                                      <a:latin typeface="Cambria Math" panose="02040503050406030204" pitchFamily="18" charset="0"/>
                                    </a:rPr>
                                    <m:t>𝒓</m:t>
                                  </m:r>
                                </m:e>
                                <m:sub>
                                  <m:r>
                                    <a:rPr lang="pt-BR" sz="1400" b="1" i="1" smtClean="0">
                                      <a:latin typeface="Cambria Math" panose="02040503050406030204" pitchFamily="18" charset="0"/>
                                    </a:rPr>
                                    <m:t>𝒑</m:t>
                                  </m:r>
                                </m:sub>
                              </m:sSub>
                            </m:oMath>
                          </m:oMathPara>
                        </a14:m>
                        <a:endParaRPr lang="pt-BR" sz="1400" b="1"/>
                      </a:p>
                    </p:txBody>
                  </p:sp>
                </mc:Choice>
                <mc:Fallback xmlns="">
                  <p:sp>
                    <p:nvSpPr>
                      <p:cNvPr id="17" name="CaixaDeTexto 16">
                        <a:extLst>
                          <a:ext uri="{FF2B5EF4-FFF2-40B4-BE49-F238E27FC236}">
                            <a16:creationId xmlns:a16="http://schemas.microsoft.com/office/drawing/2014/main" id="{7D73C70C-EFE5-EA63-7279-A04490FEDF4B}"/>
                          </a:ext>
                        </a:extLst>
                      </p:cNvPr>
                      <p:cNvSpPr txBox="1">
                        <a:spLocks noRot="1" noChangeAspect="1" noMove="1" noResize="1" noEditPoints="1" noAdjustHandles="1" noChangeArrowheads="1" noChangeShapeType="1" noTextEdit="1"/>
                      </p:cNvSpPr>
                      <p:nvPr/>
                    </p:nvSpPr>
                    <p:spPr>
                      <a:xfrm>
                        <a:off x="3917027" y="2680577"/>
                        <a:ext cx="406906" cy="327077"/>
                      </a:xfrm>
                      <a:prstGeom prst="rect">
                        <a:avLst/>
                      </a:prstGeom>
                      <a:blipFill>
                        <a:blip r:embed="rId3"/>
                        <a:stretch>
                          <a:fillRect/>
                        </a:stretch>
                      </a:blipFill>
                    </p:spPr>
                    <p:txBody>
                      <a:bodyPr/>
                      <a:lstStyle/>
                      <a:p>
                        <a:r>
                          <a:rPr lang="pt-BR">
                            <a:noFill/>
                          </a:rPr>
                          <a:t> </a:t>
                        </a:r>
                      </a:p>
                    </p:txBody>
                  </p:sp>
                </mc:Fallback>
              </mc:AlternateContent>
              <p:cxnSp>
                <p:nvCxnSpPr>
                  <p:cNvPr id="18" name="Conector de Seta Reta 17">
                    <a:extLst>
                      <a:ext uri="{FF2B5EF4-FFF2-40B4-BE49-F238E27FC236}">
                        <a16:creationId xmlns:a16="http://schemas.microsoft.com/office/drawing/2014/main" id="{F253055D-73BC-BC5E-DE5E-81E06284BA7B}"/>
                      </a:ext>
                    </a:extLst>
                  </p:cNvPr>
                  <p:cNvCxnSpPr>
                    <a:cxnSpLocks/>
                    <a:endCxn id="27" idx="2"/>
                  </p:cNvCxnSpPr>
                  <p:nvPr/>
                </p:nvCxnSpPr>
                <p:spPr>
                  <a:xfrm flipV="1">
                    <a:off x="3868366" y="2554591"/>
                    <a:ext cx="199031" cy="4553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sp>
            <p:nvSpPr>
              <p:cNvPr id="2" name="Elipse 1">
                <a:extLst>
                  <a:ext uri="{FF2B5EF4-FFF2-40B4-BE49-F238E27FC236}">
                    <a16:creationId xmlns:a16="http://schemas.microsoft.com/office/drawing/2014/main" id="{1BC54203-E03E-9308-A2D2-0DE0F523E969}"/>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Círculo: Vazio 26">
                <a:extLst>
                  <a:ext uri="{FF2B5EF4-FFF2-40B4-BE49-F238E27FC236}">
                    <a16:creationId xmlns:a16="http://schemas.microsoft.com/office/drawing/2014/main" id="{ACEAE7C5-12B0-97DD-90C8-0886F08AC5CE}"/>
                  </a:ext>
                </a:extLst>
              </p:cNvPr>
              <p:cNvSpPr/>
              <p:nvPr/>
            </p:nvSpPr>
            <p:spPr>
              <a:xfrm>
                <a:off x="3091456" y="2903754"/>
                <a:ext cx="91440" cy="91440"/>
              </a:xfrm>
              <a:prstGeom prst="donut">
                <a:avLst>
                  <a:gd name="adj" fmla="val 46798"/>
                </a:avLst>
              </a:prstGeom>
              <a:solidFill>
                <a:schemeClr val="bg1"/>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cxnSp>
            <p:nvCxnSpPr>
              <p:cNvPr id="3" name="Conector de Seta Reta 2">
                <a:extLst>
                  <a:ext uri="{FF2B5EF4-FFF2-40B4-BE49-F238E27FC236}">
                    <a16:creationId xmlns:a16="http://schemas.microsoft.com/office/drawing/2014/main" id="{B5DA88E5-DFAC-4413-9EA3-5B5EAE05FC5C}"/>
                  </a:ext>
                </a:extLst>
              </p:cNvPr>
              <p:cNvCxnSpPr>
                <a:cxnSpLocks/>
                <a:stCxn id="27" idx="2"/>
              </p:cNvCxnSpPr>
              <p:nvPr/>
            </p:nvCxnSpPr>
            <p:spPr>
              <a:xfrm flipH="1" flipV="1">
                <a:off x="1871441" y="2709739"/>
                <a:ext cx="1220015" cy="239735"/>
              </a:xfrm>
              <a:prstGeom prst="straightConnector1">
                <a:avLst/>
              </a:prstGeom>
              <a:ln>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Círculo: Vazio 25">
                <a:extLst>
                  <a:ext uri="{FF2B5EF4-FFF2-40B4-BE49-F238E27FC236}">
                    <a16:creationId xmlns:a16="http://schemas.microsoft.com/office/drawing/2014/main" id="{FC42B46F-907E-AC08-685F-E331AA7CFEE1}"/>
                  </a:ext>
                </a:extLst>
              </p:cNvPr>
              <p:cNvSpPr/>
              <p:nvPr/>
            </p:nvSpPr>
            <p:spPr>
              <a:xfrm>
                <a:off x="1780001" y="2637018"/>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31" name="Agrupar 30">
              <a:extLst>
                <a:ext uri="{FF2B5EF4-FFF2-40B4-BE49-F238E27FC236}">
                  <a16:creationId xmlns:a16="http://schemas.microsoft.com/office/drawing/2014/main" id="{9AC1ADB9-1565-6BE8-3236-B09C888AB229}"/>
                </a:ext>
              </a:extLst>
            </p:cNvPr>
            <p:cNvGrpSpPr/>
            <p:nvPr/>
          </p:nvGrpSpPr>
          <p:grpSpPr>
            <a:xfrm>
              <a:off x="2016107" y="2465034"/>
              <a:ext cx="964486" cy="327141"/>
              <a:chOff x="3448007" y="4790088"/>
              <a:chExt cx="390293" cy="327141"/>
            </a:xfrm>
          </p:grpSpPr>
          <p:sp>
            <p:nvSpPr>
              <p:cNvPr id="32" name="Retângulo 31">
                <a:extLst>
                  <a:ext uri="{FF2B5EF4-FFF2-40B4-BE49-F238E27FC236}">
                    <a16:creationId xmlns:a16="http://schemas.microsoft.com/office/drawing/2014/main" id="{56258F3E-B884-A72D-9330-3FB344429180}"/>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7661BF03-F0F7-F240-ABF6-5CB8A1C6A158}"/>
                      </a:ext>
                    </a:extLst>
                  </p:cNvPr>
                  <p:cNvSpPr txBox="1"/>
                  <p:nvPr/>
                </p:nvSpPr>
                <p:spPr>
                  <a:xfrm>
                    <a:off x="3448007" y="4790088"/>
                    <a:ext cx="390293" cy="3271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𝒓</m:t>
                              </m:r>
                            </m:e>
                            <m:sub>
                              <m:r>
                                <a:rPr lang="pt-BR" sz="1400" b="1" i="1">
                                  <a:solidFill>
                                    <a:srgbClr val="FF0000"/>
                                  </a:solidFill>
                                  <a:latin typeface="Cambria Math" panose="02040503050406030204" pitchFamily="18" charset="0"/>
                                </a:rPr>
                                <m:t>𝒑</m:t>
                              </m:r>
                            </m:sub>
                          </m:sSub>
                          <m:r>
                            <a:rPr lang="pt-BR" sz="1400" i="1">
                              <a:solidFill>
                                <a:srgbClr val="FF0000"/>
                              </a:solidFill>
                              <a:latin typeface="Cambria Math" panose="02040503050406030204" pitchFamily="18" charset="0"/>
                            </a:rPr>
                            <m:t>−</m:t>
                          </m:r>
                          <m:sSub>
                            <m:sSubPr>
                              <m:ctrlPr>
                                <a:rPr lang="pt-BR" sz="1400" b="1" i="1">
                                  <a:solidFill>
                                    <a:srgbClr val="FF0000"/>
                                  </a:solidFill>
                                  <a:latin typeface="Cambria Math" panose="02040503050406030204" pitchFamily="18" charset="0"/>
                                </a:rPr>
                              </m:ctrlPr>
                            </m:sSubPr>
                            <m:e>
                              <m:acc>
                                <m:accPr>
                                  <m:chr m:val="̃"/>
                                  <m:ctrlPr>
                                    <a:rPr lang="pt-BR" sz="1400" b="1" i="1">
                                      <a:solidFill>
                                        <a:srgbClr val="FF0000"/>
                                      </a:solidFill>
                                      <a:latin typeface="Cambria Math" panose="02040503050406030204" pitchFamily="18" charset="0"/>
                                    </a:rPr>
                                  </m:ctrlPr>
                                </m:accPr>
                                <m:e>
                                  <m:r>
                                    <a:rPr lang="en-US" sz="1400" i="1">
                                      <a:solidFill>
                                        <a:srgbClr val="FF0000"/>
                                      </a:solidFill>
                                      <a:latin typeface="Cambria Math" panose="02040503050406030204" pitchFamily="18" charset="0"/>
                                    </a:rPr>
                                    <m:t>𝑟</m:t>
                                  </m:r>
                                </m:e>
                              </m:acc>
                            </m:e>
                            <m:sub>
                              <m:r>
                                <a:rPr lang="pt-BR" sz="1400" b="1" i="1">
                                  <a:solidFill>
                                    <a:srgbClr val="FF0000"/>
                                  </a:solidFill>
                                  <a:latin typeface="Cambria Math" panose="02040503050406030204" pitchFamily="18" charset="0"/>
                                </a:rPr>
                                <m:t>𝒒</m:t>
                              </m:r>
                            </m:sub>
                          </m:sSub>
                        </m:oMath>
                      </m:oMathPara>
                    </a14:m>
                    <a:endParaRPr lang="pt-BR" sz="1400">
                      <a:solidFill>
                        <a:srgbClr val="FF0000"/>
                      </a:solidFill>
                    </a:endParaRPr>
                  </a:p>
                </p:txBody>
              </p:sp>
            </mc:Choice>
            <mc:Fallback xmlns="">
              <p:sp>
                <p:nvSpPr>
                  <p:cNvPr id="33" name="CaixaDeTexto 32">
                    <a:extLst>
                      <a:ext uri="{FF2B5EF4-FFF2-40B4-BE49-F238E27FC236}">
                        <a16:creationId xmlns:a16="http://schemas.microsoft.com/office/drawing/2014/main" id="{7661BF03-F0F7-F240-ABF6-5CB8A1C6A158}"/>
                      </a:ext>
                    </a:extLst>
                  </p:cNvPr>
                  <p:cNvSpPr txBox="1">
                    <a:spLocks noRot="1" noChangeAspect="1" noMove="1" noResize="1" noEditPoints="1" noAdjustHandles="1" noChangeArrowheads="1" noChangeShapeType="1" noTextEdit="1"/>
                  </p:cNvSpPr>
                  <p:nvPr/>
                </p:nvSpPr>
                <p:spPr>
                  <a:xfrm>
                    <a:off x="3448007" y="4790088"/>
                    <a:ext cx="390293" cy="327141"/>
                  </a:xfrm>
                  <a:prstGeom prst="rect">
                    <a:avLst/>
                  </a:prstGeom>
                  <a:blipFill>
                    <a:blip r:embed="rId5"/>
                    <a:stretch>
                      <a:fillRect r="-1266"/>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E646922A-7770-46CC-0674-6F0475EDB0BC}"/>
                    </a:ext>
                  </a:extLst>
                </p:cNvPr>
                <p:cNvSpPr txBox="1"/>
                <p:nvPr/>
              </p:nvSpPr>
              <p:spPr>
                <a:xfrm>
                  <a:off x="2824013" y="3420390"/>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58" name="CaixaDeTexto 57">
                  <a:extLst>
                    <a:ext uri="{FF2B5EF4-FFF2-40B4-BE49-F238E27FC236}">
                      <a16:creationId xmlns:a16="http://schemas.microsoft.com/office/drawing/2014/main" id="{E646922A-7770-46CC-0674-6F0475EDB0BC}"/>
                    </a:ext>
                  </a:extLst>
                </p:cNvPr>
                <p:cNvSpPr txBox="1">
                  <a:spLocks noRot="1" noChangeAspect="1" noMove="1" noResize="1" noEditPoints="1" noAdjustHandles="1" noChangeArrowheads="1" noChangeShapeType="1" noTextEdit="1"/>
                </p:cNvSpPr>
                <p:nvPr/>
              </p:nvSpPr>
              <p:spPr>
                <a:xfrm>
                  <a:off x="2824013" y="3420390"/>
                  <a:ext cx="313163" cy="261610"/>
                </a:xfrm>
                <a:prstGeom prst="rect">
                  <a:avLst/>
                </a:prstGeom>
                <a:blipFill>
                  <a:blip r:embed="rId6"/>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2" name="CaixaDeTexto 61">
                <a:extLst>
                  <a:ext uri="{FF2B5EF4-FFF2-40B4-BE49-F238E27FC236}">
                    <a16:creationId xmlns:a16="http://schemas.microsoft.com/office/drawing/2014/main" id="{0E6851ED-F623-B242-432C-FEFF6156689D}"/>
                  </a:ext>
                </a:extLst>
              </p:cNvPr>
              <p:cNvSpPr txBox="1"/>
              <p:nvPr/>
            </p:nvSpPr>
            <p:spPr>
              <a:xfrm>
                <a:off x="5183361" y="4019968"/>
                <a:ext cx="4142223" cy="5988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𝒓</m:t>
                                  </m:r>
                                </m:e>
                                <m:sub>
                                  <m:r>
                                    <a:rPr lang="pt-BR" sz="1600" b="1" i="1" smtClean="0">
                                      <a:latin typeface="Cambria Math" panose="02040503050406030204" pitchFamily="18" charset="0"/>
                                    </a:rPr>
                                    <m:t>𝒑</m:t>
                                  </m:r>
                                </m:sub>
                              </m:sSub>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acc>
                                    <m:accPr>
                                      <m:chr m:val="̃"/>
                                      <m:ctrlPr>
                                        <a:rPr lang="pt-BR" sz="1600" b="1" i="1" smtClean="0">
                                          <a:latin typeface="Cambria Math" panose="02040503050406030204" pitchFamily="18" charset="0"/>
                                        </a:rPr>
                                      </m:ctrlPr>
                                    </m:accPr>
                                    <m:e>
                                      <m:r>
                                        <a:rPr lang="pt-BR" sz="1600" b="0" i="1" smtClean="0">
                                          <a:latin typeface="Cambria Math" panose="02040503050406030204" pitchFamily="18" charset="0"/>
                                        </a:rPr>
                                        <m:t>𝑟</m:t>
                                      </m:r>
                                    </m:e>
                                  </m:acc>
                                </m:e>
                                <m:sub>
                                  <m:r>
                                    <a:rPr lang="pt-BR" sz="1600" b="1" i="1" smtClean="0">
                                      <a:latin typeface="Cambria Math" panose="02040503050406030204" pitchFamily="18" charset="0"/>
                                    </a:rPr>
                                    <m:t>𝒒</m:t>
                                  </m:r>
                                </m:sub>
                                <m:sup>
                                  <m:r>
                                    <a:rPr lang="pt-BR" sz="1600" b="0" i="1" smtClean="0">
                                      <a:latin typeface="Cambria Math" panose="02040503050406030204" pitchFamily="18" charset="0"/>
                                    </a:rPr>
                                    <m:t>′</m:t>
                                  </m:r>
                                </m:sup>
                              </m:sSubSup>
                            </m:e>
                          </m:d>
                        </m:e>
                        <m:sup>
                          <m:r>
                            <a:rPr lang="pt-BR" sz="1600" b="0" i="1" smtClean="0">
                              <a:latin typeface="Cambria Math" panose="02040503050406030204" pitchFamily="18" charset="0"/>
                            </a:rPr>
                            <m:t> </m:t>
                          </m:r>
                        </m:sup>
                      </m:sSup>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d>
                            <m:dPr>
                              <m:begChr m:val="["/>
                              <m:endChr m:val="]"/>
                              <m:ctrlPr>
                                <a:rPr lang="pt-BR" sz="1600" b="0" i="1" smtClean="0">
                                  <a:latin typeface="Cambria Math" panose="02040503050406030204" pitchFamily="18" charset="0"/>
                                </a:rPr>
                              </m:ctrlPr>
                            </m:dPr>
                            <m:e>
                              <m:sSup>
                                <m:sSupPr>
                                  <m:ctrlPr>
                                    <a:rPr lang="pt-BR" sz="1600" i="1">
                                      <a:latin typeface="Cambria Math" panose="02040503050406030204" pitchFamily="18" charset="0"/>
                                    </a:rPr>
                                  </m:ctrlPr>
                                </m:sSupPr>
                                <m:e>
                                  <m:d>
                                    <m:dPr>
                                      <m:ctrlPr>
                                        <a:rPr lang="pt-BR" sz="1600" i="1">
                                          <a:latin typeface="Cambria Math" panose="02040503050406030204" pitchFamily="18" charset="0"/>
                                        </a:rPr>
                                      </m:ctrlPr>
                                    </m:dPr>
                                    <m:e>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ã</m:t>
                                          </m:r>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e>
                                  </m:d>
                                </m:e>
                                <m:sup>
                                  <m:r>
                                    <a:rPr lang="pt-BR" sz="1600" i="1">
                                      <a:latin typeface="Cambria Math" panose="02040503050406030204" pitchFamily="18" charset="0"/>
                                    </a:rPr>
                                    <m:t>2</m:t>
                                  </m:r>
                                </m:sup>
                              </m:sSup>
                              <m:r>
                                <a:rPr lang="pt-BR" sz="1600" i="1">
                                  <a:latin typeface="Cambria Math" panose="02040503050406030204" pitchFamily="18" charset="0"/>
                                </a:rPr>
                                <m:t>+</m:t>
                              </m:r>
                              <m:sSup>
                                <m:sSupPr>
                                  <m:ctrlPr>
                                    <a:rPr lang="pt-BR" sz="1600" b="0" i="1" smtClean="0">
                                      <a:latin typeface="Cambria Math" panose="02040503050406030204" pitchFamily="18" charset="0"/>
                                    </a:rPr>
                                  </m:ctrlPr>
                                </m:sSupPr>
                                <m:e>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𝑝</m:t>
                                      </m:r>
                                    </m:sub>
                                  </m:sSub>
                                  <m:r>
                                    <a:rPr lang="en-US" sz="1600" b="0" i="1" smtClean="0">
                                      <a:latin typeface="Cambria Math" panose="02040503050406030204" pitchFamily="18" charset="0"/>
                                    </a:rPr>
                                    <m:t>)</m:t>
                                  </m:r>
                                </m:e>
                                <m:sup>
                                  <m:r>
                                    <a:rPr lang="pt-BR" sz="1600" b="0" i="1" smtClean="0">
                                      <a:latin typeface="Cambria Math" panose="02040503050406030204" pitchFamily="18" charset="0"/>
                                    </a:rPr>
                                    <m:t>2</m:t>
                                  </m:r>
                                </m:sup>
                              </m:sSup>
                              <m:r>
                                <a:rPr lang="pt-BR" sz="1600" b="0" i="1" smtClean="0">
                                  <a:latin typeface="Cambria Math" panose="02040503050406030204" pitchFamily="18" charset="0"/>
                                </a:rPr>
                                <m:t> </m:t>
                              </m:r>
                              <m:r>
                                <a:rPr lang="pt-BR" sz="1600" i="1" smtClean="0">
                                  <a:latin typeface="Cambria Math" panose="02040503050406030204" pitchFamily="18" charset="0"/>
                                </a:rPr>
                                <m:t>−</m:t>
                              </m:r>
                              <m:r>
                                <a:rPr lang="pt-BR" sz="1600" i="1">
                                  <a:latin typeface="Cambria Math" panose="02040503050406030204" pitchFamily="18" charset="0"/>
                                </a:rPr>
                                <m:t>2</m:t>
                              </m:r>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i="1">
                                      <a:latin typeface="Cambria Math" panose="02040503050406030204" pitchFamily="18" charset="0"/>
                                    </a:rPr>
                                    <m:t>𝑝</m:t>
                                  </m:r>
                                </m:sub>
                              </m:sSub>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ã</m:t>
                                  </m:r>
                                </m:e>
                                <m:sub>
                                  <m:r>
                                    <a:rPr lang="pt-BR" sz="1600" i="1">
                                      <a:latin typeface="Cambria Math" panose="02040503050406030204" pitchFamily="18" charset="0"/>
                                    </a:rPr>
                                    <m:t>𝑞</m:t>
                                  </m:r>
                                </m:sub>
                                <m:sup>
                                  <m:r>
                                    <a:rPr lang="pt-BR" sz="1600" b="0" i="1" smtClean="0">
                                      <a:latin typeface="Cambria Math" panose="02040503050406030204" pitchFamily="18" charset="0"/>
                                    </a:rPr>
                                    <m:t>′</m:t>
                                  </m:r>
                                </m:sup>
                              </m:sSubSup>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d>
                                    <m:dPr>
                                      <m:ctrlPr>
                                        <a:rPr lang="pt-BR" sz="1600" i="1">
                                          <a:latin typeface="Cambria Math" panose="02040503050406030204" pitchFamily="18" charset="0"/>
                                        </a:rPr>
                                      </m:ctrlPr>
                                    </m:dPr>
                                    <m:e>
                                      <m:r>
                                        <a:rPr lang="pt-BR" sz="1600" i="1">
                                          <a:latin typeface="Cambria Math" panose="02040503050406030204" pitchFamily="18" charset="0"/>
                                        </a:rPr>
                                        <m:t>𝛾</m:t>
                                      </m:r>
                                    </m:e>
                                  </m:d>
                                </m:e>
                              </m:func>
                            </m:e>
                          </m:d>
                        </m:e>
                        <m:sup>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den>
                          </m:f>
                        </m:sup>
                      </m:sSup>
                    </m:oMath>
                  </m:oMathPara>
                </a14:m>
                <a:endParaRPr lang="pt-BR" sz="1600"/>
              </a:p>
            </p:txBody>
          </p:sp>
        </mc:Choice>
        <mc:Fallback xmlns="">
          <p:sp>
            <p:nvSpPr>
              <p:cNvPr id="62" name="CaixaDeTexto 61">
                <a:extLst>
                  <a:ext uri="{FF2B5EF4-FFF2-40B4-BE49-F238E27FC236}">
                    <a16:creationId xmlns:a16="http://schemas.microsoft.com/office/drawing/2014/main" id="{0E6851ED-F623-B242-432C-FEFF6156689D}"/>
                  </a:ext>
                </a:extLst>
              </p:cNvPr>
              <p:cNvSpPr txBox="1">
                <a:spLocks noRot="1" noChangeAspect="1" noMove="1" noResize="1" noEditPoints="1" noAdjustHandles="1" noChangeArrowheads="1" noChangeShapeType="1" noTextEdit="1"/>
              </p:cNvSpPr>
              <p:nvPr/>
            </p:nvSpPr>
            <p:spPr>
              <a:xfrm>
                <a:off x="5183361" y="4019968"/>
                <a:ext cx="4142223" cy="59888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8828E7B0-85CE-BDDA-07F3-7044E1CFE515}"/>
                  </a:ext>
                </a:extLst>
              </p:cNvPr>
              <p:cNvSpPr txBox="1"/>
              <p:nvPr/>
            </p:nvSpPr>
            <p:spPr>
              <a:xfrm>
                <a:off x="5183361" y="4723284"/>
                <a:ext cx="1313116" cy="371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𝛾</m:t>
                      </m:r>
                      <m:r>
                        <a:rPr lang="en-US" sz="1600" b="0" i="1" smtClean="0">
                          <a:latin typeface="Cambria Math" panose="02040503050406030204" pitchFamily="18" charset="0"/>
                        </a:rPr>
                        <m:t>=</m:t>
                      </m:r>
                      <m:sSubSup>
                        <m:sSubSupPr>
                          <m:ctrlPr>
                            <a:rPr lang="pt-BR" sz="1600" i="1">
                              <a:latin typeface="Cambria Math" panose="02040503050406030204" pitchFamily="18" charset="0"/>
                            </a:rPr>
                          </m:ctrlPr>
                        </m:sSubSupPr>
                        <m:e>
                          <m:acc>
                            <m:accPr>
                              <m:chr m:val="̃"/>
                              <m:ctrlPr>
                                <a:rPr lang="pt-BR" sz="1600" b="0" i="1" smtClean="0">
                                  <a:latin typeface="Cambria Math" panose="02040503050406030204" pitchFamily="18" charset="0"/>
                                </a:rPr>
                              </m:ctrlPr>
                            </m:accPr>
                            <m:e>
                              <m:r>
                                <a:rPr lang="pt-BR" sz="1600" i="1">
                                  <a:latin typeface="Cambria Math" panose="02040503050406030204" pitchFamily="18" charset="0"/>
                                </a:rPr>
                                <m:t>𝜃</m:t>
                              </m:r>
                            </m:e>
                          </m:acc>
                        </m:e>
                        <m:sub>
                          <m:r>
                            <a:rPr lang="pt-BR" sz="1600" i="1">
                              <a:latin typeface="Cambria Math" panose="02040503050406030204" pitchFamily="18" charset="0"/>
                            </a:rPr>
                            <m:t>𝑞</m:t>
                          </m:r>
                        </m:sub>
                        <m:sup>
                          <m:r>
                            <a:rPr lang="pt-BR" sz="1600" i="1">
                              <a:latin typeface="Cambria Math" panose="02040503050406030204" pitchFamily="18" charset="0"/>
                            </a:rPr>
                            <m:t>′</m:t>
                          </m:r>
                        </m:sup>
                      </m:sSubSup>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up>
                          <m:r>
                            <a:rPr lang="pt-BR" sz="1600" b="0" i="1" smtClean="0">
                              <a:latin typeface="Cambria Math" panose="02040503050406030204" pitchFamily="18" charset="0"/>
                            </a:rPr>
                            <m:t> </m:t>
                          </m:r>
                        </m:sup>
                      </m:sSubSup>
                    </m:oMath>
                  </m:oMathPara>
                </a14:m>
                <a:endParaRPr lang="pt-BR" sz="1600"/>
              </a:p>
            </p:txBody>
          </p:sp>
        </mc:Choice>
        <mc:Fallback xmlns="">
          <p:sp>
            <p:nvSpPr>
              <p:cNvPr id="63" name="CaixaDeTexto 62">
                <a:extLst>
                  <a:ext uri="{FF2B5EF4-FFF2-40B4-BE49-F238E27FC236}">
                    <a16:creationId xmlns:a16="http://schemas.microsoft.com/office/drawing/2014/main" id="{8828E7B0-85CE-BDDA-07F3-7044E1CFE515}"/>
                  </a:ext>
                </a:extLst>
              </p:cNvPr>
              <p:cNvSpPr txBox="1">
                <a:spLocks noRot="1" noChangeAspect="1" noMove="1" noResize="1" noEditPoints="1" noAdjustHandles="1" noChangeArrowheads="1" noChangeShapeType="1" noTextEdit="1"/>
              </p:cNvSpPr>
              <p:nvPr/>
            </p:nvSpPr>
            <p:spPr>
              <a:xfrm>
                <a:off x="5183361" y="4723284"/>
                <a:ext cx="1313116" cy="371384"/>
              </a:xfrm>
              <a:prstGeom prst="rect">
                <a:avLst/>
              </a:prstGeom>
              <a:blipFill>
                <a:blip r:embed="rId8"/>
                <a:stretch>
                  <a:fillRect t="-1639" b="-1639"/>
                </a:stretch>
              </a:blipFill>
            </p:spPr>
            <p:txBody>
              <a:bodyPr/>
              <a:lstStyle/>
              <a:p>
                <a:r>
                  <a:rPr lang="pt-BR">
                    <a:noFill/>
                  </a:rPr>
                  <a:t> </a:t>
                </a:r>
              </a:p>
            </p:txBody>
          </p:sp>
        </mc:Fallback>
      </mc:AlternateContent>
      <p:grpSp>
        <p:nvGrpSpPr>
          <p:cNvPr id="65" name="Agrupar 64">
            <a:extLst>
              <a:ext uri="{FF2B5EF4-FFF2-40B4-BE49-F238E27FC236}">
                <a16:creationId xmlns:a16="http://schemas.microsoft.com/office/drawing/2014/main" id="{279673C1-722B-EC4B-80C2-0A09F8222520}"/>
              </a:ext>
            </a:extLst>
          </p:cNvPr>
          <p:cNvGrpSpPr/>
          <p:nvPr/>
        </p:nvGrpSpPr>
        <p:grpSpPr>
          <a:xfrm>
            <a:off x="5160516" y="1964238"/>
            <a:ext cx="2892862" cy="1698074"/>
            <a:chOff x="5160516" y="1964238"/>
            <a:chExt cx="2892862" cy="1698074"/>
          </a:xfrm>
        </p:grpSpPr>
        <p:grpSp>
          <p:nvGrpSpPr>
            <p:cNvPr id="60" name="Agrupar 59">
              <a:extLst>
                <a:ext uri="{FF2B5EF4-FFF2-40B4-BE49-F238E27FC236}">
                  <a16:creationId xmlns:a16="http://schemas.microsoft.com/office/drawing/2014/main" id="{6361A8AF-17BA-16DD-4DFF-B783799C8764}"/>
                </a:ext>
              </a:extLst>
            </p:cNvPr>
            <p:cNvGrpSpPr/>
            <p:nvPr/>
          </p:nvGrpSpPr>
          <p:grpSpPr>
            <a:xfrm>
              <a:off x="5160516" y="1979119"/>
              <a:ext cx="2892862" cy="1683193"/>
              <a:chOff x="6319127" y="2157335"/>
              <a:chExt cx="2892862" cy="1683193"/>
            </a:xfrm>
          </p:grpSpPr>
          <p:grpSp>
            <p:nvGrpSpPr>
              <p:cNvPr id="47" name="Agrupar 46">
                <a:extLst>
                  <a:ext uri="{FF2B5EF4-FFF2-40B4-BE49-F238E27FC236}">
                    <a16:creationId xmlns:a16="http://schemas.microsoft.com/office/drawing/2014/main" id="{E9DD7969-318F-02E6-71A3-FC244D64BA48}"/>
                  </a:ext>
                </a:extLst>
              </p:cNvPr>
              <p:cNvGrpSpPr/>
              <p:nvPr/>
            </p:nvGrpSpPr>
            <p:grpSpPr>
              <a:xfrm>
                <a:off x="6476509" y="2308199"/>
                <a:ext cx="2085764" cy="1329512"/>
                <a:chOff x="2833991" y="2122920"/>
                <a:chExt cx="1034375" cy="687823"/>
              </a:xfrm>
            </p:grpSpPr>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11E63E6F-25E8-2C25-AB64-51CE72E276D5}"/>
                        </a:ext>
                      </a:extLst>
                    </p:cNvPr>
                    <p:cNvSpPr txBox="1"/>
                    <p:nvPr/>
                  </p:nvSpPr>
                  <p:spPr>
                    <a:xfrm>
                      <a:off x="3145433" y="2448411"/>
                      <a:ext cx="212441" cy="186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acc>
                                  <m:accPr>
                                    <m:chr m:val="̃"/>
                                    <m:ctrlPr>
                                      <a:rPr lang="pt-BR" sz="1600" b="1" i="1" smtClean="0">
                                        <a:latin typeface="Cambria Math" panose="02040503050406030204" pitchFamily="18" charset="0"/>
                                      </a:rPr>
                                    </m:ctrlPr>
                                  </m:accPr>
                                  <m:e>
                                    <m:r>
                                      <a:rPr lang="en-US" sz="1600" b="1" i="1" smtClean="0">
                                        <a:latin typeface="Cambria Math" panose="02040503050406030204" pitchFamily="18" charset="0"/>
                                      </a:rPr>
                                      <m:t>𝒓</m:t>
                                    </m:r>
                                  </m:e>
                                </m:acc>
                              </m:e>
                              <m:sub>
                                <m:r>
                                  <a:rPr lang="pt-BR" sz="1600" b="1" i="1" smtClean="0">
                                    <a:latin typeface="Cambria Math" panose="02040503050406030204" pitchFamily="18" charset="0"/>
                                  </a:rPr>
                                  <m:t>𝒒</m:t>
                                </m:r>
                              </m:sub>
                            </m:sSub>
                          </m:oMath>
                        </m:oMathPara>
                      </a14:m>
                      <a:endParaRPr lang="pt-BR" sz="1600" b="1"/>
                    </a:p>
                  </p:txBody>
                </p:sp>
              </mc:Choice>
              <mc:Fallback xmlns="">
                <p:sp>
                  <p:nvSpPr>
                    <p:cNvPr id="54" name="CaixaDeTexto 53">
                      <a:extLst>
                        <a:ext uri="{FF2B5EF4-FFF2-40B4-BE49-F238E27FC236}">
                          <a16:creationId xmlns:a16="http://schemas.microsoft.com/office/drawing/2014/main" id="{11E63E6F-25E8-2C25-AB64-51CE72E276D5}"/>
                        </a:ext>
                      </a:extLst>
                    </p:cNvPr>
                    <p:cNvSpPr txBox="1">
                      <a:spLocks noRot="1" noChangeAspect="1" noMove="1" noResize="1" noEditPoints="1" noAdjustHandles="1" noChangeArrowheads="1" noChangeShapeType="1" noTextEdit="1"/>
                    </p:cNvSpPr>
                    <p:nvPr/>
                  </p:nvSpPr>
                  <p:spPr>
                    <a:xfrm>
                      <a:off x="3145433" y="2448411"/>
                      <a:ext cx="212441" cy="186596"/>
                    </a:xfrm>
                    <a:prstGeom prst="rect">
                      <a:avLst/>
                    </a:prstGeom>
                    <a:blipFill>
                      <a:blip r:embed="rId9"/>
                      <a:stretch>
                        <a:fillRect b="-1695"/>
                      </a:stretch>
                    </a:blipFill>
                  </p:spPr>
                  <p:txBody>
                    <a:bodyPr/>
                    <a:lstStyle/>
                    <a:p>
                      <a:r>
                        <a:rPr lang="pt-BR">
                          <a:noFill/>
                        </a:rPr>
                        <a:t> </a:t>
                      </a:r>
                    </a:p>
                  </p:txBody>
                </p:sp>
              </mc:Fallback>
            </mc:AlternateContent>
            <p:cxnSp>
              <p:nvCxnSpPr>
                <p:cNvPr id="55" name="Conector de Seta Reta 54">
                  <a:extLst>
                    <a:ext uri="{FF2B5EF4-FFF2-40B4-BE49-F238E27FC236}">
                      <a16:creationId xmlns:a16="http://schemas.microsoft.com/office/drawing/2014/main" id="{04185AC0-818D-AE1B-A94A-422B918EC5CB}"/>
                    </a:ext>
                  </a:extLst>
                </p:cNvPr>
                <p:cNvCxnSpPr>
                  <a:cxnSpLocks/>
                  <a:endCxn id="44" idx="5"/>
                </p:cNvCxnSpPr>
                <p:nvPr/>
              </p:nvCxnSpPr>
              <p:spPr>
                <a:xfrm flipH="1" flipV="1">
                  <a:off x="2833991" y="2122920"/>
                  <a:ext cx="1034375" cy="6878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8" name="Agrupar 47">
                <a:extLst>
                  <a:ext uri="{FF2B5EF4-FFF2-40B4-BE49-F238E27FC236}">
                    <a16:creationId xmlns:a16="http://schemas.microsoft.com/office/drawing/2014/main" id="{49B0B582-45E7-721D-B26F-EED883463355}"/>
                  </a:ext>
                </a:extLst>
              </p:cNvPr>
              <p:cNvGrpSpPr/>
              <p:nvPr/>
            </p:nvGrpSpPr>
            <p:grpSpPr>
              <a:xfrm>
                <a:off x="8562276" y="2761289"/>
                <a:ext cx="649713" cy="880079"/>
                <a:chOff x="3868364" y="2554591"/>
                <a:chExt cx="322206" cy="455309"/>
              </a:xfrm>
            </p:grpSpPr>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24743657-F445-4DCD-0535-BE990F22B791}"/>
                        </a:ext>
                      </a:extLst>
                    </p:cNvPr>
                    <p:cNvSpPr txBox="1"/>
                    <p:nvPr/>
                  </p:nvSpPr>
                  <p:spPr>
                    <a:xfrm>
                      <a:off x="3995155" y="2692406"/>
                      <a:ext cx="195415" cy="1865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en-US" sz="1600" b="1" i="1" smtClean="0">
                                    <a:latin typeface="Cambria Math" panose="02040503050406030204" pitchFamily="18" charset="0"/>
                                  </a:rPr>
                                  <m:t>𝒓</m:t>
                                </m:r>
                              </m:e>
                              <m:sub>
                                <m:r>
                                  <a:rPr lang="pt-BR" sz="1600" b="1" i="1" smtClean="0">
                                    <a:latin typeface="Cambria Math" panose="02040503050406030204" pitchFamily="18" charset="0"/>
                                  </a:rPr>
                                  <m:t>𝒑</m:t>
                                </m:r>
                              </m:sub>
                            </m:sSub>
                          </m:oMath>
                        </m:oMathPara>
                      </a14:m>
                      <a:endParaRPr lang="pt-BR" sz="1600" b="1"/>
                    </a:p>
                  </p:txBody>
                </p:sp>
              </mc:Choice>
              <mc:Fallback xmlns="">
                <p:sp>
                  <p:nvSpPr>
                    <p:cNvPr id="52" name="CaixaDeTexto 51">
                      <a:extLst>
                        <a:ext uri="{FF2B5EF4-FFF2-40B4-BE49-F238E27FC236}">
                          <a16:creationId xmlns:a16="http://schemas.microsoft.com/office/drawing/2014/main" id="{24743657-F445-4DCD-0535-BE990F22B791}"/>
                        </a:ext>
                      </a:extLst>
                    </p:cNvPr>
                    <p:cNvSpPr txBox="1">
                      <a:spLocks noRot="1" noChangeAspect="1" noMove="1" noResize="1" noEditPoints="1" noAdjustHandles="1" noChangeArrowheads="1" noChangeShapeType="1" noTextEdit="1"/>
                    </p:cNvSpPr>
                    <p:nvPr/>
                  </p:nvSpPr>
                  <p:spPr>
                    <a:xfrm>
                      <a:off x="3995155" y="2692406"/>
                      <a:ext cx="195415" cy="186563"/>
                    </a:xfrm>
                    <a:prstGeom prst="rect">
                      <a:avLst/>
                    </a:prstGeom>
                    <a:blipFill>
                      <a:blip r:embed="rId10"/>
                      <a:stretch>
                        <a:fillRect b="-1667"/>
                      </a:stretch>
                    </a:blipFill>
                  </p:spPr>
                  <p:txBody>
                    <a:bodyPr/>
                    <a:lstStyle/>
                    <a:p>
                      <a:r>
                        <a:rPr lang="pt-BR">
                          <a:noFill/>
                        </a:rPr>
                        <a:t> </a:t>
                      </a:r>
                    </a:p>
                  </p:txBody>
                </p:sp>
              </mc:Fallback>
            </mc:AlternateContent>
            <p:cxnSp>
              <p:nvCxnSpPr>
                <p:cNvPr id="53" name="Conector de Seta Reta 52">
                  <a:extLst>
                    <a:ext uri="{FF2B5EF4-FFF2-40B4-BE49-F238E27FC236}">
                      <a16:creationId xmlns:a16="http://schemas.microsoft.com/office/drawing/2014/main" id="{1BED5C77-E7A0-06C2-836A-9D7B819B805D}"/>
                    </a:ext>
                  </a:extLst>
                </p:cNvPr>
                <p:cNvCxnSpPr>
                  <a:cxnSpLocks/>
                  <a:endCxn id="42" idx="2"/>
                </p:cNvCxnSpPr>
                <p:nvPr/>
              </p:nvCxnSpPr>
              <p:spPr>
                <a:xfrm flipV="1">
                  <a:off x="3868364" y="2554591"/>
                  <a:ext cx="199031" cy="4553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1" name="Elipse 40">
                <a:extLst>
                  <a:ext uri="{FF2B5EF4-FFF2-40B4-BE49-F238E27FC236}">
                    <a16:creationId xmlns:a16="http://schemas.microsoft.com/office/drawing/2014/main" id="{3089A031-77F3-AEA9-5327-049256F4D71B}"/>
                  </a:ext>
                </a:extLst>
              </p:cNvPr>
              <p:cNvSpPr/>
              <p:nvPr/>
            </p:nvSpPr>
            <p:spPr>
              <a:xfrm>
                <a:off x="8534616" y="3618512"/>
                <a:ext cx="55315" cy="53024"/>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p>
            </p:txBody>
          </p:sp>
          <p:sp>
            <p:nvSpPr>
              <p:cNvPr id="42" name="Círculo: Vazio 41">
                <a:extLst>
                  <a:ext uri="{FF2B5EF4-FFF2-40B4-BE49-F238E27FC236}">
                    <a16:creationId xmlns:a16="http://schemas.microsoft.com/office/drawing/2014/main" id="{786792AE-80E4-EFE0-7186-FF75A2A9D8E5}"/>
                  </a:ext>
                </a:extLst>
              </p:cNvPr>
              <p:cNvSpPr/>
              <p:nvPr/>
            </p:nvSpPr>
            <p:spPr>
              <a:xfrm>
                <a:off x="8963610" y="2672916"/>
                <a:ext cx="184384" cy="176747"/>
              </a:xfrm>
              <a:prstGeom prst="donut">
                <a:avLst>
                  <a:gd name="adj" fmla="val 46798"/>
                </a:avLst>
              </a:prstGeom>
              <a:solidFill>
                <a:schemeClr val="bg1"/>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solidFill>
                    <a:schemeClr val="tx1"/>
                  </a:solidFill>
                </a:endParaRPr>
              </a:p>
            </p:txBody>
          </p:sp>
          <p:cxnSp>
            <p:nvCxnSpPr>
              <p:cNvPr id="43" name="Conector de Seta Reta 42">
                <a:extLst>
                  <a:ext uri="{FF2B5EF4-FFF2-40B4-BE49-F238E27FC236}">
                    <a16:creationId xmlns:a16="http://schemas.microsoft.com/office/drawing/2014/main" id="{70FF4037-3FC2-5010-F8AD-77CBA46D0041}"/>
                  </a:ext>
                </a:extLst>
              </p:cNvPr>
              <p:cNvCxnSpPr>
                <a:cxnSpLocks/>
                <a:stCxn id="42" idx="2"/>
                <a:endCxn id="44" idx="5"/>
              </p:cNvCxnSpPr>
              <p:nvPr/>
            </p:nvCxnSpPr>
            <p:spPr>
              <a:xfrm flipH="1" flipV="1">
                <a:off x="6476509" y="2308198"/>
                <a:ext cx="2487101" cy="453092"/>
              </a:xfrm>
              <a:prstGeom prst="straightConnector1">
                <a:avLst/>
              </a:prstGeom>
              <a:ln>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44" name="Círculo: Vazio 43">
                <a:extLst>
                  <a:ext uri="{FF2B5EF4-FFF2-40B4-BE49-F238E27FC236}">
                    <a16:creationId xmlns:a16="http://schemas.microsoft.com/office/drawing/2014/main" id="{CBD68CFC-3217-5EB5-5619-8741E84A2E45}"/>
                  </a:ext>
                </a:extLst>
              </p:cNvPr>
              <p:cNvSpPr/>
              <p:nvPr/>
            </p:nvSpPr>
            <p:spPr>
              <a:xfrm>
                <a:off x="6319127" y="2157335"/>
                <a:ext cx="184384" cy="176747"/>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solidFill>
                    <a:schemeClr val="tx1"/>
                  </a:solidFill>
                </a:endParaRPr>
              </a:p>
            </p:txBody>
          </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5809B2E8-C766-79EB-77D5-47035756D59F}"/>
                      </a:ext>
                    </a:extLst>
                  </p:cNvPr>
                  <p:cNvSpPr txBox="1"/>
                  <p:nvPr/>
                </p:nvSpPr>
                <p:spPr>
                  <a:xfrm>
                    <a:off x="8516656" y="3563529"/>
                    <a:ext cx="324704"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m:t>
                          </m:r>
                        </m:oMath>
                      </m:oMathPara>
                    </a14:m>
                    <a:endParaRPr lang="pt-BR" sz="1200"/>
                  </a:p>
                </p:txBody>
              </p:sp>
            </mc:Choice>
            <mc:Fallback xmlns="">
              <p:sp>
                <p:nvSpPr>
                  <p:cNvPr id="59" name="CaixaDeTexto 58">
                    <a:extLst>
                      <a:ext uri="{FF2B5EF4-FFF2-40B4-BE49-F238E27FC236}">
                        <a16:creationId xmlns:a16="http://schemas.microsoft.com/office/drawing/2014/main" id="{5809B2E8-C766-79EB-77D5-47035756D59F}"/>
                      </a:ext>
                    </a:extLst>
                  </p:cNvPr>
                  <p:cNvSpPr txBox="1">
                    <a:spLocks noRot="1" noChangeAspect="1" noMove="1" noResize="1" noEditPoints="1" noAdjustHandles="1" noChangeArrowheads="1" noChangeShapeType="1" noTextEdit="1"/>
                  </p:cNvSpPr>
                  <p:nvPr/>
                </p:nvSpPr>
                <p:spPr>
                  <a:xfrm>
                    <a:off x="8516656" y="3563529"/>
                    <a:ext cx="324704" cy="276999"/>
                  </a:xfrm>
                  <a:prstGeom prst="rect">
                    <a:avLst/>
                  </a:prstGeom>
                  <a:blipFill>
                    <a:blip r:embed="rId11"/>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E4D485C9-79DB-2033-4914-6A0CCE7914E0}"/>
                    </a:ext>
                  </a:extLst>
                </p:cNvPr>
                <p:cNvSpPr txBox="1"/>
                <p:nvPr/>
              </p:nvSpPr>
              <p:spPr>
                <a:xfrm>
                  <a:off x="6248597" y="1964238"/>
                  <a:ext cx="964486" cy="3606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a:solidFill>
                                  <a:srgbClr val="FF0000"/>
                                </a:solidFill>
                                <a:latin typeface="Cambria Math" panose="02040503050406030204" pitchFamily="18" charset="0"/>
                              </a:rPr>
                            </m:ctrlPr>
                          </m:sSubPr>
                          <m:e>
                            <m:r>
                              <a:rPr lang="en-US" sz="1600" b="1" i="1">
                                <a:solidFill>
                                  <a:srgbClr val="FF0000"/>
                                </a:solidFill>
                                <a:latin typeface="Cambria Math" panose="02040503050406030204" pitchFamily="18" charset="0"/>
                              </a:rPr>
                              <m:t>𝒓</m:t>
                            </m:r>
                          </m:e>
                          <m:sub>
                            <m:r>
                              <a:rPr lang="pt-BR" sz="1600" b="1" i="1">
                                <a:solidFill>
                                  <a:srgbClr val="FF0000"/>
                                </a:solidFill>
                                <a:latin typeface="Cambria Math" panose="02040503050406030204" pitchFamily="18" charset="0"/>
                              </a:rPr>
                              <m:t>𝒑</m:t>
                            </m:r>
                          </m:sub>
                        </m:sSub>
                        <m:r>
                          <a:rPr lang="pt-BR" sz="1600" i="1">
                            <a:solidFill>
                              <a:srgbClr val="FF0000"/>
                            </a:solidFill>
                            <a:latin typeface="Cambria Math" panose="02040503050406030204" pitchFamily="18" charset="0"/>
                          </a:rPr>
                          <m:t>−</m:t>
                        </m:r>
                        <m:sSub>
                          <m:sSubPr>
                            <m:ctrlPr>
                              <a:rPr lang="pt-BR" sz="1600" b="1" i="1">
                                <a:solidFill>
                                  <a:srgbClr val="FF0000"/>
                                </a:solidFill>
                                <a:latin typeface="Cambria Math" panose="02040503050406030204" pitchFamily="18" charset="0"/>
                              </a:rPr>
                            </m:ctrlPr>
                          </m:sSubPr>
                          <m:e>
                            <m:acc>
                              <m:accPr>
                                <m:chr m:val="̃"/>
                                <m:ctrlPr>
                                  <a:rPr lang="pt-BR" sz="1600" b="1"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𝑟</m:t>
                                </m:r>
                              </m:e>
                            </m:acc>
                          </m:e>
                          <m:sub>
                            <m:r>
                              <a:rPr lang="pt-BR" sz="1600" b="1" i="1">
                                <a:solidFill>
                                  <a:srgbClr val="FF0000"/>
                                </a:solidFill>
                                <a:latin typeface="Cambria Math" panose="02040503050406030204" pitchFamily="18" charset="0"/>
                              </a:rPr>
                              <m:t>𝒒</m:t>
                            </m:r>
                          </m:sub>
                        </m:sSub>
                      </m:oMath>
                    </m:oMathPara>
                  </a14:m>
                  <a:endParaRPr lang="pt-BR" sz="1600">
                    <a:solidFill>
                      <a:srgbClr val="FF0000"/>
                    </a:solidFill>
                  </a:endParaRPr>
                </a:p>
              </p:txBody>
            </p:sp>
          </mc:Choice>
          <mc:Fallback xmlns="">
            <p:sp>
              <p:nvSpPr>
                <p:cNvPr id="64" name="CaixaDeTexto 63">
                  <a:extLst>
                    <a:ext uri="{FF2B5EF4-FFF2-40B4-BE49-F238E27FC236}">
                      <a16:creationId xmlns:a16="http://schemas.microsoft.com/office/drawing/2014/main" id="{E4D485C9-79DB-2033-4914-6A0CCE7914E0}"/>
                    </a:ext>
                  </a:extLst>
                </p:cNvPr>
                <p:cNvSpPr txBox="1">
                  <a:spLocks noRot="1" noChangeAspect="1" noMove="1" noResize="1" noEditPoints="1" noAdjustHandles="1" noChangeArrowheads="1" noChangeShapeType="1" noTextEdit="1"/>
                </p:cNvSpPr>
                <p:nvPr/>
              </p:nvSpPr>
              <p:spPr>
                <a:xfrm>
                  <a:off x="6248597" y="1964238"/>
                  <a:ext cx="964486" cy="360676"/>
                </a:xfrm>
                <a:prstGeom prst="rect">
                  <a:avLst/>
                </a:prstGeom>
                <a:blipFill>
                  <a:blip r:embed="rId12"/>
                  <a:stretch>
                    <a:fillRect r="-5063" b="-3390"/>
                  </a:stretch>
                </a:blipFill>
              </p:spPr>
              <p:txBody>
                <a:bodyPr/>
                <a:lstStyle/>
                <a:p>
                  <a:r>
                    <a:rPr lang="pt-BR">
                      <a:noFill/>
                    </a:rPr>
                    <a:t> </a:t>
                  </a:r>
                </a:p>
              </p:txBody>
            </p:sp>
          </mc:Fallback>
        </mc:AlternateContent>
      </p:grpSp>
      <p:grpSp>
        <p:nvGrpSpPr>
          <p:cNvPr id="71" name="Agrupar 70">
            <a:extLst>
              <a:ext uri="{FF2B5EF4-FFF2-40B4-BE49-F238E27FC236}">
                <a16:creationId xmlns:a16="http://schemas.microsoft.com/office/drawing/2014/main" id="{09C146E2-CE1B-CF19-12CA-E31EE945F65C}"/>
              </a:ext>
            </a:extLst>
          </p:cNvPr>
          <p:cNvGrpSpPr/>
          <p:nvPr/>
        </p:nvGrpSpPr>
        <p:grpSpPr>
          <a:xfrm>
            <a:off x="7198447" y="3090839"/>
            <a:ext cx="291042" cy="284697"/>
            <a:chOff x="4901650" y="1366572"/>
            <a:chExt cx="291042" cy="284697"/>
          </a:xfrm>
        </p:grpSpPr>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F7706EAD-AF07-BE06-BA21-9AF549A41B20}"/>
                    </a:ext>
                  </a:extLst>
                </p:cNvPr>
                <p:cNvSpPr txBox="1"/>
                <p:nvPr/>
              </p:nvSpPr>
              <p:spPr>
                <a:xfrm>
                  <a:off x="4901650" y="1366572"/>
                  <a:ext cx="291042"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i="1" smtClean="0">
                            <a:solidFill>
                              <a:schemeClr val="tx1"/>
                            </a:solidFill>
                            <a:latin typeface="Cambria Math" panose="02040503050406030204" pitchFamily="18" charset="0"/>
                          </a:rPr>
                          <m:t>𝛾</m:t>
                        </m:r>
                      </m:oMath>
                    </m:oMathPara>
                  </a14:m>
                  <a:endParaRPr lang="pt-BR" sz="1100">
                    <a:solidFill>
                      <a:schemeClr val="tx2">
                        <a:lumMod val="75000"/>
                        <a:lumOff val="25000"/>
                      </a:schemeClr>
                    </a:solidFill>
                  </a:endParaRPr>
                </a:p>
              </p:txBody>
            </p:sp>
          </mc:Choice>
          <mc:Fallback xmlns="">
            <p:sp>
              <p:nvSpPr>
                <p:cNvPr id="72" name="CaixaDeTexto 71">
                  <a:extLst>
                    <a:ext uri="{FF2B5EF4-FFF2-40B4-BE49-F238E27FC236}">
                      <a16:creationId xmlns:a16="http://schemas.microsoft.com/office/drawing/2014/main" id="{F7706EAD-AF07-BE06-BA21-9AF549A41B20}"/>
                    </a:ext>
                  </a:extLst>
                </p:cNvPr>
                <p:cNvSpPr txBox="1">
                  <a:spLocks noRot="1" noChangeAspect="1" noMove="1" noResize="1" noEditPoints="1" noAdjustHandles="1" noChangeArrowheads="1" noChangeShapeType="1" noTextEdit="1"/>
                </p:cNvSpPr>
                <p:nvPr/>
              </p:nvSpPr>
              <p:spPr>
                <a:xfrm>
                  <a:off x="4901650" y="1366572"/>
                  <a:ext cx="291042" cy="261610"/>
                </a:xfrm>
                <a:prstGeom prst="rect">
                  <a:avLst/>
                </a:prstGeom>
                <a:blipFill>
                  <a:blip r:embed="rId13"/>
                  <a:stretch>
                    <a:fillRect/>
                  </a:stretch>
                </a:blipFill>
              </p:spPr>
              <p:txBody>
                <a:bodyPr/>
                <a:lstStyle/>
                <a:p>
                  <a:r>
                    <a:rPr lang="pt-BR">
                      <a:noFill/>
                    </a:rPr>
                    <a:t> </a:t>
                  </a:r>
                </a:p>
              </p:txBody>
            </p:sp>
          </mc:Fallback>
        </mc:AlternateContent>
        <p:sp>
          <p:nvSpPr>
            <p:cNvPr id="73" name="Forma Livre: Forma 72">
              <a:extLst>
                <a:ext uri="{FF2B5EF4-FFF2-40B4-BE49-F238E27FC236}">
                  <a16:creationId xmlns:a16="http://schemas.microsoft.com/office/drawing/2014/main" id="{2197B16D-CDEC-1387-3778-AE1D4F7A678E}"/>
                </a:ext>
              </a:extLst>
            </p:cNvPr>
            <p:cNvSpPr/>
            <p:nvPr/>
          </p:nvSpPr>
          <p:spPr>
            <a:xfrm rot="3174591">
              <a:off x="5056349" y="1560780"/>
              <a:ext cx="45719" cy="135259"/>
            </a:xfrm>
            <a:custGeom>
              <a:avLst/>
              <a:gdLst>
                <a:gd name="connsiteX0" fmla="*/ 62649 w 62649"/>
                <a:gd name="connsiteY0" fmla="*/ 0 h 165100"/>
                <a:gd name="connsiteX1" fmla="*/ 5499 w 62649"/>
                <a:gd name="connsiteY1" fmla="*/ 82550 h 165100"/>
                <a:gd name="connsiteX2" fmla="*/ 5499 w 62649"/>
                <a:gd name="connsiteY2" fmla="*/ 165100 h 165100"/>
              </a:gdLst>
              <a:ahLst/>
              <a:cxnLst>
                <a:cxn ang="0">
                  <a:pos x="connsiteX0" y="connsiteY0"/>
                </a:cxn>
                <a:cxn ang="0">
                  <a:pos x="connsiteX1" y="connsiteY1"/>
                </a:cxn>
                <a:cxn ang="0">
                  <a:pos x="connsiteX2" y="connsiteY2"/>
                </a:cxn>
              </a:cxnLst>
              <a:rect l="l" t="t" r="r" b="b"/>
              <a:pathLst>
                <a:path w="62649" h="165100">
                  <a:moveTo>
                    <a:pt x="62649" y="0"/>
                  </a:moveTo>
                  <a:cubicBezTo>
                    <a:pt x="38836" y="27516"/>
                    <a:pt x="15024" y="55033"/>
                    <a:pt x="5499" y="82550"/>
                  </a:cubicBezTo>
                  <a:cubicBezTo>
                    <a:pt x="-4026" y="110067"/>
                    <a:pt x="736" y="137583"/>
                    <a:pt x="5499" y="16510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E02A9AD-579A-E323-E9BC-8004C367E95D}"/>
                  </a:ext>
                </a:extLst>
              </p:cNvPr>
              <p:cNvSpPr txBox="1"/>
              <p:nvPr/>
            </p:nvSpPr>
            <p:spPr>
              <a:xfrm>
                <a:off x="4848968" y="1671782"/>
                <a:ext cx="428376" cy="3575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𝑐</m:t>
                              </m:r>
                            </m:e>
                          </m:acc>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oMath>
                  </m:oMathPara>
                </a14:m>
                <a:endParaRPr lang="pt-BR" sz="1600"/>
              </a:p>
            </p:txBody>
          </p:sp>
        </mc:Choice>
        <mc:Fallback xmlns="">
          <p:sp>
            <p:nvSpPr>
              <p:cNvPr id="10" name="CaixaDeTexto 9">
                <a:extLst>
                  <a:ext uri="{FF2B5EF4-FFF2-40B4-BE49-F238E27FC236}">
                    <a16:creationId xmlns:a16="http://schemas.microsoft.com/office/drawing/2014/main" id="{2E02A9AD-579A-E323-E9BC-8004C367E95D}"/>
                  </a:ext>
                </a:extLst>
              </p:cNvPr>
              <p:cNvSpPr txBox="1">
                <a:spLocks noRot="1" noChangeAspect="1" noMove="1" noResize="1" noEditPoints="1" noAdjustHandles="1" noChangeArrowheads="1" noChangeShapeType="1" noTextEdit="1"/>
              </p:cNvSpPr>
              <p:nvPr/>
            </p:nvSpPr>
            <p:spPr>
              <a:xfrm>
                <a:off x="4848968" y="1671782"/>
                <a:ext cx="428376" cy="357534"/>
              </a:xfrm>
              <a:prstGeom prst="rect">
                <a:avLst/>
              </a:prstGeom>
              <a:blipFill>
                <a:blip r:embed="rId14"/>
                <a:stretch>
                  <a:fillRect r="-16901"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6553E2D4-010D-248E-95BD-E3FE9B0794B7}"/>
                  </a:ext>
                </a:extLst>
              </p:cNvPr>
              <p:cNvSpPr txBox="1"/>
              <p:nvPr/>
            </p:nvSpPr>
            <p:spPr>
              <a:xfrm>
                <a:off x="7838798" y="2156369"/>
                <a:ext cx="428376" cy="3575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smtClean="0">
                              <a:latin typeface="Cambria Math" panose="02040503050406030204" pitchFamily="18" charset="0"/>
                            </a:rPr>
                            <m:t>𝑐</m:t>
                          </m:r>
                        </m:e>
                        <m:sub>
                          <m:r>
                            <a:rPr lang="pt-BR" sz="1600" b="0" i="1" smtClean="0">
                              <a:latin typeface="Cambria Math" panose="02040503050406030204" pitchFamily="18" charset="0"/>
                            </a:rPr>
                            <m:t>𝑝</m:t>
                          </m:r>
                        </m:sub>
                      </m:sSub>
                    </m:oMath>
                  </m:oMathPara>
                </a14:m>
                <a:endParaRPr lang="pt-BR" sz="1600"/>
              </a:p>
            </p:txBody>
          </p:sp>
        </mc:Choice>
        <mc:Fallback xmlns="">
          <p:sp>
            <p:nvSpPr>
              <p:cNvPr id="11" name="CaixaDeTexto 10">
                <a:extLst>
                  <a:ext uri="{FF2B5EF4-FFF2-40B4-BE49-F238E27FC236}">
                    <a16:creationId xmlns:a16="http://schemas.microsoft.com/office/drawing/2014/main" id="{6553E2D4-010D-248E-95BD-E3FE9B0794B7}"/>
                  </a:ext>
                </a:extLst>
              </p:cNvPr>
              <p:cNvSpPr txBox="1">
                <a:spLocks noRot="1" noChangeAspect="1" noMove="1" noResize="1" noEditPoints="1" noAdjustHandles="1" noChangeArrowheads="1" noChangeShapeType="1" noTextEdit="1"/>
              </p:cNvSpPr>
              <p:nvPr/>
            </p:nvSpPr>
            <p:spPr>
              <a:xfrm>
                <a:off x="7838798" y="2156369"/>
                <a:ext cx="428376" cy="357534"/>
              </a:xfrm>
              <a:prstGeom prst="rect">
                <a:avLst/>
              </a:prstGeom>
              <a:blipFill>
                <a:blip r:embed="rId15"/>
                <a:stretch>
                  <a:fillRect b="-3448"/>
                </a:stretch>
              </a:blipFill>
            </p:spPr>
            <p:txBody>
              <a:bodyPr/>
              <a:lstStyle/>
              <a:p>
                <a:r>
                  <a:rPr lang="pt-BR">
                    <a:noFill/>
                  </a:rPr>
                  <a:t> </a:t>
                </a:r>
              </a:p>
            </p:txBody>
          </p:sp>
        </mc:Fallback>
      </mc:AlternateContent>
    </p:spTree>
    <p:extLst>
      <p:ext uri="{BB962C8B-B14F-4D97-AF65-F5344CB8AC3E}">
        <p14:creationId xmlns:p14="http://schemas.microsoft.com/office/powerpoint/2010/main" val="1157765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 name="Agrupar 2">
            <a:extLst>
              <a:ext uri="{FF2B5EF4-FFF2-40B4-BE49-F238E27FC236}">
                <a16:creationId xmlns:a16="http://schemas.microsoft.com/office/drawing/2014/main" id="{C451A469-BE3A-2778-EE4C-45422766D9A2}"/>
              </a:ext>
            </a:extLst>
          </p:cNvPr>
          <p:cNvGrpSpPr/>
          <p:nvPr/>
        </p:nvGrpSpPr>
        <p:grpSpPr>
          <a:xfrm>
            <a:off x="339105" y="1412738"/>
            <a:ext cx="5537800" cy="3973686"/>
            <a:chOff x="1163452" y="1412738"/>
            <a:chExt cx="5537800" cy="3973686"/>
          </a:xfrm>
        </p:grpSpPr>
        <p:grpSp>
          <p:nvGrpSpPr>
            <p:cNvPr id="2" name="Agrupar 1">
              <a:extLst>
                <a:ext uri="{FF2B5EF4-FFF2-40B4-BE49-F238E27FC236}">
                  <a16:creationId xmlns:a16="http://schemas.microsoft.com/office/drawing/2014/main" id="{CFFE92A4-8BFA-588F-13A1-00A5DBA042ED}"/>
                </a:ext>
              </a:extLst>
            </p:cNvPr>
            <p:cNvGrpSpPr/>
            <p:nvPr/>
          </p:nvGrpSpPr>
          <p:grpSpPr>
            <a:xfrm>
              <a:off x="1163452" y="1425984"/>
              <a:ext cx="5537800" cy="3960440"/>
              <a:chOff x="1163452" y="1425984"/>
              <a:chExt cx="5537800" cy="3960440"/>
            </a:xfrm>
          </p:grpSpPr>
          <p:grpSp>
            <p:nvGrpSpPr>
              <p:cNvPr id="161" name="Agrupar 160">
                <a:extLst>
                  <a:ext uri="{FF2B5EF4-FFF2-40B4-BE49-F238E27FC236}">
                    <a16:creationId xmlns:a16="http://schemas.microsoft.com/office/drawing/2014/main" id="{7A77D41C-4CC1-B999-2856-B4118C33C414}"/>
                  </a:ext>
                </a:extLst>
              </p:cNvPr>
              <p:cNvGrpSpPr/>
              <p:nvPr/>
            </p:nvGrpSpPr>
            <p:grpSpPr>
              <a:xfrm>
                <a:off x="1163452" y="1425984"/>
                <a:ext cx="4140460" cy="3960440"/>
                <a:chOff x="1163452" y="1425984"/>
                <a:chExt cx="4140460" cy="3960440"/>
              </a:xfrm>
            </p:grpSpPr>
            <p:sp>
              <p:nvSpPr>
                <p:cNvPr id="12" name="Arco 11">
                  <a:extLst>
                    <a:ext uri="{FF2B5EF4-FFF2-40B4-BE49-F238E27FC236}">
                      <a16:creationId xmlns:a16="http://schemas.microsoft.com/office/drawing/2014/main" id="{2BC69956-E7A5-8480-5760-3140D4899415}"/>
                    </a:ext>
                  </a:extLst>
                </p:cNvPr>
                <p:cNvSpPr/>
                <p:nvPr/>
              </p:nvSpPr>
              <p:spPr>
                <a:xfrm flipH="1">
                  <a:off x="1163452" y="1425984"/>
                  <a:ext cx="4140460" cy="3960440"/>
                </a:xfrm>
                <a:prstGeom prst="arc">
                  <a:avLst>
                    <a:gd name="adj1" fmla="val 20193665"/>
                    <a:gd name="adj2" fmla="val 132180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nvGrpSpPr>
                <p:cNvPr id="160" name="Agrupar 159">
                  <a:extLst>
                    <a:ext uri="{FF2B5EF4-FFF2-40B4-BE49-F238E27FC236}">
                      <a16:creationId xmlns:a16="http://schemas.microsoft.com/office/drawing/2014/main" id="{BD0CBD65-AB50-C5FC-B65C-06020A6EB235}"/>
                    </a:ext>
                  </a:extLst>
                </p:cNvPr>
                <p:cNvGrpSpPr/>
                <p:nvPr/>
              </p:nvGrpSpPr>
              <p:grpSpPr>
                <a:xfrm>
                  <a:off x="1325671" y="2183857"/>
                  <a:ext cx="1956177" cy="2007223"/>
                  <a:chOff x="1325671" y="2183857"/>
                  <a:chExt cx="1956177" cy="2007223"/>
                </a:xfrm>
              </p:grpSpPr>
              <p:sp>
                <p:nvSpPr>
                  <p:cNvPr id="114" name="Forma Livre: Forma 113">
                    <a:extLst>
                      <a:ext uri="{FF2B5EF4-FFF2-40B4-BE49-F238E27FC236}">
                        <a16:creationId xmlns:a16="http://schemas.microsoft.com/office/drawing/2014/main" id="{2647D9C4-CF84-8DD7-0786-8D34B5826FFA}"/>
                      </a:ext>
                    </a:extLst>
                  </p:cNvPr>
                  <p:cNvSpPr/>
                  <p:nvPr/>
                </p:nvSpPr>
                <p:spPr>
                  <a:xfrm>
                    <a:off x="1664494" y="2202656"/>
                    <a:ext cx="481012" cy="1978819"/>
                  </a:xfrm>
                  <a:custGeom>
                    <a:avLst/>
                    <a:gdLst>
                      <a:gd name="connsiteX0" fmla="*/ 481012 w 481012"/>
                      <a:gd name="connsiteY0" fmla="*/ 0 h 1978819"/>
                      <a:gd name="connsiteX1" fmla="*/ 476250 w 481012"/>
                      <a:gd name="connsiteY1" fmla="*/ 869157 h 1978819"/>
                      <a:gd name="connsiteX2" fmla="*/ 473869 w 481012"/>
                      <a:gd name="connsiteY2" fmla="*/ 1581150 h 1978819"/>
                      <a:gd name="connsiteX3" fmla="*/ 178594 w 481012"/>
                      <a:gd name="connsiteY3" fmla="*/ 1978819 h 1978819"/>
                      <a:gd name="connsiteX4" fmla="*/ 95250 w 481012"/>
                      <a:gd name="connsiteY4" fmla="*/ 1774032 h 1978819"/>
                      <a:gd name="connsiteX5" fmla="*/ 11906 w 481012"/>
                      <a:gd name="connsiteY5" fmla="*/ 1400175 h 1978819"/>
                      <a:gd name="connsiteX6" fmla="*/ 0 w 481012"/>
                      <a:gd name="connsiteY6" fmla="*/ 1185863 h 1978819"/>
                      <a:gd name="connsiteX7" fmla="*/ 28575 w 481012"/>
                      <a:gd name="connsiteY7" fmla="*/ 883444 h 1978819"/>
                      <a:gd name="connsiteX8" fmla="*/ 85725 w 481012"/>
                      <a:gd name="connsiteY8" fmla="*/ 614363 h 1978819"/>
                      <a:gd name="connsiteX9" fmla="*/ 180975 w 481012"/>
                      <a:gd name="connsiteY9" fmla="*/ 395288 h 1978819"/>
                      <a:gd name="connsiteX10" fmla="*/ 342900 w 481012"/>
                      <a:gd name="connsiteY10" fmla="*/ 169069 h 1978819"/>
                      <a:gd name="connsiteX11" fmla="*/ 481012 w 481012"/>
                      <a:gd name="connsiteY11" fmla="*/ 0 h 19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1012" h="1978819">
                        <a:moveTo>
                          <a:pt x="481012" y="0"/>
                        </a:moveTo>
                        <a:cubicBezTo>
                          <a:pt x="479425" y="289719"/>
                          <a:pt x="477837" y="579438"/>
                          <a:pt x="476250" y="869157"/>
                        </a:cubicBezTo>
                        <a:cubicBezTo>
                          <a:pt x="475456" y="1106488"/>
                          <a:pt x="474663" y="1343819"/>
                          <a:pt x="473869" y="1581150"/>
                        </a:cubicBezTo>
                        <a:lnTo>
                          <a:pt x="178594" y="1978819"/>
                        </a:lnTo>
                        <a:lnTo>
                          <a:pt x="95250" y="1774032"/>
                        </a:lnTo>
                        <a:lnTo>
                          <a:pt x="11906" y="1400175"/>
                        </a:lnTo>
                        <a:lnTo>
                          <a:pt x="0" y="1185863"/>
                        </a:lnTo>
                        <a:lnTo>
                          <a:pt x="28575" y="883444"/>
                        </a:lnTo>
                        <a:lnTo>
                          <a:pt x="85725" y="614363"/>
                        </a:lnTo>
                        <a:lnTo>
                          <a:pt x="180975" y="395288"/>
                        </a:lnTo>
                        <a:lnTo>
                          <a:pt x="342900" y="169069"/>
                        </a:lnTo>
                        <a:lnTo>
                          <a:pt x="481012" y="0"/>
                        </a:ln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25B72799-784B-4BDD-CD2F-E91B2C30512F}"/>
                      </a:ext>
                    </a:extLst>
                  </p:cNvPr>
                  <p:cNvSpPr/>
                  <p:nvPr/>
                </p:nvSpPr>
                <p:spPr>
                  <a:xfrm>
                    <a:off x="2535400" y="3163888"/>
                    <a:ext cx="457200" cy="457200"/>
                  </a:xfrm>
                  <a:prstGeom prst="ellipse">
                    <a:avLst/>
                  </a:prstGeom>
                  <a:noFill/>
                  <a:ln w="28575" cap="flat" cmpd="thinThick"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68" name="Conector reto 67">
                    <a:extLst>
                      <a:ext uri="{FF2B5EF4-FFF2-40B4-BE49-F238E27FC236}">
                        <a16:creationId xmlns:a16="http://schemas.microsoft.com/office/drawing/2014/main" id="{A6622E68-7F92-1997-AD65-245DEBC48999}"/>
                      </a:ext>
                    </a:extLst>
                  </p:cNvPr>
                  <p:cNvCxnSpPr>
                    <a:cxnSpLocks/>
                  </p:cNvCxnSpPr>
                  <p:nvPr/>
                </p:nvCxnSpPr>
                <p:spPr>
                  <a:xfrm flipV="1">
                    <a:off x="1839341" y="3775206"/>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Conector reto 79">
                    <a:extLst>
                      <a:ext uri="{FF2B5EF4-FFF2-40B4-BE49-F238E27FC236}">
                        <a16:creationId xmlns:a16="http://schemas.microsoft.com/office/drawing/2014/main" id="{B4229E36-1A6F-F82B-A7D3-D1680F8A4231}"/>
                      </a:ext>
                    </a:extLst>
                  </p:cNvPr>
                  <p:cNvCxnSpPr>
                    <a:cxnSpLocks/>
                    <a:stCxn id="13" idx="0"/>
                    <a:endCxn id="12" idx="0"/>
                  </p:cNvCxnSpPr>
                  <p:nvPr/>
                </p:nvCxnSpPr>
                <p:spPr>
                  <a:xfrm flipH="1" flipV="1">
                    <a:off x="1348096" y="2588717"/>
                    <a:ext cx="496235" cy="346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5" name="Conector reto 104">
                    <a:extLst>
                      <a:ext uri="{FF2B5EF4-FFF2-40B4-BE49-F238E27FC236}">
                        <a16:creationId xmlns:a16="http://schemas.microsoft.com/office/drawing/2014/main" id="{8408FE9A-8149-ECE9-612F-1F94EB82BB5C}"/>
                      </a:ext>
                    </a:extLst>
                  </p:cNvPr>
                  <p:cNvCxnSpPr>
                    <a:cxnSpLocks/>
                    <a:stCxn id="13" idx="2"/>
                    <a:endCxn id="12" idx="2"/>
                  </p:cNvCxnSpPr>
                  <p:nvPr/>
                </p:nvCxnSpPr>
                <p:spPr>
                  <a:xfrm flipH="1" flipV="1">
                    <a:off x="1327035" y="4177702"/>
                    <a:ext cx="513658" cy="811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Conector reto 109">
                    <a:extLst>
                      <a:ext uri="{FF2B5EF4-FFF2-40B4-BE49-F238E27FC236}">
                        <a16:creationId xmlns:a16="http://schemas.microsoft.com/office/drawing/2014/main" id="{C051690B-467C-DB90-6679-155B9107C175}"/>
                      </a:ext>
                    </a:extLst>
                  </p:cNvPr>
                  <p:cNvCxnSpPr>
                    <a:cxnSpLocks/>
                  </p:cNvCxnSpPr>
                  <p:nvPr/>
                </p:nvCxnSpPr>
                <p:spPr>
                  <a:xfrm flipV="1">
                    <a:off x="1839341" y="219098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Conector reto 110">
                    <a:extLst>
                      <a:ext uri="{FF2B5EF4-FFF2-40B4-BE49-F238E27FC236}">
                        <a16:creationId xmlns:a16="http://schemas.microsoft.com/office/drawing/2014/main" id="{9E0D02A9-822D-89DF-B0DB-7D08363B23CE}"/>
                      </a:ext>
                    </a:extLst>
                  </p:cNvPr>
                  <p:cNvCxnSpPr>
                    <a:cxnSpLocks/>
                  </p:cNvCxnSpPr>
                  <p:nvPr/>
                </p:nvCxnSpPr>
                <p:spPr>
                  <a:xfrm flipV="1">
                    <a:off x="1341990" y="2183857"/>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Conector reto 111">
                    <a:extLst>
                      <a:ext uri="{FF2B5EF4-FFF2-40B4-BE49-F238E27FC236}">
                        <a16:creationId xmlns:a16="http://schemas.microsoft.com/office/drawing/2014/main" id="{0940CB65-B5E8-478B-D33A-EE427C73664F}"/>
                      </a:ext>
                    </a:extLst>
                  </p:cNvPr>
                  <p:cNvCxnSpPr>
                    <a:cxnSpLocks/>
                  </p:cNvCxnSpPr>
                  <p:nvPr/>
                </p:nvCxnSpPr>
                <p:spPr>
                  <a:xfrm flipV="1">
                    <a:off x="1325671" y="3681028"/>
                    <a:ext cx="363311" cy="498687"/>
                  </a:xfrm>
                  <a:prstGeom prst="line">
                    <a:avLst/>
                  </a:prstGeom>
                  <a:ln>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6" name="CaixaDeTexto 115">
                        <a:extLst>
                          <a:ext uri="{FF2B5EF4-FFF2-40B4-BE49-F238E27FC236}">
                            <a16:creationId xmlns:a16="http://schemas.microsoft.com/office/drawing/2014/main" id="{04F99EF5-D378-A697-E211-BD95A4D7EACA}"/>
                          </a:ext>
                        </a:extLst>
                      </p:cNvPr>
                      <p:cNvSpPr txBox="1"/>
                      <p:nvPr/>
                    </p:nvSpPr>
                    <p:spPr>
                      <a:xfrm>
                        <a:off x="2927648" y="2979630"/>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6" name="CaixaDeTexto 115">
                        <a:extLst>
                          <a:ext uri="{FF2B5EF4-FFF2-40B4-BE49-F238E27FC236}">
                            <a16:creationId xmlns:a16="http://schemas.microsoft.com/office/drawing/2014/main" id="{04F99EF5-D378-A697-E211-BD95A4D7EACA}"/>
                          </a:ext>
                        </a:extLst>
                      </p:cNvPr>
                      <p:cNvSpPr txBox="1">
                        <a:spLocks noRot="1" noChangeAspect="1" noMove="1" noResize="1" noEditPoints="1" noAdjustHandles="1" noChangeArrowheads="1" noChangeShapeType="1" noTextEdit="1"/>
                      </p:cNvSpPr>
                      <p:nvPr/>
                    </p:nvSpPr>
                    <p:spPr>
                      <a:xfrm>
                        <a:off x="2927648" y="2979630"/>
                        <a:ext cx="354200" cy="333938"/>
                      </a:xfrm>
                      <a:prstGeom prst="rect">
                        <a:avLst/>
                      </a:prstGeom>
                      <a:blipFill>
                        <a:blip r:embed="rId2"/>
                        <a:stretch>
                          <a:fillRect t="-12727" r="-10345" b="-181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7" name="CaixaDeTexto 116">
                        <a:extLst>
                          <a:ext uri="{FF2B5EF4-FFF2-40B4-BE49-F238E27FC236}">
                            <a16:creationId xmlns:a16="http://schemas.microsoft.com/office/drawing/2014/main" id="{ED20AE49-A3FA-8DAA-267E-E4322CBCC2B0}"/>
                          </a:ext>
                        </a:extLst>
                      </p:cNvPr>
                      <p:cNvSpPr txBox="1"/>
                      <p:nvPr/>
                    </p:nvSpPr>
                    <p:spPr>
                      <a:xfrm>
                        <a:off x="1866234" y="2655155"/>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7" name="CaixaDeTexto 116">
                        <a:extLst>
                          <a:ext uri="{FF2B5EF4-FFF2-40B4-BE49-F238E27FC236}">
                            <a16:creationId xmlns:a16="http://schemas.microsoft.com/office/drawing/2014/main" id="{ED20AE49-A3FA-8DAA-267E-E4322CBCC2B0}"/>
                          </a:ext>
                        </a:extLst>
                      </p:cNvPr>
                      <p:cNvSpPr txBox="1">
                        <a:spLocks noRot="1" noChangeAspect="1" noMove="1" noResize="1" noEditPoints="1" noAdjustHandles="1" noChangeArrowheads="1" noChangeShapeType="1" noTextEdit="1"/>
                      </p:cNvSpPr>
                      <p:nvPr/>
                    </p:nvSpPr>
                    <p:spPr>
                      <a:xfrm>
                        <a:off x="1866234" y="2655155"/>
                        <a:ext cx="354200" cy="333938"/>
                      </a:xfrm>
                      <a:prstGeom prst="rect">
                        <a:avLst/>
                      </a:prstGeom>
                      <a:blipFill>
                        <a:blip r:embed="rId2"/>
                        <a:stretch>
                          <a:fillRect t="-12963" r="-10345" b="-3704"/>
                        </a:stretch>
                      </a:blipFill>
                    </p:spPr>
                    <p:txBody>
                      <a:bodyPr/>
                      <a:lstStyle/>
                      <a:p>
                        <a:r>
                          <a:rPr lang="pt-BR">
                            <a:noFill/>
                          </a:rPr>
                          <a:t> </a:t>
                        </a:r>
                      </a:p>
                    </p:txBody>
                  </p:sp>
                </mc:Fallback>
              </mc:AlternateContent>
            </p:grpSp>
          </p:grpSp>
          <p:grpSp>
            <p:nvGrpSpPr>
              <p:cNvPr id="170" name="Agrupar 169">
                <a:extLst>
                  <a:ext uri="{FF2B5EF4-FFF2-40B4-BE49-F238E27FC236}">
                    <a16:creationId xmlns:a16="http://schemas.microsoft.com/office/drawing/2014/main" id="{90E60433-267B-8243-E2C2-ED8592DAF3CF}"/>
                  </a:ext>
                </a:extLst>
              </p:cNvPr>
              <p:cNvGrpSpPr/>
              <p:nvPr/>
            </p:nvGrpSpPr>
            <p:grpSpPr>
              <a:xfrm>
                <a:off x="3683732" y="1883728"/>
                <a:ext cx="3017520" cy="3017520"/>
                <a:chOff x="3683732" y="1883728"/>
                <a:chExt cx="3017520" cy="3017520"/>
              </a:xfrm>
            </p:grpSpPr>
            <p:grpSp>
              <p:nvGrpSpPr>
                <p:cNvPr id="144" name="Agrupar 143">
                  <a:extLst>
                    <a:ext uri="{FF2B5EF4-FFF2-40B4-BE49-F238E27FC236}">
                      <a16:creationId xmlns:a16="http://schemas.microsoft.com/office/drawing/2014/main" id="{8C1F7062-89F6-10C8-9BC5-6D3E1E4E166A}"/>
                    </a:ext>
                  </a:extLst>
                </p:cNvPr>
                <p:cNvGrpSpPr/>
                <p:nvPr/>
              </p:nvGrpSpPr>
              <p:grpSpPr>
                <a:xfrm>
                  <a:off x="3683732" y="1883728"/>
                  <a:ext cx="3017520" cy="3017520"/>
                  <a:chOff x="4185046" y="1883728"/>
                  <a:chExt cx="3017520" cy="3017520"/>
                </a:xfrm>
              </p:grpSpPr>
              <p:grpSp>
                <p:nvGrpSpPr>
                  <p:cNvPr id="121" name="Agrupar 120">
                    <a:extLst>
                      <a:ext uri="{FF2B5EF4-FFF2-40B4-BE49-F238E27FC236}">
                        <a16:creationId xmlns:a16="http://schemas.microsoft.com/office/drawing/2014/main" id="{59D820B7-2936-D40E-FD09-093A1CEB49B2}"/>
                      </a:ext>
                    </a:extLst>
                  </p:cNvPr>
                  <p:cNvGrpSpPr/>
                  <p:nvPr/>
                </p:nvGrpSpPr>
                <p:grpSpPr>
                  <a:xfrm>
                    <a:off x="4185046" y="1883728"/>
                    <a:ext cx="3017520" cy="3017520"/>
                    <a:chOff x="1383665" y="1897914"/>
                    <a:chExt cx="3017520" cy="3017520"/>
                  </a:xfrm>
                </p:grpSpPr>
                <p:grpSp>
                  <p:nvGrpSpPr>
                    <p:cNvPr id="126" name="Agrupar 125">
                      <a:extLst>
                        <a:ext uri="{FF2B5EF4-FFF2-40B4-BE49-F238E27FC236}">
                          <a16:creationId xmlns:a16="http://schemas.microsoft.com/office/drawing/2014/main" id="{AED72AB0-810E-911A-62D3-B00487D1D983}"/>
                        </a:ext>
                      </a:extLst>
                    </p:cNvPr>
                    <p:cNvGrpSpPr/>
                    <p:nvPr/>
                  </p:nvGrpSpPr>
                  <p:grpSpPr>
                    <a:xfrm>
                      <a:off x="1383665" y="1897914"/>
                      <a:ext cx="3017520" cy="3017520"/>
                      <a:chOff x="2359606" y="1501140"/>
                      <a:chExt cx="3017520" cy="3017520"/>
                    </a:xfrm>
                  </p:grpSpPr>
                  <p:grpSp>
                    <p:nvGrpSpPr>
                      <p:cNvPr id="131" name="Agrupar 130">
                        <a:extLst>
                          <a:ext uri="{FF2B5EF4-FFF2-40B4-BE49-F238E27FC236}">
                            <a16:creationId xmlns:a16="http://schemas.microsoft.com/office/drawing/2014/main" id="{13FC108D-50E6-7D92-8E9E-220DFE859217}"/>
                          </a:ext>
                        </a:extLst>
                      </p:cNvPr>
                      <p:cNvGrpSpPr/>
                      <p:nvPr/>
                    </p:nvGrpSpPr>
                    <p:grpSpPr>
                      <a:xfrm>
                        <a:off x="2359606" y="1501140"/>
                        <a:ext cx="3017520" cy="3017520"/>
                        <a:chOff x="2359606" y="1501140"/>
                        <a:chExt cx="3017520" cy="3017520"/>
                      </a:xfrm>
                    </p:grpSpPr>
                    <p:sp>
                      <p:nvSpPr>
                        <p:cNvPr id="139" name="Elipse 138">
                          <a:extLst>
                            <a:ext uri="{FF2B5EF4-FFF2-40B4-BE49-F238E27FC236}">
                              <a16:creationId xmlns:a16="http://schemas.microsoft.com/office/drawing/2014/main" id="{3AE8E163-D75D-09A9-3119-CC139912AE94}"/>
                            </a:ext>
                          </a:extLst>
                        </p:cNvPr>
                        <p:cNvSpPr/>
                        <p:nvPr/>
                      </p:nvSpPr>
                      <p:spPr>
                        <a:xfrm>
                          <a:off x="2359606" y="1501140"/>
                          <a:ext cx="3017520" cy="3017520"/>
                        </a:xfrm>
                        <a:prstGeom prst="ellipse">
                          <a:avLst/>
                        </a:prstGeom>
                        <a:solidFill>
                          <a:schemeClr val="accent1">
                            <a:alpha val="10000"/>
                          </a:schemeClr>
                        </a:solidFill>
                        <a:ln w="15875">
                          <a:solidFill>
                            <a:srgbClr val="0070C0"/>
                          </a:solidFill>
                          <a:prstDash val="solid"/>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0" name="Elipse 139">
                          <a:extLst>
                            <a:ext uri="{FF2B5EF4-FFF2-40B4-BE49-F238E27FC236}">
                              <a16:creationId xmlns:a16="http://schemas.microsoft.com/office/drawing/2014/main" id="{331E8971-A7DB-DEE4-A08E-0F0E34B11721}"/>
                            </a:ext>
                          </a:extLst>
                        </p:cNvPr>
                        <p:cNvSpPr/>
                        <p:nvPr/>
                      </p:nvSpPr>
                      <p:spPr>
                        <a:xfrm>
                          <a:off x="2588206" y="1729740"/>
                          <a:ext cx="2560320" cy="2560320"/>
                        </a:xfrm>
                        <a:prstGeom prst="ellipse">
                          <a:avLst/>
                        </a:prstGeom>
                        <a:solidFill>
                          <a:schemeClr val="bg1"/>
                        </a:solidFill>
                        <a:ln w="76200" cmpd="thinThick">
                          <a:solidFill>
                            <a:srgbClr val="0070C0"/>
                          </a:solidFill>
                          <a:prstDash val="solid"/>
                          <a:extLst>
                            <a:ext uri="{C807C97D-BFC1-408E-A445-0C87EB9F89A2}">
                              <ask:lineSketchStyleProps xmlns:ask="http://schemas.microsoft.com/office/drawing/2018/sketchyshapes">
                                <ask:type>
                                  <ask:lineSketchNone/>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132" name="Elipse 131">
                        <a:extLst>
                          <a:ext uri="{FF2B5EF4-FFF2-40B4-BE49-F238E27FC236}">
                            <a16:creationId xmlns:a16="http://schemas.microsoft.com/office/drawing/2014/main" id="{8481E6AD-0D3A-0433-A1D0-36EE15F02962}"/>
                          </a:ext>
                        </a:extLst>
                      </p:cNvPr>
                      <p:cNvSpPr/>
                      <p:nvPr/>
                    </p:nvSpPr>
                    <p:spPr>
                      <a:xfrm>
                        <a:off x="3423409" y="2562707"/>
                        <a:ext cx="914400" cy="914400"/>
                      </a:xfrm>
                      <a:prstGeom prst="ellipse">
                        <a:avLst/>
                      </a:prstGeom>
                      <a:noFill/>
                      <a:ln w="63500" cap="flat" cmpd="thinThick"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138" name="Conector de Seta Reta 137">
                        <a:extLst>
                          <a:ext uri="{FF2B5EF4-FFF2-40B4-BE49-F238E27FC236}">
                            <a16:creationId xmlns:a16="http://schemas.microsoft.com/office/drawing/2014/main" id="{945A3A09-56EB-FB27-4F59-D3F1AD729F9D}"/>
                          </a:ext>
                        </a:extLst>
                      </p:cNvPr>
                      <p:cNvCxnSpPr>
                        <a:cxnSpLocks/>
                        <a:endCxn id="140" idx="1"/>
                      </p:cNvCxnSpPr>
                      <p:nvPr/>
                    </p:nvCxnSpPr>
                    <p:spPr>
                      <a:xfrm flipH="1" flipV="1">
                        <a:off x="2963156" y="2104690"/>
                        <a:ext cx="905210" cy="9014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Conector de Seta Reta 135">
                        <a:extLst>
                          <a:ext uri="{FF2B5EF4-FFF2-40B4-BE49-F238E27FC236}">
                            <a16:creationId xmlns:a16="http://schemas.microsoft.com/office/drawing/2014/main" id="{7B892499-E20F-CABF-04F5-8C9C8242FE7D}"/>
                          </a:ext>
                        </a:extLst>
                      </p:cNvPr>
                      <p:cNvCxnSpPr>
                        <a:cxnSpLocks/>
                        <a:endCxn id="132" idx="7"/>
                      </p:cNvCxnSpPr>
                      <p:nvPr/>
                    </p:nvCxnSpPr>
                    <p:spPr>
                      <a:xfrm flipV="1">
                        <a:off x="3868366" y="2696618"/>
                        <a:ext cx="335532" cy="311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7" name="Elipse 126">
                      <a:extLst>
                        <a:ext uri="{FF2B5EF4-FFF2-40B4-BE49-F238E27FC236}">
                          <a16:creationId xmlns:a16="http://schemas.microsoft.com/office/drawing/2014/main" id="{E311051D-7051-9D7D-4E65-08D8411D2BB1}"/>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23" name="CaixaDeTexto 122">
                        <a:extLst>
                          <a:ext uri="{FF2B5EF4-FFF2-40B4-BE49-F238E27FC236}">
                            <a16:creationId xmlns:a16="http://schemas.microsoft.com/office/drawing/2014/main" id="{7ECB4E05-DA77-9E87-39D0-349B35E76954}"/>
                          </a:ext>
                        </a:extLst>
                      </p:cNvPr>
                      <p:cNvSpPr txBox="1"/>
                      <p:nvPr/>
                    </p:nvSpPr>
                    <p:spPr>
                      <a:xfrm>
                        <a:off x="5637233" y="3406204"/>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123" name="CaixaDeTexto 122">
                        <a:extLst>
                          <a:ext uri="{FF2B5EF4-FFF2-40B4-BE49-F238E27FC236}">
                            <a16:creationId xmlns:a16="http://schemas.microsoft.com/office/drawing/2014/main" id="{7ECB4E05-DA77-9E87-39D0-349B35E76954}"/>
                          </a:ext>
                        </a:extLst>
                      </p:cNvPr>
                      <p:cNvSpPr txBox="1">
                        <a:spLocks noRot="1" noChangeAspect="1" noMove="1" noResize="1" noEditPoints="1" noAdjustHandles="1" noChangeArrowheads="1" noChangeShapeType="1" noTextEdit="1"/>
                      </p:cNvSpPr>
                      <p:nvPr/>
                    </p:nvSpPr>
                    <p:spPr>
                      <a:xfrm>
                        <a:off x="5637233" y="3406204"/>
                        <a:ext cx="313163" cy="261610"/>
                      </a:xfrm>
                      <a:prstGeom prst="rect">
                        <a:avLst/>
                      </a:prstGeom>
                      <a:blipFill>
                        <a:blip r:embed="rId3"/>
                        <a:stretch>
                          <a:fillRect/>
                        </a:stretch>
                      </a:blipFill>
                    </p:spPr>
                    <p:txBody>
                      <a:bodyPr/>
                      <a:lstStyle/>
                      <a:p>
                        <a:r>
                          <a:rPr lang="pt-BR">
                            <a:noFill/>
                          </a:rPr>
                          <a:t> </a:t>
                        </a:r>
                      </a:p>
                    </p:txBody>
                  </p:sp>
                </mc:Fallback>
              </mc:AlternateContent>
            </p:grpSp>
            <p:cxnSp>
              <p:nvCxnSpPr>
                <p:cNvPr id="162" name="Conector de Seta Reta 161">
                  <a:extLst>
                    <a:ext uri="{FF2B5EF4-FFF2-40B4-BE49-F238E27FC236}">
                      <a16:creationId xmlns:a16="http://schemas.microsoft.com/office/drawing/2014/main" id="{B4C37EF6-10E4-8345-A7B2-37DE85F8F0A0}"/>
                    </a:ext>
                  </a:extLst>
                </p:cNvPr>
                <p:cNvCxnSpPr>
                  <a:cxnSpLocks/>
                  <a:stCxn id="127" idx="3"/>
                </p:cNvCxnSpPr>
                <p:nvPr/>
              </p:nvCxnSpPr>
              <p:spPr>
                <a:xfrm flipH="1">
                  <a:off x="3935760" y="3402187"/>
                  <a:ext cx="1247033" cy="81948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71" name="Círculo: Vazio 170">
                <a:extLst>
                  <a:ext uri="{FF2B5EF4-FFF2-40B4-BE49-F238E27FC236}">
                    <a16:creationId xmlns:a16="http://schemas.microsoft.com/office/drawing/2014/main" id="{C51584BB-4D20-E7C5-944E-45BA36E0EFDC}"/>
                  </a:ext>
                </a:extLst>
              </p:cNvPr>
              <p:cNvSpPr/>
              <p:nvPr/>
            </p:nvSpPr>
            <p:spPr>
              <a:xfrm>
                <a:off x="2716493" y="3337560"/>
                <a:ext cx="91440" cy="91440"/>
              </a:xfrm>
              <a:prstGeom prst="donut">
                <a:avLst>
                  <a:gd name="adj" fmla="val 4679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172" name="CaixaDeTexto 171">
                    <a:extLst>
                      <a:ext uri="{FF2B5EF4-FFF2-40B4-BE49-F238E27FC236}">
                        <a16:creationId xmlns:a16="http://schemas.microsoft.com/office/drawing/2014/main" id="{35C0F33A-A1C5-AD0E-E746-D6935B34155E}"/>
                      </a:ext>
                    </a:extLst>
                  </p:cNvPr>
                  <p:cNvSpPr txBox="1"/>
                  <p:nvPr/>
                </p:nvSpPr>
                <p:spPr>
                  <a:xfrm>
                    <a:off x="4276338" y="2724238"/>
                    <a:ext cx="42319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𝑖𝑞</m:t>
                              </m:r>
                            </m:sub>
                          </m:sSub>
                        </m:oMath>
                      </m:oMathPara>
                    </a14:m>
                    <a:endParaRPr lang="pt-BR" sz="1400"/>
                  </a:p>
                </p:txBody>
              </p:sp>
            </mc:Choice>
            <mc:Fallback xmlns="">
              <p:sp>
                <p:nvSpPr>
                  <p:cNvPr id="172" name="CaixaDeTexto 171">
                    <a:extLst>
                      <a:ext uri="{FF2B5EF4-FFF2-40B4-BE49-F238E27FC236}">
                        <a16:creationId xmlns:a16="http://schemas.microsoft.com/office/drawing/2014/main" id="{35C0F33A-A1C5-AD0E-E746-D6935B34155E}"/>
                      </a:ext>
                    </a:extLst>
                  </p:cNvPr>
                  <p:cNvSpPr txBox="1">
                    <a:spLocks noRot="1" noChangeAspect="1" noMove="1" noResize="1" noEditPoints="1" noAdjustHandles="1" noChangeArrowheads="1" noChangeShapeType="1" noTextEdit="1"/>
                  </p:cNvSpPr>
                  <p:nvPr/>
                </p:nvSpPr>
                <p:spPr>
                  <a:xfrm>
                    <a:off x="4276338" y="2724238"/>
                    <a:ext cx="423193" cy="324384"/>
                  </a:xfrm>
                  <a:prstGeom prst="rect">
                    <a:avLst/>
                  </a:prstGeom>
                  <a:blipFill>
                    <a:blip r:embed="rId4"/>
                    <a:stretch>
                      <a:fillRect t="-9434" r="-7143" b="-377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3" name="CaixaDeTexto 172">
                    <a:extLst>
                      <a:ext uri="{FF2B5EF4-FFF2-40B4-BE49-F238E27FC236}">
                        <a16:creationId xmlns:a16="http://schemas.microsoft.com/office/drawing/2014/main" id="{7D8493CB-66CC-0911-8C85-BBB3889870F4}"/>
                      </a:ext>
                    </a:extLst>
                  </p:cNvPr>
                  <p:cNvSpPr txBox="1"/>
                  <p:nvPr/>
                </p:nvSpPr>
                <p:spPr>
                  <a:xfrm>
                    <a:off x="5247822" y="3188590"/>
                    <a:ext cx="36747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𝑝</m:t>
                              </m:r>
                            </m:sub>
                          </m:sSub>
                        </m:oMath>
                      </m:oMathPara>
                    </a14:m>
                    <a:endParaRPr lang="pt-BR" sz="1400"/>
                  </a:p>
                </p:txBody>
              </p:sp>
            </mc:Choice>
            <mc:Fallback xmlns="">
              <p:sp>
                <p:nvSpPr>
                  <p:cNvPr id="173" name="CaixaDeTexto 172">
                    <a:extLst>
                      <a:ext uri="{FF2B5EF4-FFF2-40B4-BE49-F238E27FC236}">
                        <a16:creationId xmlns:a16="http://schemas.microsoft.com/office/drawing/2014/main" id="{7D8493CB-66CC-0911-8C85-BBB3889870F4}"/>
                      </a:ext>
                    </a:extLst>
                  </p:cNvPr>
                  <p:cNvSpPr txBox="1">
                    <a:spLocks noRot="1" noChangeAspect="1" noMove="1" noResize="1" noEditPoints="1" noAdjustHandles="1" noChangeArrowheads="1" noChangeShapeType="1" noTextEdit="1"/>
                  </p:cNvSpPr>
                  <p:nvPr/>
                </p:nvSpPr>
                <p:spPr>
                  <a:xfrm>
                    <a:off x="5247822" y="3188590"/>
                    <a:ext cx="367472" cy="324384"/>
                  </a:xfrm>
                  <a:prstGeom prst="rect">
                    <a:avLst/>
                  </a:prstGeom>
                  <a:blipFill>
                    <a:blip r:embed="rId5"/>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4" name="CaixaDeTexto 173">
                    <a:extLst>
                      <a:ext uri="{FF2B5EF4-FFF2-40B4-BE49-F238E27FC236}">
                        <a16:creationId xmlns:a16="http://schemas.microsoft.com/office/drawing/2014/main" id="{DA770B05-FAB2-2306-FFDF-B422DD0514C5}"/>
                      </a:ext>
                    </a:extLst>
                  </p:cNvPr>
                  <p:cNvSpPr txBox="1"/>
                  <p:nvPr/>
                </p:nvSpPr>
                <p:spPr>
                  <a:xfrm>
                    <a:off x="4292040" y="3860700"/>
                    <a:ext cx="44358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𝑜𝑞</m:t>
                              </m:r>
                            </m:sub>
                          </m:sSub>
                        </m:oMath>
                      </m:oMathPara>
                    </a14:m>
                    <a:endParaRPr lang="pt-BR" sz="1400"/>
                  </a:p>
                </p:txBody>
              </p:sp>
            </mc:Choice>
            <mc:Fallback xmlns="">
              <p:sp>
                <p:nvSpPr>
                  <p:cNvPr id="174" name="CaixaDeTexto 173">
                    <a:extLst>
                      <a:ext uri="{FF2B5EF4-FFF2-40B4-BE49-F238E27FC236}">
                        <a16:creationId xmlns:a16="http://schemas.microsoft.com/office/drawing/2014/main" id="{DA770B05-FAB2-2306-FFDF-B422DD0514C5}"/>
                      </a:ext>
                    </a:extLst>
                  </p:cNvPr>
                  <p:cNvSpPr txBox="1">
                    <a:spLocks noRot="1" noChangeAspect="1" noMove="1" noResize="1" noEditPoints="1" noAdjustHandles="1" noChangeArrowheads="1" noChangeShapeType="1" noTextEdit="1"/>
                  </p:cNvSpPr>
                  <p:nvPr/>
                </p:nvSpPr>
                <p:spPr>
                  <a:xfrm>
                    <a:off x="4292040" y="3860700"/>
                    <a:ext cx="443583" cy="324384"/>
                  </a:xfrm>
                  <a:prstGeom prst="rect">
                    <a:avLst/>
                  </a:prstGeom>
                  <a:blipFill>
                    <a:blip r:embed="rId6"/>
                    <a:stretch>
                      <a:fillRect t="-9259" r="-6849"/>
                    </a:stretch>
                  </a:blipFill>
                </p:spPr>
                <p:txBody>
                  <a:bodyPr/>
                  <a:lstStyle/>
                  <a:p>
                    <a:r>
                      <a:rPr lang="pt-BR">
                        <a:noFill/>
                      </a:rPr>
                      <a:t> </a:t>
                    </a:r>
                  </a:p>
                </p:txBody>
              </p:sp>
            </mc:Fallback>
          </mc:AlternateContent>
        </p:grpSp>
        <p:sp>
          <p:nvSpPr>
            <p:cNvPr id="13" name="Arco 12">
              <a:extLst>
                <a:ext uri="{FF2B5EF4-FFF2-40B4-BE49-F238E27FC236}">
                  <a16:creationId xmlns:a16="http://schemas.microsoft.com/office/drawing/2014/main" id="{5FE68206-7DAC-58F0-27D4-2EF657CA7E6E}"/>
                </a:ext>
              </a:extLst>
            </p:cNvPr>
            <p:cNvSpPr/>
            <p:nvPr/>
          </p:nvSpPr>
          <p:spPr>
            <a:xfrm flipH="1">
              <a:off x="1667508" y="1412738"/>
              <a:ext cx="4140460" cy="3960440"/>
            </a:xfrm>
            <a:prstGeom prst="arc">
              <a:avLst>
                <a:gd name="adj1" fmla="val 20224508"/>
                <a:gd name="adj2" fmla="val 136093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p:nvGrpSpPr>
          <p:cNvPr id="4" name="Agrupar 3">
            <a:extLst>
              <a:ext uri="{FF2B5EF4-FFF2-40B4-BE49-F238E27FC236}">
                <a16:creationId xmlns:a16="http://schemas.microsoft.com/office/drawing/2014/main" id="{11C0E7B8-47FD-7678-3C14-F6CB0833ED6E}"/>
              </a:ext>
            </a:extLst>
          </p:cNvPr>
          <p:cNvGrpSpPr/>
          <p:nvPr/>
        </p:nvGrpSpPr>
        <p:grpSpPr>
          <a:xfrm>
            <a:off x="6233185" y="1412738"/>
            <a:ext cx="5551447" cy="3973686"/>
            <a:chOff x="1156621" y="1412738"/>
            <a:chExt cx="5551447" cy="3973686"/>
          </a:xfrm>
        </p:grpSpPr>
        <p:grpSp>
          <p:nvGrpSpPr>
            <p:cNvPr id="5" name="Agrupar 4">
              <a:extLst>
                <a:ext uri="{FF2B5EF4-FFF2-40B4-BE49-F238E27FC236}">
                  <a16:creationId xmlns:a16="http://schemas.microsoft.com/office/drawing/2014/main" id="{ABE34F35-EB69-DFC8-59B2-D8DD0FBA6B77}"/>
                </a:ext>
              </a:extLst>
            </p:cNvPr>
            <p:cNvGrpSpPr/>
            <p:nvPr/>
          </p:nvGrpSpPr>
          <p:grpSpPr>
            <a:xfrm>
              <a:off x="1156621" y="1412738"/>
              <a:ext cx="5551447" cy="3973686"/>
              <a:chOff x="1156621" y="1412738"/>
              <a:chExt cx="5551447" cy="3973686"/>
            </a:xfrm>
          </p:grpSpPr>
          <p:grpSp>
            <p:nvGrpSpPr>
              <p:cNvPr id="9" name="Agrupar 8">
                <a:extLst>
                  <a:ext uri="{FF2B5EF4-FFF2-40B4-BE49-F238E27FC236}">
                    <a16:creationId xmlns:a16="http://schemas.microsoft.com/office/drawing/2014/main" id="{563E4FA9-7897-FEAC-04BF-7C11E895CF73}"/>
                  </a:ext>
                </a:extLst>
              </p:cNvPr>
              <p:cNvGrpSpPr/>
              <p:nvPr/>
            </p:nvGrpSpPr>
            <p:grpSpPr>
              <a:xfrm>
                <a:off x="1156621" y="1425984"/>
                <a:ext cx="4147291" cy="3960440"/>
                <a:chOff x="1156621" y="1425984"/>
                <a:chExt cx="4147291" cy="3960440"/>
              </a:xfrm>
            </p:grpSpPr>
            <p:grpSp>
              <p:nvGrpSpPr>
                <p:cNvPr id="29" name="Agrupar 28">
                  <a:extLst>
                    <a:ext uri="{FF2B5EF4-FFF2-40B4-BE49-F238E27FC236}">
                      <a16:creationId xmlns:a16="http://schemas.microsoft.com/office/drawing/2014/main" id="{98BB86D2-C49B-EAF6-AFAE-CB3E811E7424}"/>
                    </a:ext>
                  </a:extLst>
                </p:cNvPr>
                <p:cNvGrpSpPr/>
                <p:nvPr/>
              </p:nvGrpSpPr>
              <p:grpSpPr>
                <a:xfrm>
                  <a:off x="1156621" y="2176278"/>
                  <a:ext cx="1835979" cy="2014802"/>
                  <a:chOff x="1156621" y="2176278"/>
                  <a:chExt cx="1835979" cy="2014802"/>
                </a:xfrm>
              </p:grpSpPr>
              <p:sp>
                <p:nvSpPr>
                  <p:cNvPr id="31" name="Forma Livre: Forma 30">
                    <a:extLst>
                      <a:ext uri="{FF2B5EF4-FFF2-40B4-BE49-F238E27FC236}">
                        <a16:creationId xmlns:a16="http://schemas.microsoft.com/office/drawing/2014/main" id="{6B77B783-C021-2C6C-DDA5-C379F200D246}"/>
                      </a:ext>
                    </a:extLst>
                  </p:cNvPr>
                  <p:cNvSpPr/>
                  <p:nvPr/>
                </p:nvSpPr>
                <p:spPr>
                  <a:xfrm>
                    <a:off x="1156621" y="2577441"/>
                    <a:ext cx="676941" cy="1602581"/>
                  </a:xfrm>
                  <a:custGeom>
                    <a:avLst/>
                    <a:gdLst>
                      <a:gd name="connsiteX0" fmla="*/ 481012 w 481012"/>
                      <a:gd name="connsiteY0" fmla="*/ 0 h 1978819"/>
                      <a:gd name="connsiteX1" fmla="*/ 476250 w 481012"/>
                      <a:gd name="connsiteY1" fmla="*/ 869157 h 1978819"/>
                      <a:gd name="connsiteX2" fmla="*/ 473869 w 481012"/>
                      <a:gd name="connsiteY2" fmla="*/ 1581150 h 1978819"/>
                      <a:gd name="connsiteX3" fmla="*/ 178594 w 481012"/>
                      <a:gd name="connsiteY3" fmla="*/ 1978819 h 1978819"/>
                      <a:gd name="connsiteX4" fmla="*/ 95250 w 481012"/>
                      <a:gd name="connsiteY4" fmla="*/ 1774032 h 1978819"/>
                      <a:gd name="connsiteX5" fmla="*/ 11906 w 481012"/>
                      <a:gd name="connsiteY5" fmla="*/ 1400175 h 1978819"/>
                      <a:gd name="connsiteX6" fmla="*/ 0 w 481012"/>
                      <a:gd name="connsiteY6" fmla="*/ 1185863 h 1978819"/>
                      <a:gd name="connsiteX7" fmla="*/ 28575 w 481012"/>
                      <a:gd name="connsiteY7" fmla="*/ 883444 h 1978819"/>
                      <a:gd name="connsiteX8" fmla="*/ 85725 w 481012"/>
                      <a:gd name="connsiteY8" fmla="*/ 614363 h 1978819"/>
                      <a:gd name="connsiteX9" fmla="*/ 180975 w 481012"/>
                      <a:gd name="connsiteY9" fmla="*/ 395288 h 1978819"/>
                      <a:gd name="connsiteX10" fmla="*/ 342900 w 481012"/>
                      <a:gd name="connsiteY10" fmla="*/ 169069 h 1978819"/>
                      <a:gd name="connsiteX11" fmla="*/ 481012 w 481012"/>
                      <a:gd name="connsiteY11" fmla="*/ 0 h 1978819"/>
                      <a:gd name="connsiteX0" fmla="*/ 481012 w 526266"/>
                      <a:gd name="connsiteY0" fmla="*/ 0 h 1978819"/>
                      <a:gd name="connsiteX1" fmla="*/ 476250 w 526266"/>
                      <a:gd name="connsiteY1" fmla="*/ 869157 h 1978819"/>
                      <a:gd name="connsiteX2" fmla="*/ 526257 w 526266"/>
                      <a:gd name="connsiteY2" fmla="*/ 1481138 h 1978819"/>
                      <a:gd name="connsiteX3" fmla="*/ 178594 w 526266"/>
                      <a:gd name="connsiteY3" fmla="*/ 1978819 h 1978819"/>
                      <a:gd name="connsiteX4" fmla="*/ 95250 w 526266"/>
                      <a:gd name="connsiteY4" fmla="*/ 1774032 h 1978819"/>
                      <a:gd name="connsiteX5" fmla="*/ 11906 w 526266"/>
                      <a:gd name="connsiteY5" fmla="*/ 1400175 h 1978819"/>
                      <a:gd name="connsiteX6" fmla="*/ 0 w 526266"/>
                      <a:gd name="connsiteY6" fmla="*/ 1185863 h 1978819"/>
                      <a:gd name="connsiteX7" fmla="*/ 28575 w 526266"/>
                      <a:gd name="connsiteY7" fmla="*/ 883444 h 1978819"/>
                      <a:gd name="connsiteX8" fmla="*/ 85725 w 526266"/>
                      <a:gd name="connsiteY8" fmla="*/ 614363 h 1978819"/>
                      <a:gd name="connsiteX9" fmla="*/ 180975 w 526266"/>
                      <a:gd name="connsiteY9" fmla="*/ 395288 h 1978819"/>
                      <a:gd name="connsiteX10" fmla="*/ 342900 w 526266"/>
                      <a:gd name="connsiteY10" fmla="*/ 169069 h 1978819"/>
                      <a:gd name="connsiteX11" fmla="*/ 481012 w 526266"/>
                      <a:gd name="connsiteY11" fmla="*/ 0 h 1978819"/>
                      <a:gd name="connsiteX0" fmla="*/ 481012 w 526257"/>
                      <a:gd name="connsiteY0" fmla="*/ 0 h 1978819"/>
                      <a:gd name="connsiteX1" fmla="*/ 476250 w 526257"/>
                      <a:gd name="connsiteY1" fmla="*/ 869157 h 1978819"/>
                      <a:gd name="connsiteX2" fmla="*/ 526257 w 526257"/>
                      <a:gd name="connsiteY2" fmla="*/ 1481138 h 1978819"/>
                      <a:gd name="connsiteX3" fmla="*/ 178594 w 526257"/>
                      <a:gd name="connsiteY3" fmla="*/ 1978819 h 1978819"/>
                      <a:gd name="connsiteX4" fmla="*/ 95250 w 526257"/>
                      <a:gd name="connsiteY4" fmla="*/ 1774032 h 1978819"/>
                      <a:gd name="connsiteX5" fmla="*/ 11906 w 526257"/>
                      <a:gd name="connsiteY5" fmla="*/ 1400175 h 1978819"/>
                      <a:gd name="connsiteX6" fmla="*/ 0 w 526257"/>
                      <a:gd name="connsiteY6" fmla="*/ 1185863 h 1978819"/>
                      <a:gd name="connsiteX7" fmla="*/ 28575 w 526257"/>
                      <a:gd name="connsiteY7" fmla="*/ 883444 h 1978819"/>
                      <a:gd name="connsiteX8" fmla="*/ 85725 w 526257"/>
                      <a:gd name="connsiteY8" fmla="*/ 614363 h 1978819"/>
                      <a:gd name="connsiteX9" fmla="*/ 180975 w 526257"/>
                      <a:gd name="connsiteY9" fmla="*/ 395288 h 1978819"/>
                      <a:gd name="connsiteX10" fmla="*/ 342900 w 526257"/>
                      <a:gd name="connsiteY10" fmla="*/ 169069 h 1978819"/>
                      <a:gd name="connsiteX11" fmla="*/ 481012 w 526257"/>
                      <a:gd name="connsiteY11" fmla="*/ 0 h 1978819"/>
                      <a:gd name="connsiteX0" fmla="*/ 481012 w 526257"/>
                      <a:gd name="connsiteY0" fmla="*/ 0 h 1978819"/>
                      <a:gd name="connsiteX1" fmla="*/ 497681 w 526257"/>
                      <a:gd name="connsiteY1" fmla="*/ 940594 h 1978819"/>
                      <a:gd name="connsiteX2" fmla="*/ 526257 w 526257"/>
                      <a:gd name="connsiteY2" fmla="*/ 1481138 h 1978819"/>
                      <a:gd name="connsiteX3" fmla="*/ 178594 w 526257"/>
                      <a:gd name="connsiteY3" fmla="*/ 1978819 h 1978819"/>
                      <a:gd name="connsiteX4" fmla="*/ 95250 w 526257"/>
                      <a:gd name="connsiteY4" fmla="*/ 1774032 h 1978819"/>
                      <a:gd name="connsiteX5" fmla="*/ 11906 w 526257"/>
                      <a:gd name="connsiteY5" fmla="*/ 1400175 h 1978819"/>
                      <a:gd name="connsiteX6" fmla="*/ 0 w 526257"/>
                      <a:gd name="connsiteY6" fmla="*/ 1185863 h 1978819"/>
                      <a:gd name="connsiteX7" fmla="*/ 28575 w 526257"/>
                      <a:gd name="connsiteY7" fmla="*/ 883444 h 1978819"/>
                      <a:gd name="connsiteX8" fmla="*/ 85725 w 526257"/>
                      <a:gd name="connsiteY8" fmla="*/ 614363 h 1978819"/>
                      <a:gd name="connsiteX9" fmla="*/ 180975 w 526257"/>
                      <a:gd name="connsiteY9" fmla="*/ 395288 h 1978819"/>
                      <a:gd name="connsiteX10" fmla="*/ 342900 w 526257"/>
                      <a:gd name="connsiteY10" fmla="*/ 169069 h 1978819"/>
                      <a:gd name="connsiteX11" fmla="*/ 481012 w 526257"/>
                      <a:gd name="connsiteY11" fmla="*/ 0 h 1978819"/>
                      <a:gd name="connsiteX0" fmla="*/ 481012 w 526257"/>
                      <a:gd name="connsiteY0" fmla="*/ 0 h 1978819"/>
                      <a:gd name="connsiteX1" fmla="*/ 488823 w 526257"/>
                      <a:gd name="connsiteY1" fmla="*/ 882517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88823 w 526257"/>
                      <a:gd name="connsiteY1" fmla="*/ 882517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26910 w 526257"/>
                      <a:gd name="connsiteY1" fmla="*/ 777742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31672 w 526257"/>
                      <a:gd name="connsiteY1" fmla="*/ 770598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76929"/>
                      <a:gd name="connsiteY0" fmla="*/ 0 h 1978819"/>
                      <a:gd name="connsiteX1" fmla="*/ 576929 w 576929"/>
                      <a:gd name="connsiteY1" fmla="*/ 651535 h 1978819"/>
                      <a:gd name="connsiteX2" fmla="*/ 497681 w 576929"/>
                      <a:gd name="connsiteY2" fmla="*/ 940594 h 1978819"/>
                      <a:gd name="connsiteX3" fmla="*/ 526257 w 576929"/>
                      <a:gd name="connsiteY3" fmla="*/ 1481138 h 1978819"/>
                      <a:gd name="connsiteX4" fmla="*/ 178594 w 576929"/>
                      <a:gd name="connsiteY4" fmla="*/ 1978819 h 1978819"/>
                      <a:gd name="connsiteX5" fmla="*/ 95250 w 576929"/>
                      <a:gd name="connsiteY5" fmla="*/ 1774032 h 1978819"/>
                      <a:gd name="connsiteX6" fmla="*/ 11906 w 576929"/>
                      <a:gd name="connsiteY6" fmla="*/ 1400175 h 1978819"/>
                      <a:gd name="connsiteX7" fmla="*/ 0 w 576929"/>
                      <a:gd name="connsiteY7" fmla="*/ 1185863 h 1978819"/>
                      <a:gd name="connsiteX8" fmla="*/ 28575 w 576929"/>
                      <a:gd name="connsiteY8" fmla="*/ 883444 h 1978819"/>
                      <a:gd name="connsiteX9" fmla="*/ 85725 w 576929"/>
                      <a:gd name="connsiteY9" fmla="*/ 614363 h 1978819"/>
                      <a:gd name="connsiteX10" fmla="*/ 180975 w 576929"/>
                      <a:gd name="connsiteY10" fmla="*/ 395288 h 1978819"/>
                      <a:gd name="connsiteX11" fmla="*/ 342900 w 576929"/>
                      <a:gd name="connsiteY11" fmla="*/ 169069 h 1978819"/>
                      <a:gd name="connsiteX12" fmla="*/ 481012 w 576929"/>
                      <a:gd name="connsiteY12" fmla="*/ 0 h 1978819"/>
                      <a:gd name="connsiteX0" fmla="*/ 481012 w 669797"/>
                      <a:gd name="connsiteY0" fmla="*/ 0 h 1978819"/>
                      <a:gd name="connsiteX1" fmla="*/ 669797 w 669797"/>
                      <a:gd name="connsiteY1" fmla="*/ 394360 h 1978819"/>
                      <a:gd name="connsiteX2" fmla="*/ 497681 w 669797"/>
                      <a:gd name="connsiteY2" fmla="*/ 940594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21493 w 669797"/>
                      <a:gd name="connsiteY2" fmla="*/ 883445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93491"/>
                      <a:gd name="connsiteY0" fmla="*/ 0 h 1978819"/>
                      <a:gd name="connsiteX1" fmla="*/ 676941 w 693491"/>
                      <a:gd name="connsiteY1" fmla="*/ 394360 h 1978819"/>
                      <a:gd name="connsiteX2" fmla="*/ 521493 w 693491"/>
                      <a:gd name="connsiteY2" fmla="*/ 883445 h 1978819"/>
                      <a:gd name="connsiteX3" fmla="*/ 526257 w 693491"/>
                      <a:gd name="connsiteY3" fmla="*/ 1481138 h 1978819"/>
                      <a:gd name="connsiteX4" fmla="*/ 178594 w 693491"/>
                      <a:gd name="connsiteY4" fmla="*/ 1978819 h 1978819"/>
                      <a:gd name="connsiteX5" fmla="*/ 95250 w 693491"/>
                      <a:gd name="connsiteY5" fmla="*/ 1774032 h 1978819"/>
                      <a:gd name="connsiteX6" fmla="*/ 11906 w 693491"/>
                      <a:gd name="connsiteY6" fmla="*/ 1400175 h 1978819"/>
                      <a:gd name="connsiteX7" fmla="*/ 0 w 693491"/>
                      <a:gd name="connsiteY7" fmla="*/ 1185863 h 1978819"/>
                      <a:gd name="connsiteX8" fmla="*/ 28575 w 693491"/>
                      <a:gd name="connsiteY8" fmla="*/ 883444 h 1978819"/>
                      <a:gd name="connsiteX9" fmla="*/ 85725 w 693491"/>
                      <a:gd name="connsiteY9" fmla="*/ 614363 h 1978819"/>
                      <a:gd name="connsiteX10" fmla="*/ 180975 w 693491"/>
                      <a:gd name="connsiteY10" fmla="*/ 395288 h 1978819"/>
                      <a:gd name="connsiteX11" fmla="*/ 342900 w 693491"/>
                      <a:gd name="connsiteY11" fmla="*/ 169069 h 1978819"/>
                      <a:gd name="connsiteX12" fmla="*/ 481012 w 69349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7143 h 1602581"/>
                      <a:gd name="connsiteX1" fmla="*/ 676941 w 676941"/>
                      <a:gd name="connsiteY1" fmla="*/ 18122 h 1602581"/>
                      <a:gd name="connsiteX2" fmla="*/ 521493 w 676941"/>
                      <a:gd name="connsiteY2" fmla="*/ 507207 h 1602581"/>
                      <a:gd name="connsiteX3" fmla="*/ 526257 w 676941"/>
                      <a:gd name="connsiteY3" fmla="*/ 1104900 h 1602581"/>
                      <a:gd name="connsiteX4" fmla="*/ 178594 w 676941"/>
                      <a:gd name="connsiteY4" fmla="*/ 1602581 h 1602581"/>
                      <a:gd name="connsiteX5" fmla="*/ 95250 w 676941"/>
                      <a:gd name="connsiteY5" fmla="*/ 1397794 h 1602581"/>
                      <a:gd name="connsiteX6" fmla="*/ 11906 w 676941"/>
                      <a:gd name="connsiteY6" fmla="*/ 1023937 h 1602581"/>
                      <a:gd name="connsiteX7" fmla="*/ 0 w 676941"/>
                      <a:gd name="connsiteY7" fmla="*/ 809625 h 1602581"/>
                      <a:gd name="connsiteX8" fmla="*/ 28575 w 676941"/>
                      <a:gd name="connsiteY8" fmla="*/ 507206 h 1602581"/>
                      <a:gd name="connsiteX9" fmla="*/ 85725 w 676941"/>
                      <a:gd name="connsiteY9" fmla="*/ 238125 h 1602581"/>
                      <a:gd name="connsiteX10" fmla="*/ 180975 w 676941"/>
                      <a:gd name="connsiteY10" fmla="*/ 19050 h 1602581"/>
                      <a:gd name="connsiteX11" fmla="*/ 257175 w 676941"/>
                      <a:gd name="connsiteY11" fmla="*/ 0 h 1602581"/>
                      <a:gd name="connsiteX12" fmla="*/ 373855 w 676941"/>
                      <a:gd name="connsiteY12" fmla="*/ 7143 h 1602581"/>
                      <a:gd name="connsiteX0" fmla="*/ 373855 w 676941"/>
                      <a:gd name="connsiteY0" fmla="*/ 7143 h 1602581"/>
                      <a:gd name="connsiteX1" fmla="*/ 676941 w 676941"/>
                      <a:gd name="connsiteY1" fmla="*/ 18122 h 1602581"/>
                      <a:gd name="connsiteX2" fmla="*/ 521493 w 676941"/>
                      <a:gd name="connsiteY2" fmla="*/ 507207 h 1602581"/>
                      <a:gd name="connsiteX3" fmla="*/ 526257 w 676941"/>
                      <a:gd name="connsiteY3" fmla="*/ 1104900 h 1602581"/>
                      <a:gd name="connsiteX4" fmla="*/ 178594 w 676941"/>
                      <a:gd name="connsiteY4" fmla="*/ 1602581 h 1602581"/>
                      <a:gd name="connsiteX5" fmla="*/ 95250 w 676941"/>
                      <a:gd name="connsiteY5" fmla="*/ 1397794 h 1602581"/>
                      <a:gd name="connsiteX6" fmla="*/ 11906 w 676941"/>
                      <a:gd name="connsiteY6" fmla="*/ 1023937 h 1602581"/>
                      <a:gd name="connsiteX7" fmla="*/ 0 w 676941"/>
                      <a:gd name="connsiteY7" fmla="*/ 809625 h 1602581"/>
                      <a:gd name="connsiteX8" fmla="*/ 28575 w 676941"/>
                      <a:gd name="connsiteY8" fmla="*/ 507206 h 1602581"/>
                      <a:gd name="connsiteX9" fmla="*/ 85725 w 676941"/>
                      <a:gd name="connsiteY9" fmla="*/ 238125 h 1602581"/>
                      <a:gd name="connsiteX10" fmla="*/ 180975 w 676941"/>
                      <a:gd name="connsiteY10" fmla="*/ 19050 h 1602581"/>
                      <a:gd name="connsiteX11" fmla="*/ 257175 w 676941"/>
                      <a:gd name="connsiteY11" fmla="*/ 0 h 1602581"/>
                      <a:gd name="connsiteX12" fmla="*/ 373855 w 676941"/>
                      <a:gd name="connsiteY12" fmla="*/ 7143 h 160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941" h="1602581">
                        <a:moveTo>
                          <a:pt x="373855" y="7143"/>
                        </a:moveTo>
                        <a:cubicBezTo>
                          <a:pt x="541050" y="14132"/>
                          <a:pt x="476519" y="23281"/>
                          <a:pt x="676941" y="18122"/>
                        </a:cubicBezTo>
                        <a:cubicBezTo>
                          <a:pt x="617806" y="136788"/>
                          <a:pt x="536685" y="400293"/>
                          <a:pt x="521493" y="507207"/>
                        </a:cubicBezTo>
                        <a:cubicBezTo>
                          <a:pt x="487361" y="746919"/>
                          <a:pt x="503239" y="858044"/>
                          <a:pt x="526257" y="1104900"/>
                        </a:cubicBezTo>
                        <a:lnTo>
                          <a:pt x="178594" y="1602581"/>
                        </a:lnTo>
                        <a:lnTo>
                          <a:pt x="95250" y="1397794"/>
                        </a:lnTo>
                        <a:lnTo>
                          <a:pt x="11906" y="1023937"/>
                        </a:lnTo>
                        <a:lnTo>
                          <a:pt x="0" y="809625"/>
                        </a:lnTo>
                        <a:lnTo>
                          <a:pt x="28575" y="507206"/>
                        </a:lnTo>
                        <a:lnTo>
                          <a:pt x="85725" y="238125"/>
                        </a:lnTo>
                        <a:lnTo>
                          <a:pt x="180975" y="19050"/>
                        </a:lnTo>
                        <a:lnTo>
                          <a:pt x="257175" y="0"/>
                        </a:lnTo>
                        <a:cubicBezTo>
                          <a:pt x="303212" y="14287"/>
                          <a:pt x="282574" y="21431"/>
                          <a:pt x="373855" y="7143"/>
                        </a:cubicBez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Elipse 31">
                    <a:extLst>
                      <a:ext uri="{FF2B5EF4-FFF2-40B4-BE49-F238E27FC236}">
                        <a16:creationId xmlns:a16="http://schemas.microsoft.com/office/drawing/2014/main" id="{FE21F7FC-4863-81C9-E435-C827CCEC5B90}"/>
                      </a:ext>
                    </a:extLst>
                  </p:cNvPr>
                  <p:cNvSpPr/>
                  <p:nvPr/>
                </p:nvSpPr>
                <p:spPr>
                  <a:xfrm>
                    <a:off x="2535400" y="3163888"/>
                    <a:ext cx="457200" cy="457200"/>
                  </a:xfrm>
                  <a:prstGeom prst="ellipse">
                    <a:avLst/>
                  </a:prstGeom>
                  <a:noFill/>
                  <a:ln w="28575" cap="flat" cmpd="thinThick"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33" name="Conector reto 32">
                    <a:extLst>
                      <a:ext uri="{FF2B5EF4-FFF2-40B4-BE49-F238E27FC236}">
                        <a16:creationId xmlns:a16="http://schemas.microsoft.com/office/drawing/2014/main" id="{460470A0-ED66-BF2B-C8E6-A301DD1E9059}"/>
                      </a:ext>
                    </a:extLst>
                  </p:cNvPr>
                  <p:cNvCxnSpPr>
                    <a:cxnSpLocks/>
                  </p:cNvCxnSpPr>
                  <p:nvPr/>
                </p:nvCxnSpPr>
                <p:spPr>
                  <a:xfrm flipV="1">
                    <a:off x="1839341" y="3775206"/>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Conector reto 33">
                    <a:extLst>
                      <a:ext uri="{FF2B5EF4-FFF2-40B4-BE49-F238E27FC236}">
                        <a16:creationId xmlns:a16="http://schemas.microsoft.com/office/drawing/2014/main" id="{9E623448-7697-75EA-21A3-018D3FAE2CD6}"/>
                      </a:ext>
                    </a:extLst>
                  </p:cNvPr>
                  <p:cNvCxnSpPr>
                    <a:cxnSpLocks/>
                    <a:stCxn id="11" idx="0"/>
                    <a:endCxn id="30" idx="0"/>
                  </p:cNvCxnSpPr>
                  <p:nvPr/>
                </p:nvCxnSpPr>
                <p:spPr>
                  <a:xfrm flipH="1" flipV="1">
                    <a:off x="1348096" y="2588717"/>
                    <a:ext cx="496235" cy="3466"/>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ector reto 34">
                    <a:extLst>
                      <a:ext uri="{FF2B5EF4-FFF2-40B4-BE49-F238E27FC236}">
                        <a16:creationId xmlns:a16="http://schemas.microsoft.com/office/drawing/2014/main" id="{11302432-473B-ADF8-D41E-C10037D4FB1D}"/>
                      </a:ext>
                    </a:extLst>
                  </p:cNvPr>
                  <p:cNvCxnSpPr>
                    <a:cxnSpLocks/>
                    <a:stCxn id="11" idx="2"/>
                    <a:endCxn id="30" idx="2"/>
                  </p:cNvCxnSpPr>
                  <p:nvPr/>
                </p:nvCxnSpPr>
                <p:spPr>
                  <a:xfrm flipH="1" flipV="1">
                    <a:off x="1327035" y="4177702"/>
                    <a:ext cx="513658" cy="81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Conector reto 35">
                    <a:extLst>
                      <a:ext uri="{FF2B5EF4-FFF2-40B4-BE49-F238E27FC236}">
                        <a16:creationId xmlns:a16="http://schemas.microsoft.com/office/drawing/2014/main" id="{54ACA38B-FB3D-1209-E1EA-727E6879E9A0}"/>
                      </a:ext>
                    </a:extLst>
                  </p:cNvPr>
                  <p:cNvCxnSpPr>
                    <a:cxnSpLocks/>
                  </p:cNvCxnSpPr>
                  <p:nvPr/>
                </p:nvCxnSpPr>
                <p:spPr>
                  <a:xfrm flipV="1">
                    <a:off x="1839341" y="219098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Conector reto 36">
                    <a:extLst>
                      <a:ext uri="{FF2B5EF4-FFF2-40B4-BE49-F238E27FC236}">
                        <a16:creationId xmlns:a16="http://schemas.microsoft.com/office/drawing/2014/main" id="{0D15B28B-AA4B-7BC2-AF95-1F3579BF5845}"/>
                      </a:ext>
                    </a:extLst>
                  </p:cNvPr>
                  <p:cNvCxnSpPr>
                    <a:cxnSpLocks/>
                  </p:cNvCxnSpPr>
                  <p:nvPr/>
                </p:nvCxnSpPr>
                <p:spPr>
                  <a:xfrm flipV="1">
                    <a:off x="1346912" y="217627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Conector reto 37">
                    <a:extLst>
                      <a:ext uri="{FF2B5EF4-FFF2-40B4-BE49-F238E27FC236}">
                        <a16:creationId xmlns:a16="http://schemas.microsoft.com/office/drawing/2014/main" id="{C7714202-425B-E056-EF8E-85DDDBA75B17}"/>
                      </a:ext>
                    </a:extLst>
                  </p:cNvPr>
                  <p:cNvCxnSpPr>
                    <a:cxnSpLocks/>
                  </p:cNvCxnSpPr>
                  <p:nvPr/>
                </p:nvCxnSpPr>
                <p:spPr>
                  <a:xfrm flipV="1">
                    <a:off x="1325671" y="3681028"/>
                    <a:ext cx="363311" cy="498687"/>
                  </a:xfrm>
                  <a:prstGeom prst="line">
                    <a:avLst/>
                  </a:prstGeom>
                  <a:ln>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8DF7A7B7-57EE-58C0-B217-871F5CA78233}"/>
                          </a:ext>
                        </a:extLst>
                      </p:cNvPr>
                      <p:cNvSpPr txBox="1"/>
                      <p:nvPr/>
                    </p:nvSpPr>
                    <p:spPr>
                      <a:xfrm>
                        <a:off x="1252974" y="2628328"/>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7" name="CaixaDeTexto 116">
                        <a:extLst>
                          <a:ext uri="{FF2B5EF4-FFF2-40B4-BE49-F238E27FC236}">
                            <a16:creationId xmlns:a16="http://schemas.microsoft.com/office/drawing/2014/main" id="{ED20AE49-A3FA-8DAA-267E-E4322CBCC2B0}"/>
                          </a:ext>
                        </a:extLst>
                      </p:cNvPr>
                      <p:cNvSpPr txBox="1">
                        <a:spLocks noRot="1" noChangeAspect="1" noMove="1" noResize="1" noEditPoints="1" noAdjustHandles="1" noChangeArrowheads="1" noChangeShapeType="1" noTextEdit="1"/>
                      </p:cNvSpPr>
                      <p:nvPr/>
                    </p:nvSpPr>
                    <p:spPr>
                      <a:xfrm>
                        <a:off x="1252974" y="2628328"/>
                        <a:ext cx="354200" cy="333938"/>
                      </a:xfrm>
                      <a:prstGeom prst="rect">
                        <a:avLst/>
                      </a:prstGeom>
                      <a:blipFill>
                        <a:blip r:embed="rId7"/>
                        <a:stretch>
                          <a:fillRect t="-12727" r="-8621" b="-1818"/>
                        </a:stretch>
                      </a:blipFill>
                    </p:spPr>
                    <p:txBody>
                      <a:bodyPr/>
                      <a:lstStyle/>
                      <a:p>
                        <a:r>
                          <a:rPr lang="pt-BR">
                            <a:noFill/>
                          </a:rPr>
                          <a:t> </a:t>
                        </a:r>
                      </a:p>
                    </p:txBody>
                  </p:sp>
                </mc:Fallback>
              </mc:AlternateContent>
            </p:grpSp>
            <p:sp>
              <p:nvSpPr>
                <p:cNvPr id="30" name="Arco 29">
                  <a:extLst>
                    <a:ext uri="{FF2B5EF4-FFF2-40B4-BE49-F238E27FC236}">
                      <a16:creationId xmlns:a16="http://schemas.microsoft.com/office/drawing/2014/main" id="{385196D8-C44E-3732-0EFB-3B34CBC24280}"/>
                    </a:ext>
                  </a:extLst>
                </p:cNvPr>
                <p:cNvSpPr/>
                <p:nvPr/>
              </p:nvSpPr>
              <p:spPr>
                <a:xfrm flipH="1">
                  <a:off x="1163452" y="1425984"/>
                  <a:ext cx="4140460" cy="3960440"/>
                </a:xfrm>
                <a:prstGeom prst="arc">
                  <a:avLst>
                    <a:gd name="adj1" fmla="val 20193665"/>
                    <a:gd name="adj2" fmla="val 132180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p:nvGrpSpPr>
              <p:cNvPr id="10" name="Agrupar 9">
                <a:extLst>
                  <a:ext uri="{FF2B5EF4-FFF2-40B4-BE49-F238E27FC236}">
                    <a16:creationId xmlns:a16="http://schemas.microsoft.com/office/drawing/2014/main" id="{AA8CDD33-5B73-B74C-540A-C22844DC3A96}"/>
                  </a:ext>
                </a:extLst>
              </p:cNvPr>
              <p:cNvGrpSpPr/>
              <p:nvPr/>
            </p:nvGrpSpPr>
            <p:grpSpPr>
              <a:xfrm>
                <a:off x="3690548" y="1883728"/>
                <a:ext cx="3017520" cy="3017520"/>
                <a:chOff x="3726552" y="1883728"/>
                <a:chExt cx="3017520" cy="3017520"/>
              </a:xfrm>
            </p:grpSpPr>
            <p:grpSp>
              <p:nvGrpSpPr>
                <p:cNvPr id="14" name="Agrupar 13">
                  <a:extLst>
                    <a:ext uri="{FF2B5EF4-FFF2-40B4-BE49-F238E27FC236}">
                      <a16:creationId xmlns:a16="http://schemas.microsoft.com/office/drawing/2014/main" id="{7666C650-F287-DC5A-028B-E46AAF212EAD}"/>
                    </a:ext>
                  </a:extLst>
                </p:cNvPr>
                <p:cNvGrpSpPr/>
                <p:nvPr/>
              </p:nvGrpSpPr>
              <p:grpSpPr>
                <a:xfrm>
                  <a:off x="3726552" y="1883728"/>
                  <a:ext cx="3017520" cy="3017520"/>
                  <a:chOff x="4185046" y="1883728"/>
                  <a:chExt cx="3017520" cy="3017520"/>
                </a:xfrm>
              </p:grpSpPr>
              <p:grpSp>
                <p:nvGrpSpPr>
                  <p:cNvPr id="19" name="Agrupar 18">
                    <a:extLst>
                      <a:ext uri="{FF2B5EF4-FFF2-40B4-BE49-F238E27FC236}">
                        <a16:creationId xmlns:a16="http://schemas.microsoft.com/office/drawing/2014/main" id="{BB0BDCFC-A485-114B-3CF6-1585CB5641D8}"/>
                      </a:ext>
                    </a:extLst>
                  </p:cNvPr>
                  <p:cNvGrpSpPr/>
                  <p:nvPr/>
                </p:nvGrpSpPr>
                <p:grpSpPr>
                  <a:xfrm>
                    <a:off x="4185046" y="1883728"/>
                    <a:ext cx="3017520" cy="3017520"/>
                    <a:chOff x="1383665" y="1897914"/>
                    <a:chExt cx="3017520" cy="3017520"/>
                  </a:xfrm>
                </p:grpSpPr>
                <p:grpSp>
                  <p:nvGrpSpPr>
                    <p:cNvPr id="21" name="Agrupar 20">
                      <a:extLst>
                        <a:ext uri="{FF2B5EF4-FFF2-40B4-BE49-F238E27FC236}">
                          <a16:creationId xmlns:a16="http://schemas.microsoft.com/office/drawing/2014/main" id="{0935579C-7537-2DA5-2E74-1BADD8C80A22}"/>
                        </a:ext>
                      </a:extLst>
                    </p:cNvPr>
                    <p:cNvGrpSpPr/>
                    <p:nvPr/>
                  </p:nvGrpSpPr>
                  <p:grpSpPr>
                    <a:xfrm>
                      <a:off x="1383665" y="1897914"/>
                      <a:ext cx="3017520" cy="3017520"/>
                      <a:chOff x="2359606" y="1501140"/>
                      <a:chExt cx="3017520" cy="3017520"/>
                    </a:xfrm>
                  </p:grpSpPr>
                  <p:grpSp>
                    <p:nvGrpSpPr>
                      <p:cNvPr id="23" name="Agrupar 22">
                        <a:extLst>
                          <a:ext uri="{FF2B5EF4-FFF2-40B4-BE49-F238E27FC236}">
                            <a16:creationId xmlns:a16="http://schemas.microsoft.com/office/drawing/2014/main" id="{CF4208CE-093A-6F8F-EEDE-D914BC3BC641}"/>
                          </a:ext>
                        </a:extLst>
                      </p:cNvPr>
                      <p:cNvGrpSpPr/>
                      <p:nvPr/>
                    </p:nvGrpSpPr>
                    <p:grpSpPr>
                      <a:xfrm>
                        <a:off x="2359606" y="1501140"/>
                        <a:ext cx="3017520" cy="3017520"/>
                        <a:chOff x="2359606" y="1501140"/>
                        <a:chExt cx="3017520" cy="3017520"/>
                      </a:xfrm>
                    </p:grpSpPr>
                    <p:sp>
                      <p:nvSpPr>
                        <p:cNvPr id="27" name="Elipse 26">
                          <a:extLst>
                            <a:ext uri="{FF2B5EF4-FFF2-40B4-BE49-F238E27FC236}">
                              <a16:creationId xmlns:a16="http://schemas.microsoft.com/office/drawing/2014/main" id="{1BA3EBFC-F94A-C7B0-62D6-6924FD7D68FE}"/>
                            </a:ext>
                          </a:extLst>
                        </p:cNvPr>
                        <p:cNvSpPr/>
                        <p:nvPr/>
                      </p:nvSpPr>
                      <p:spPr>
                        <a:xfrm>
                          <a:off x="2359606" y="1501140"/>
                          <a:ext cx="3017520" cy="3017520"/>
                        </a:xfrm>
                        <a:prstGeom prst="ellipse">
                          <a:avLst/>
                        </a:prstGeom>
                        <a:solidFill>
                          <a:schemeClr val="accent1">
                            <a:alpha val="10000"/>
                          </a:schemeClr>
                        </a:solidFill>
                        <a:ln w="76200" cmpd="thickThin">
                          <a:solidFill>
                            <a:srgbClr val="0070C0"/>
                          </a:solidFill>
                          <a:prstDash val="solid"/>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8" name="Elipse 27">
                          <a:extLst>
                            <a:ext uri="{FF2B5EF4-FFF2-40B4-BE49-F238E27FC236}">
                              <a16:creationId xmlns:a16="http://schemas.microsoft.com/office/drawing/2014/main" id="{5F3D84B8-9D9E-BA2D-8EF2-E79FD3758B35}"/>
                            </a:ext>
                          </a:extLst>
                        </p:cNvPr>
                        <p:cNvSpPr/>
                        <p:nvPr/>
                      </p:nvSpPr>
                      <p:spPr>
                        <a:xfrm>
                          <a:off x="2588206" y="1729740"/>
                          <a:ext cx="2560320" cy="2560320"/>
                        </a:xfrm>
                        <a:prstGeom prst="ellipse">
                          <a:avLst/>
                        </a:prstGeom>
                        <a:solidFill>
                          <a:schemeClr val="bg1"/>
                        </a:solidFill>
                        <a:ln w="15875" cmpd="sng">
                          <a:solidFill>
                            <a:srgbClr val="0070C0"/>
                          </a:solidFill>
                          <a:prstDash val="solid"/>
                          <a:extLst>
                            <a:ext uri="{C807C97D-BFC1-408E-A445-0C87EB9F89A2}">
                              <ask:lineSketchStyleProps xmlns:ask="http://schemas.microsoft.com/office/drawing/2018/sketchyshapes">
                                <ask:type>
                                  <ask:lineSketchNone/>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24" name="Elipse 23">
                        <a:extLst>
                          <a:ext uri="{FF2B5EF4-FFF2-40B4-BE49-F238E27FC236}">
                            <a16:creationId xmlns:a16="http://schemas.microsoft.com/office/drawing/2014/main" id="{CC85AFCF-224F-4492-720A-6FB96A6BDEFD}"/>
                          </a:ext>
                        </a:extLst>
                      </p:cNvPr>
                      <p:cNvSpPr/>
                      <p:nvPr/>
                    </p:nvSpPr>
                    <p:spPr>
                      <a:xfrm>
                        <a:off x="3423409" y="2562707"/>
                        <a:ext cx="914400" cy="914400"/>
                      </a:xfrm>
                      <a:prstGeom prst="ellipse">
                        <a:avLst/>
                      </a:prstGeom>
                      <a:noFill/>
                      <a:ln w="63500" cap="flat" cmpd="thinThick"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25" name="Conector de Seta Reta 24">
                        <a:extLst>
                          <a:ext uri="{FF2B5EF4-FFF2-40B4-BE49-F238E27FC236}">
                            <a16:creationId xmlns:a16="http://schemas.microsoft.com/office/drawing/2014/main" id="{02FD8D85-C488-1954-87D4-79C0608DB3C8}"/>
                          </a:ext>
                        </a:extLst>
                      </p:cNvPr>
                      <p:cNvCxnSpPr>
                        <a:cxnSpLocks/>
                        <a:endCxn id="28" idx="1"/>
                      </p:cNvCxnSpPr>
                      <p:nvPr/>
                    </p:nvCxnSpPr>
                    <p:spPr>
                      <a:xfrm flipH="1" flipV="1">
                        <a:off x="2963156" y="2104690"/>
                        <a:ext cx="905210" cy="9014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ector de Seta Reta 25">
                        <a:extLst>
                          <a:ext uri="{FF2B5EF4-FFF2-40B4-BE49-F238E27FC236}">
                            <a16:creationId xmlns:a16="http://schemas.microsoft.com/office/drawing/2014/main" id="{CFCD3812-D465-3980-833D-4FAFFB1BEF6F}"/>
                          </a:ext>
                        </a:extLst>
                      </p:cNvPr>
                      <p:cNvCxnSpPr>
                        <a:cxnSpLocks/>
                        <a:endCxn id="24" idx="7"/>
                      </p:cNvCxnSpPr>
                      <p:nvPr/>
                    </p:nvCxnSpPr>
                    <p:spPr>
                      <a:xfrm flipV="1">
                        <a:off x="3868366" y="2696618"/>
                        <a:ext cx="335532" cy="311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2" name="Elipse 21">
                      <a:extLst>
                        <a:ext uri="{FF2B5EF4-FFF2-40B4-BE49-F238E27FC236}">
                          <a16:creationId xmlns:a16="http://schemas.microsoft.com/office/drawing/2014/main" id="{67D350D9-E6EC-8571-A4AE-931FFBA09CD7}"/>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816DB106-BE51-5745-7FED-C2DEE8D28BD2}"/>
                          </a:ext>
                        </a:extLst>
                      </p:cNvPr>
                      <p:cNvSpPr txBox="1"/>
                      <p:nvPr/>
                    </p:nvSpPr>
                    <p:spPr>
                      <a:xfrm>
                        <a:off x="5637233" y="3406204"/>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123" name="CaixaDeTexto 122">
                        <a:extLst>
                          <a:ext uri="{FF2B5EF4-FFF2-40B4-BE49-F238E27FC236}">
                            <a16:creationId xmlns:a16="http://schemas.microsoft.com/office/drawing/2014/main" id="{7ECB4E05-DA77-9E87-39D0-349B35E76954}"/>
                          </a:ext>
                        </a:extLst>
                      </p:cNvPr>
                      <p:cNvSpPr txBox="1">
                        <a:spLocks noRot="1" noChangeAspect="1" noMove="1" noResize="1" noEditPoints="1" noAdjustHandles="1" noChangeArrowheads="1" noChangeShapeType="1" noTextEdit="1"/>
                      </p:cNvSpPr>
                      <p:nvPr/>
                    </p:nvSpPr>
                    <p:spPr>
                      <a:xfrm>
                        <a:off x="5637233" y="3406204"/>
                        <a:ext cx="313163" cy="261610"/>
                      </a:xfrm>
                      <a:prstGeom prst="rect">
                        <a:avLst/>
                      </a:prstGeom>
                      <a:blipFill>
                        <a:blip r:embed="rId8"/>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E5F56342-7202-AAA3-5629-7C5B63F50AD0}"/>
                        </a:ext>
                      </a:extLst>
                    </p:cNvPr>
                    <p:cNvSpPr txBox="1"/>
                    <p:nvPr/>
                  </p:nvSpPr>
                  <p:spPr>
                    <a:xfrm>
                      <a:off x="4312342" y="2724238"/>
                      <a:ext cx="42319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𝑖𝑞</m:t>
                                </m:r>
                              </m:sub>
                            </m:sSub>
                          </m:oMath>
                        </m:oMathPara>
                      </a14:m>
                      <a:endParaRPr lang="pt-BR" sz="1400"/>
                    </a:p>
                  </p:txBody>
                </p:sp>
              </mc:Choice>
              <mc:Fallback xmlns="">
                <p:sp>
                  <p:nvSpPr>
                    <p:cNvPr id="3" name="CaixaDeTexto 2">
                      <a:extLst>
                        <a:ext uri="{FF2B5EF4-FFF2-40B4-BE49-F238E27FC236}">
                          <a16:creationId xmlns:a16="http://schemas.microsoft.com/office/drawing/2014/main" id="{FF4546B2-826A-1C84-8EA2-C6A33627DE5C}"/>
                        </a:ext>
                      </a:extLst>
                    </p:cNvPr>
                    <p:cNvSpPr txBox="1">
                      <a:spLocks noRot="1" noChangeAspect="1" noMove="1" noResize="1" noEditPoints="1" noAdjustHandles="1" noChangeArrowheads="1" noChangeShapeType="1" noTextEdit="1"/>
                    </p:cNvSpPr>
                    <p:nvPr/>
                  </p:nvSpPr>
                  <p:spPr>
                    <a:xfrm>
                      <a:off x="4312342" y="2724238"/>
                      <a:ext cx="423193" cy="324384"/>
                    </a:xfrm>
                    <a:prstGeom prst="rect">
                      <a:avLst/>
                    </a:prstGeom>
                    <a:blipFill>
                      <a:blip r:embed="rId9"/>
                      <a:stretch>
                        <a:fillRect t="-9434" r="-714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10C1B59E-3B81-3FC3-1737-AE094417FC64}"/>
                        </a:ext>
                      </a:extLst>
                    </p:cNvPr>
                    <p:cNvSpPr txBox="1"/>
                    <p:nvPr/>
                  </p:nvSpPr>
                  <p:spPr>
                    <a:xfrm>
                      <a:off x="5283826" y="3188590"/>
                      <a:ext cx="36747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𝑝</m:t>
                                </m:r>
                              </m:sub>
                            </m:sSub>
                          </m:oMath>
                        </m:oMathPara>
                      </a14:m>
                      <a:endParaRPr lang="pt-BR" sz="1400"/>
                    </a:p>
                  </p:txBody>
                </p:sp>
              </mc:Choice>
              <mc:Fallback xmlns="">
                <p:sp>
                  <p:nvSpPr>
                    <p:cNvPr id="4" name="CaixaDeTexto 3">
                      <a:extLst>
                        <a:ext uri="{FF2B5EF4-FFF2-40B4-BE49-F238E27FC236}">
                          <a16:creationId xmlns:a16="http://schemas.microsoft.com/office/drawing/2014/main" id="{0625CC88-5BC8-1E7C-8472-F3EB914C9941}"/>
                        </a:ext>
                      </a:extLst>
                    </p:cNvPr>
                    <p:cNvSpPr txBox="1">
                      <a:spLocks noRot="1" noChangeAspect="1" noMove="1" noResize="1" noEditPoints="1" noAdjustHandles="1" noChangeArrowheads="1" noChangeShapeType="1" noTextEdit="1"/>
                    </p:cNvSpPr>
                    <p:nvPr/>
                  </p:nvSpPr>
                  <p:spPr>
                    <a:xfrm>
                      <a:off x="5283826" y="3188590"/>
                      <a:ext cx="367472" cy="324384"/>
                    </a:xfrm>
                    <a:prstGeom prst="rect">
                      <a:avLst/>
                    </a:prstGeom>
                    <a:blipFill>
                      <a:blip r:embed="rId10"/>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2CC73F5F-3BB1-9F20-8057-2004E37C06C4}"/>
                        </a:ext>
                      </a:extLst>
                    </p:cNvPr>
                    <p:cNvSpPr txBox="1"/>
                    <p:nvPr/>
                  </p:nvSpPr>
                  <p:spPr>
                    <a:xfrm>
                      <a:off x="4328044" y="3860700"/>
                      <a:ext cx="44358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𝑜𝑞</m:t>
                                </m:r>
                              </m:sub>
                            </m:sSub>
                          </m:oMath>
                        </m:oMathPara>
                      </a14:m>
                      <a:endParaRPr lang="pt-BR" sz="1400"/>
                    </a:p>
                  </p:txBody>
                </p:sp>
              </mc:Choice>
              <mc:Fallback xmlns="">
                <p:sp>
                  <p:nvSpPr>
                    <p:cNvPr id="5" name="CaixaDeTexto 4">
                      <a:extLst>
                        <a:ext uri="{FF2B5EF4-FFF2-40B4-BE49-F238E27FC236}">
                          <a16:creationId xmlns:a16="http://schemas.microsoft.com/office/drawing/2014/main" id="{63842A86-4820-B1CC-E8A7-38EA09792165}"/>
                        </a:ext>
                      </a:extLst>
                    </p:cNvPr>
                    <p:cNvSpPr txBox="1">
                      <a:spLocks noRot="1" noChangeAspect="1" noMove="1" noResize="1" noEditPoints="1" noAdjustHandles="1" noChangeArrowheads="1" noChangeShapeType="1" noTextEdit="1"/>
                    </p:cNvSpPr>
                    <p:nvPr/>
                  </p:nvSpPr>
                  <p:spPr>
                    <a:xfrm>
                      <a:off x="4328044" y="3860700"/>
                      <a:ext cx="443583" cy="324384"/>
                    </a:xfrm>
                    <a:prstGeom prst="rect">
                      <a:avLst/>
                    </a:prstGeom>
                    <a:blipFill>
                      <a:blip r:embed="rId11"/>
                      <a:stretch>
                        <a:fillRect t="-9259" r="-8219"/>
                      </a:stretch>
                    </a:blipFill>
                  </p:spPr>
                  <p:txBody>
                    <a:bodyPr/>
                    <a:lstStyle/>
                    <a:p>
                      <a:r>
                        <a:rPr lang="pt-BR">
                          <a:noFill/>
                        </a:rPr>
                        <a:t> </a:t>
                      </a:r>
                    </a:p>
                  </p:txBody>
                </p:sp>
              </mc:Fallback>
            </mc:AlternateContent>
            <p:cxnSp>
              <p:nvCxnSpPr>
                <p:cNvPr id="18" name="Conector de Seta Reta 17">
                  <a:extLst>
                    <a:ext uri="{FF2B5EF4-FFF2-40B4-BE49-F238E27FC236}">
                      <a16:creationId xmlns:a16="http://schemas.microsoft.com/office/drawing/2014/main" id="{37C7592D-E4AD-D2A5-5246-D5F838C7A59A}"/>
                    </a:ext>
                  </a:extLst>
                </p:cNvPr>
                <p:cNvCxnSpPr>
                  <a:cxnSpLocks/>
                  <a:stCxn id="22" idx="2"/>
                </p:cNvCxnSpPr>
                <p:nvPr/>
              </p:nvCxnSpPr>
              <p:spPr>
                <a:xfrm flipH="1">
                  <a:off x="4007768" y="3392488"/>
                  <a:ext cx="1213828" cy="7925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1" name="Arco 10">
                <a:extLst>
                  <a:ext uri="{FF2B5EF4-FFF2-40B4-BE49-F238E27FC236}">
                    <a16:creationId xmlns:a16="http://schemas.microsoft.com/office/drawing/2014/main" id="{B3795EB0-7980-6C66-CC44-30DE9B5ED4F0}"/>
                  </a:ext>
                </a:extLst>
              </p:cNvPr>
              <p:cNvSpPr/>
              <p:nvPr/>
            </p:nvSpPr>
            <p:spPr>
              <a:xfrm flipH="1">
                <a:off x="1667508" y="1412738"/>
                <a:ext cx="4140460" cy="3960440"/>
              </a:xfrm>
              <a:prstGeom prst="arc">
                <a:avLst>
                  <a:gd name="adj1" fmla="val 20224508"/>
                  <a:gd name="adj2" fmla="val 136093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sp>
          <p:nvSpPr>
            <p:cNvPr id="7" name="Círculo: Vazio 6">
              <a:extLst>
                <a:ext uri="{FF2B5EF4-FFF2-40B4-BE49-F238E27FC236}">
                  <a16:creationId xmlns:a16="http://schemas.microsoft.com/office/drawing/2014/main" id="{45DEA387-FCBB-BC05-92CA-C0D09281B0AC}"/>
                </a:ext>
              </a:extLst>
            </p:cNvPr>
            <p:cNvSpPr/>
            <p:nvPr/>
          </p:nvSpPr>
          <p:spPr>
            <a:xfrm>
              <a:off x="2716493" y="3337560"/>
              <a:ext cx="91440" cy="91440"/>
            </a:xfrm>
            <a:prstGeom prst="donut">
              <a:avLst>
                <a:gd name="adj" fmla="val 4679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2DC2F4FC-33A5-738F-D1D1-C5338919E5E4}"/>
                    </a:ext>
                  </a:extLst>
                </p:cNvPr>
                <p:cNvSpPr txBox="1"/>
                <p:nvPr/>
              </p:nvSpPr>
              <p:spPr>
                <a:xfrm>
                  <a:off x="2927648" y="2979630"/>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8" name="CaixaDeTexto 7">
                  <a:extLst>
                    <a:ext uri="{FF2B5EF4-FFF2-40B4-BE49-F238E27FC236}">
                      <a16:creationId xmlns:a16="http://schemas.microsoft.com/office/drawing/2014/main" id="{2DC2F4FC-33A5-738F-D1D1-C5338919E5E4}"/>
                    </a:ext>
                  </a:extLst>
                </p:cNvPr>
                <p:cNvSpPr txBox="1">
                  <a:spLocks noRot="1" noChangeAspect="1" noMove="1" noResize="1" noEditPoints="1" noAdjustHandles="1" noChangeArrowheads="1" noChangeShapeType="1" noTextEdit="1"/>
                </p:cNvSpPr>
                <p:nvPr/>
              </p:nvSpPr>
              <p:spPr>
                <a:xfrm>
                  <a:off x="2927648" y="2979630"/>
                  <a:ext cx="354200" cy="333938"/>
                </a:xfrm>
                <a:prstGeom prst="rect">
                  <a:avLst/>
                </a:prstGeom>
                <a:blipFill>
                  <a:blip r:embed="rId12"/>
                  <a:stretch>
                    <a:fillRect t="-12727" r="-10345" b="-1818"/>
                  </a:stretch>
                </a:blipFill>
              </p:spPr>
              <p:txBody>
                <a:bodyPr/>
                <a:lstStyle/>
                <a:p>
                  <a:r>
                    <a:rPr lang="pt-BR">
                      <a:noFill/>
                    </a:rPr>
                    <a:t> </a:t>
                  </a:r>
                </a:p>
              </p:txBody>
            </p:sp>
          </mc:Fallback>
        </mc:AlternateContent>
      </p:grpSp>
    </p:spTree>
    <p:extLst>
      <p:ext uri="{BB962C8B-B14F-4D97-AF65-F5344CB8AC3E}">
        <p14:creationId xmlns:p14="http://schemas.microsoft.com/office/powerpoint/2010/main" val="212058695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3097</TotalTime>
  <Words>4302</Words>
  <Application>Microsoft Office PowerPoint</Application>
  <PresentationFormat>Widescreen</PresentationFormat>
  <Paragraphs>608</Paragraphs>
  <Slides>36</Slides>
  <Notes>0</Notes>
  <HiddenSlides>6</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36</vt:i4>
      </vt:variant>
    </vt:vector>
  </HeadingPairs>
  <TitlesOfParts>
    <vt:vector size="42" baseType="lpstr">
      <vt:lpstr>Aptos</vt:lpstr>
      <vt:lpstr>Aptos Display</vt:lpstr>
      <vt:lpstr>Arial</vt:lpstr>
      <vt:lpstr>Arial Black</vt:lpstr>
      <vt:lpstr>Cambria Math</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adilton junio</dc:creator>
  <cp:lastModifiedBy>adilton junio</cp:lastModifiedBy>
  <cp:revision>3</cp:revision>
  <dcterms:created xsi:type="dcterms:W3CDTF">2024-06-06T17:48:00Z</dcterms:created>
  <dcterms:modified xsi:type="dcterms:W3CDTF">2024-07-22T13:01:00Z</dcterms:modified>
</cp:coreProperties>
</file>